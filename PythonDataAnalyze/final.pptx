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 showSpecialPlsOnTitleSld="0">
  <p:sldMasterIdLst>
    <p:sldMasterId id="2147483648" r:id="rId1"/>
  </p:sldMasterIdLst>
  <p:notesMasterIdLst>
    <p:notesMasterId r:id="rId2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BC89EF96-8CEA-46FF-86C4-4CE0E7609802}">
  <a:tblStyle styleId="{BC89EF96-8CEA-46FF-86C4-4CE0E7609802}" styleName="Light Style 3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  <a:fill>
          <a:solidFill>
            <a:schemeClr val="accent1">
              <a:tint val="2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accent1"/>
              </a:solidFill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38100">
              <a:solidFill>
                <a:schemeClr val="accent1"/>
              </a:solidFill>
            </a:ln>
          </a:bottom>
        </a:tcBdr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287084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6432433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140848663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71981054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5548599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17109462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16570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5264563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844638131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556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690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904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F96D3D-1ADE-860F-8C0C-B054DCCE6D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252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1636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16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3DDC65-5B8F-E71D-25F3-81086567DA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953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1595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91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3CAABA-34E8-7338-57B8-E1ADC9C6D3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994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1500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011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B35981-CF8D-2F21-F442-F550B14FEC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235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591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7775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4D5D54-4E45-7190-8FFF-08CD6B7AE0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927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33497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412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C90F6C-CC8D-AC4C-ABAC-0B26025767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827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600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336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E1C534-376B-2CA3-115A-E4F7ADB655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267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7838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401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C0B3C4-66A5-0B84-4211-13E1AAA258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048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818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580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CDC541-8972-AF3B-6206-1F664D1248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4409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712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435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EB3646-DFAA-6580-DBA2-A6D238615A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4865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09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1766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B7E17A-7CBE-8FDB-B0B3-BEC62A8D8E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586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8170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76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023B8-2B04-A2FE-E41A-E8C4E358FB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3132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0906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436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4B6655-2944-18F2-4B44-FCCEB82678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717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654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178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E44EFA-2B6B-7A4B-9D14-93E58191FC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365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384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838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662F60-EF15-94BE-A72D-84314BB66E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202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3527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1662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C7D3D39-C3E2-6211-66E6-3C0B44A4E6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8034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402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167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7E1638-A712-3513-A4A8-0B8EAAB4A3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475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357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6759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727AC9-B204-8521-B47A-3C4C7A51AA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7374544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-2983" y="-7"/>
            <a:ext cx="12191998" cy="4065454"/>
          </a:xfrm>
          <a:prstGeom prst="rect">
            <a:avLst/>
          </a:prstGeom>
        </p:spPr>
      </p:pic>
      <p:sp>
        <p:nvSpPr>
          <p:cNvPr id="207084471" name="Freeform: Shape 76"/>
          <p:cNvSpPr/>
          <p:nvPr/>
        </p:nvSpPr>
        <p:spPr bwMode="auto">
          <a:xfrm flipH="0" flipV="0">
            <a:off x="0" y="0"/>
            <a:ext cx="2164925" cy="1755318"/>
          </a:xfrm>
          <a:custGeom>
            <a:avLst/>
            <a:gdLst>
              <a:gd name="connsiteX0" fmla="*/ 0 w 4959350"/>
              <a:gd name="connsiteY0" fmla="*/ 0 h 3380041"/>
              <a:gd name="connsiteX1" fmla="*/ 4959350 w 4959350"/>
              <a:gd name="connsiteY1" fmla="*/ 0 h 3380041"/>
              <a:gd name="connsiteX2" fmla="*/ 4959350 w 4959350"/>
              <a:gd name="connsiteY2" fmla="*/ 0 h 3380041"/>
              <a:gd name="connsiteX3" fmla="*/ 0 w 4959350"/>
              <a:gd name="connsiteY3" fmla="*/ 3380041 h 3380041"/>
              <a:gd name="connsiteX4" fmla="*/ 0 w 4959350"/>
              <a:gd name="connsiteY4" fmla="*/ 0 h 3380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9350" h="3380041" fill="norm" stroke="1" extrusionOk="0">
                <a:moveTo>
                  <a:pt x="0" y="0"/>
                </a:moveTo>
                <a:lnTo>
                  <a:pt x="4959350" y="0"/>
                </a:lnTo>
                <a:lnTo>
                  <a:pt x="4959350" y="0"/>
                </a:lnTo>
                <a:lnTo>
                  <a:pt x="0" y="338004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38000">
                <a:schemeClr val="accent2">
                  <a:lumMod val="20000"/>
                  <a:lumOff val="80000"/>
                  <a:alpha val="70000"/>
                </a:schemeClr>
              </a:gs>
              <a:gs pos="6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bg2">
                  <a:alpha val="7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2100989585" name="Title 1"/>
          <p:cNvSpPr>
            <a:spLocks noGrp="1"/>
          </p:cNvSpPr>
          <p:nvPr>
            <p:ph type="ctrTitle"/>
          </p:nvPr>
        </p:nvSpPr>
        <p:spPr bwMode="auto">
          <a:xfrm>
            <a:off x="1523998" y="1789111"/>
            <a:ext cx="9144000" cy="2387599"/>
          </a:xfrm>
        </p:spPr>
        <p:txBody>
          <a:bodyPr anchor="b"/>
          <a:lstStyle>
            <a:lvl1pPr algn="ctr">
              <a:defRPr sz="56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66289098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4190995"/>
            <a:ext cx="9144000" cy="106680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accent5">
                    <a:lumMod val="60000"/>
                    <a:lumOff val="40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accent5">
                    <a:lumMod val="60000"/>
                    <a:lumOff val="40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accent5">
                    <a:lumMod val="60000"/>
                    <a:lumOff val="40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0005573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0066892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045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568081886" name=""/>
          <p:cNvSpPr/>
          <p:nvPr/>
        </p:nvSpPr>
        <p:spPr bwMode="auto">
          <a:xfrm rot="0" flipH="0" flipV="0">
            <a:off x="0" y="6348"/>
            <a:ext cx="2160302" cy="25272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9740"/>
                </a:moveTo>
                <a:lnTo>
                  <a:pt x="43200" y="0"/>
                </a:lnTo>
                <a:lnTo>
                  <a:pt x="43108" y="33706"/>
                </a:lnTo>
                <a:lnTo>
                  <a:pt x="21202" y="43200"/>
                </a:lnTo>
                <a:lnTo>
                  <a:pt x="0" y="29740"/>
                </a:lnTo>
                <a:close/>
              </a:path>
            </a:pathLst>
          </a:custGeom>
          <a:gradFill>
            <a:gsLst>
              <a:gs pos="18000">
                <a:schemeClr val="accent6">
                  <a:lumMod val="20000"/>
                  <a:lumOff val="80000"/>
                  <a:alpha val="99999"/>
                </a:schemeClr>
              </a:gs>
              <a:gs pos="5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897450" name=""/>
          <p:cNvSpPr/>
          <p:nvPr/>
        </p:nvSpPr>
        <p:spPr bwMode="auto">
          <a:xfrm rot="10799999" flipH="1" flipV="0">
            <a:off x="2149416" y="937845"/>
            <a:ext cx="992691" cy="105507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5" y="42859"/>
                </a:moveTo>
                <a:lnTo>
                  <a:pt x="0" y="0"/>
                </a:lnTo>
                <a:lnTo>
                  <a:pt x="43200" y="43200"/>
                </a:lnTo>
                <a:lnTo>
                  <a:pt x="45" y="4285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7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bg1">
                  <a:alpha val="99999"/>
                </a:schemeClr>
              </a:gs>
            </a:gsLst>
            <a:lin ang="17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9979128" name=""/>
          <p:cNvSpPr/>
          <p:nvPr/>
        </p:nvSpPr>
        <p:spPr bwMode="auto">
          <a:xfrm rot="10799941" flipH="1" flipV="0">
            <a:off x="4275532" y="5"/>
            <a:ext cx="775602" cy="122632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3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18000">
                <a:schemeClr val="accent2">
                  <a:lumMod val="20000"/>
                  <a:lumOff val="80000"/>
                </a:schemeClr>
              </a:gs>
              <a:gs pos="52000">
                <a:schemeClr val="accent6">
                  <a:lumMod val="20000"/>
                  <a:lumOff val="80000"/>
                </a:schemeClr>
              </a:gs>
              <a:gs pos="85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41477" name="Freeform: Shape 76"/>
          <p:cNvSpPr/>
          <p:nvPr/>
        </p:nvSpPr>
        <p:spPr bwMode="auto">
          <a:xfrm rot="12738398" flipH="0" flipV="1">
            <a:off x="5015286" y="185890"/>
            <a:ext cx="1131464" cy="11111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1" y="0"/>
                </a:moveTo>
                <a:lnTo>
                  <a:pt x="43200" y="1401"/>
                </a:lnTo>
                <a:lnTo>
                  <a:pt x="18415" y="43200"/>
                </a:lnTo>
                <a:lnTo>
                  <a:pt x="0" y="40103"/>
                </a:lnTo>
                <a:lnTo>
                  <a:pt x="14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1">
                  <a:lumMod val="95000"/>
                  <a:alpha val="99999"/>
                </a:schemeClr>
              </a:gs>
            </a:gsLst>
            <a:lin ang="54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367167613" name="Freeform: Shape 76"/>
          <p:cNvSpPr/>
          <p:nvPr/>
        </p:nvSpPr>
        <p:spPr bwMode="auto">
          <a:xfrm rot="11426897" flipH="1" flipV="1">
            <a:off x="5882792" y="537322"/>
            <a:ext cx="1071973" cy="101489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278" y="2024"/>
                </a:moveTo>
                <a:lnTo>
                  <a:pt x="43200" y="0"/>
                </a:lnTo>
                <a:lnTo>
                  <a:pt x="27845" y="37001"/>
                </a:lnTo>
                <a:lnTo>
                  <a:pt x="0" y="43200"/>
                </a:lnTo>
                <a:lnTo>
                  <a:pt x="14278" y="2024"/>
                </a:lnTo>
                <a:close/>
              </a:path>
            </a:pathLst>
          </a:custGeom>
          <a:gradFill>
            <a:gsLst>
              <a:gs pos="20000">
                <a:schemeClr val="accent5">
                  <a:lumMod val="20000"/>
                  <a:lumOff val="80000"/>
                  <a:alpha val="99999"/>
                </a:schemeClr>
              </a:gs>
              <a:gs pos="85000">
                <a:schemeClr val="accent6">
                  <a:lumMod val="20000"/>
                  <a:lumOff val="80000"/>
                  <a:alpha val="99999"/>
                </a:schemeClr>
              </a:gs>
            </a:gsLst>
            <a:lin ang="90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690610418" name="Freeform: Shape 76"/>
          <p:cNvSpPr/>
          <p:nvPr/>
        </p:nvSpPr>
        <p:spPr bwMode="auto">
          <a:xfrm rot="17189524" flipH="0" flipV="1">
            <a:off x="209275" y="1694058"/>
            <a:ext cx="1734192" cy="173790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804"/>
                </a:moveTo>
                <a:lnTo>
                  <a:pt x="43200" y="0"/>
                </a:lnTo>
                <a:lnTo>
                  <a:pt x="22500" y="22241"/>
                </a:lnTo>
                <a:lnTo>
                  <a:pt x="939" y="43200"/>
                </a:lnTo>
                <a:lnTo>
                  <a:pt x="0" y="1380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5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bg2">
                  <a:alpha val="99999"/>
                </a:schemeClr>
              </a:gs>
            </a:gsLst>
            <a:lin ang="189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1690088" name=""/>
          <p:cNvSpPr/>
          <p:nvPr/>
        </p:nvSpPr>
        <p:spPr bwMode="auto">
          <a:xfrm rot="5399942" flipH="1" flipV="1">
            <a:off x="309368" y="2809873"/>
            <a:ext cx="527061" cy="11302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8152"/>
                </a:moveTo>
                <a:lnTo>
                  <a:pt x="43200" y="0"/>
                </a:lnTo>
                <a:lnTo>
                  <a:pt x="13010" y="43200"/>
                </a:lnTo>
                <a:lnTo>
                  <a:pt x="0" y="28152"/>
                </a:lnTo>
                <a:close/>
              </a:path>
            </a:pathLst>
          </a:custGeom>
          <a:gradFill>
            <a:gsLst>
              <a:gs pos="29000">
                <a:schemeClr val="accent5">
                  <a:lumMod val="40000"/>
                  <a:lumOff val="60000"/>
                  <a:alpha val="80000"/>
                </a:schemeClr>
              </a:gs>
              <a:gs pos="88000">
                <a:schemeClr val="accent2">
                  <a:lumMod val="20000"/>
                  <a:lumOff val="80000"/>
                  <a:alpha val="8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211801" name=""/>
          <p:cNvSpPr/>
          <p:nvPr/>
        </p:nvSpPr>
        <p:spPr bwMode="auto">
          <a:xfrm rot="5399942" flipH="1" flipV="0">
            <a:off x="94998" y="2998899"/>
            <a:ext cx="558393" cy="74838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343" y="0"/>
                </a:lnTo>
                <a:lnTo>
                  <a:pt x="43200" y="4319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80000"/>
                </a:schemeClr>
              </a:gs>
              <a:gs pos="84000">
                <a:schemeClr val="accent2">
                  <a:lumMod val="20000"/>
                  <a:lumOff val="80000"/>
                  <a:alpha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438675" name=""/>
          <p:cNvSpPr/>
          <p:nvPr/>
        </p:nvSpPr>
        <p:spPr bwMode="auto">
          <a:xfrm rot="5799134" flipH="1" flipV="0">
            <a:off x="6716993" y="489259"/>
            <a:ext cx="865096" cy="120542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58" y="43200"/>
                </a:moveTo>
                <a:lnTo>
                  <a:pt x="0" y="0"/>
                </a:lnTo>
                <a:lnTo>
                  <a:pt x="43200" y="27598"/>
                </a:lnTo>
                <a:lnTo>
                  <a:pt x="115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35000">
                <a:schemeClr val="accent2">
                  <a:lumMod val="20000"/>
                  <a:lumOff val="80000"/>
                  <a:alpha val="99999"/>
                </a:schemeClr>
              </a:gs>
              <a:gs pos="86000">
                <a:schemeClr val="accent6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4711082" name="Freeform: Shape 76"/>
          <p:cNvSpPr/>
          <p:nvPr/>
        </p:nvSpPr>
        <p:spPr bwMode="auto">
          <a:xfrm rot="11426897" flipH="1" flipV="1">
            <a:off x="8604936" y="415011"/>
            <a:ext cx="1125162" cy="82494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810" y="2496"/>
                </a:moveTo>
                <a:lnTo>
                  <a:pt x="43200" y="0"/>
                </a:lnTo>
                <a:lnTo>
                  <a:pt x="27169" y="35665"/>
                </a:lnTo>
                <a:lnTo>
                  <a:pt x="0" y="43200"/>
                </a:lnTo>
                <a:lnTo>
                  <a:pt x="13810" y="2496"/>
                </a:lnTo>
                <a:close/>
              </a:path>
            </a:pathLst>
          </a:custGeom>
          <a:gradFill>
            <a:gsLst>
              <a:gs pos="6000">
                <a:schemeClr val="accent5">
                  <a:lumMod val="20000"/>
                  <a:lumOff val="80000"/>
                  <a:alpha val="99999"/>
                </a:schemeClr>
              </a:gs>
              <a:gs pos="93000">
                <a:schemeClr val="accent2">
                  <a:lumMod val="20000"/>
                  <a:lumOff val="80000"/>
                  <a:alpha val="99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26415977" name="Freeform: Shape 76"/>
          <p:cNvSpPr/>
          <p:nvPr/>
        </p:nvSpPr>
        <p:spPr bwMode="auto">
          <a:xfrm rot="19569614" flipH="0" flipV="1">
            <a:off x="7296705" y="271134"/>
            <a:ext cx="978379" cy="12436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994" y="3140"/>
                </a:moveTo>
                <a:lnTo>
                  <a:pt x="43200" y="0"/>
                </a:lnTo>
                <a:lnTo>
                  <a:pt x="32098" y="38219"/>
                </a:lnTo>
                <a:lnTo>
                  <a:pt x="0" y="43200"/>
                </a:lnTo>
                <a:lnTo>
                  <a:pt x="994" y="314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99999"/>
                </a:schemeClr>
              </a:gs>
              <a:gs pos="49000">
                <a:schemeClr val="accent5">
                  <a:lumMod val="20000"/>
                  <a:lumOff val="80000"/>
                  <a:alpha val="99999"/>
                </a:schemeClr>
              </a:gs>
              <a:gs pos="89000">
                <a:schemeClr val="accent6">
                  <a:lumMod val="20000"/>
                  <a:lumOff val="80000"/>
                  <a:alpha val="99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965803784" name=""/>
          <p:cNvSpPr/>
          <p:nvPr/>
        </p:nvSpPr>
        <p:spPr bwMode="auto">
          <a:xfrm rot="5399942" flipH="1" flipV="0">
            <a:off x="9878112" y="-88717"/>
            <a:ext cx="612441" cy="77944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5877" y="43145"/>
                </a:moveTo>
                <a:lnTo>
                  <a:pt x="0" y="0"/>
                </a:lnTo>
                <a:lnTo>
                  <a:pt x="43200" y="43200"/>
                </a:lnTo>
                <a:cubicBezTo>
                  <a:pt x="30897" y="43180"/>
                  <a:pt x="18178" y="43164"/>
                  <a:pt x="5877" y="43145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61165635" name=""/>
          <p:cNvSpPr/>
          <p:nvPr/>
        </p:nvSpPr>
        <p:spPr bwMode="auto">
          <a:xfrm rot="0" flipH="0" flipV="1">
            <a:off x="0" y="3633103"/>
            <a:ext cx="748388" cy="55789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146"/>
                </a:moveTo>
                <a:lnTo>
                  <a:pt x="0" y="0"/>
                </a:lnTo>
                <a:lnTo>
                  <a:pt x="43200" y="43200"/>
                </a:lnTo>
                <a:lnTo>
                  <a:pt x="0" y="42146"/>
                </a:lnTo>
                <a:close/>
              </a:path>
            </a:pathLst>
          </a:custGeom>
          <a:gradFill>
            <a:gsLst>
              <a:gs pos="21000">
                <a:schemeClr val="accent2">
                  <a:lumMod val="20000"/>
                  <a:lumOff val="80000"/>
                  <a:alpha val="80000"/>
                </a:schemeClr>
              </a:gs>
              <a:gs pos="67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478953" name=""/>
          <p:cNvSpPr/>
          <p:nvPr/>
        </p:nvSpPr>
        <p:spPr bwMode="auto">
          <a:xfrm rot="16199998" flipH="1" flipV="0">
            <a:off x="3088822" y="35039"/>
            <a:ext cx="1232268" cy="116218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794"/>
                </a:moveTo>
                <a:lnTo>
                  <a:pt x="32662" y="0"/>
                </a:lnTo>
                <a:lnTo>
                  <a:pt x="43200" y="43200"/>
                </a:lnTo>
                <a:cubicBezTo>
                  <a:pt x="28870" y="43195"/>
                  <a:pt x="14328" y="42798"/>
                  <a:pt x="0" y="42794"/>
                </a:cubicBezTo>
                <a:close/>
              </a:path>
            </a:pathLst>
          </a:custGeom>
          <a:gradFill>
            <a:gsLst>
              <a:gs pos="1000">
                <a:schemeClr val="accent1">
                  <a:lumMod val="20000"/>
                  <a:lumOff val="80000"/>
                  <a:alpha val="99999"/>
                </a:schemeClr>
              </a:gs>
              <a:gs pos="51000">
                <a:schemeClr val="accent2">
                  <a:lumMod val="20000"/>
                  <a:lumOff val="80000"/>
                  <a:alpha val="99999"/>
                </a:schemeClr>
              </a:gs>
              <a:gs pos="83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2609120" name=""/>
          <p:cNvSpPr/>
          <p:nvPr/>
        </p:nvSpPr>
        <p:spPr bwMode="auto">
          <a:xfrm rot="0" flipH="0" flipV="0">
            <a:off x="9" y="-9"/>
            <a:ext cx="1362188" cy="112259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33275" y="261"/>
                </a:lnTo>
                <a:lnTo>
                  <a:pt x="43200" y="24871"/>
                </a:lnTo>
                <a:lnTo>
                  <a:pt x="24644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5">
                  <a:lumMod val="40000"/>
                  <a:lumOff val="60000"/>
                  <a:alpha val="74000"/>
                </a:schemeClr>
              </a:gs>
              <a:gs pos="33000">
                <a:schemeClr val="accent2">
                  <a:lumMod val="20000"/>
                  <a:lumOff val="80000"/>
                  <a:alpha val="74000"/>
                </a:schemeClr>
              </a:gs>
              <a:gs pos="85000">
                <a:schemeClr val="bg2">
                  <a:alpha val="74000"/>
                </a:schemeClr>
              </a:gs>
              <a:gs pos="100000">
                <a:schemeClr val="bg1">
                  <a:lumMod val="95000"/>
                  <a:alpha val="74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91806922" name=""/>
          <p:cNvSpPr/>
          <p:nvPr/>
        </p:nvSpPr>
        <p:spPr bwMode="auto">
          <a:xfrm rot="0" flipH="0" flipV="0">
            <a:off x="2462990" y="928685"/>
            <a:ext cx="2185986" cy="7238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3268" y="0"/>
                </a:moveTo>
                <a:lnTo>
                  <a:pt x="36235" y="17621"/>
                </a:lnTo>
                <a:lnTo>
                  <a:pt x="43200" y="28136"/>
                </a:lnTo>
                <a:lnTo>
                  <a:pt x="0" y="43200"/>
                </a:lnTo>
                <a:lnTo>
                  <a:pt x="13268" y="0"/>
                </a:lnTo>
                <a:close/>
              </a:path>
            </a:pathLst>
          </a:custGeom>
          <a:gradFill>
            <a:gsLst>
              <a:gs pos="17000">
                <a:schemeClr val="accent6">
                  <a:lumMod val="20000"/>
                  <a:lumOff val="80000"/>
                </a:schemeClr>
              </a:gs>
              <a:gs pos="78000">
                <a:schemeClr val="accent2">
                  <a:lumMod val="20000"/>
                  <a:lumOff val="8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192684" name=""/>
          <p:cNvSpPr/>
          <p:nvPr/>
        </p:nvSpPr>
        <p:spPr bwMode="auto">
          <a:xfrm rot="0" flipH="0" flipV="0">
            <a:off x="4281608" y="701385"/>
            <a:ext cx="1090175" cy="10369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94" y="306"/>
                </a:moveTo>
                <a:lnTo>
                  <a:pt x="43200" y="0"/>
                </a:lnTo>
                <a:lnTo>
                  <a:pt x="43170" y="43200"/>
                </a:lnTo>
                <a:lnTo>
                  <a:pt x="0" y="21869"/>
                </a:lnTo>
                <a:lnTo>
                  <a:pt x="12694" y="306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99999"/>
                </a:schemeClr>
              </a:gs>
              <a:gs pos="40000">
                <a:schemeClr val="accent5">
                  <a:lumMod val="20000"/>
                  <a:lumOff val="80000"/>
                  <a:alpha val="99999"/>
                </a:schemeClr>
              </a:gs>
              <a:gs pos="99000">
                <a:schemeClr val="bg1">
                  <a:alpha val="99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793434" name=""/>
          <p:cNvSpPr/>
          <p:nvPr/>
        </p:nvSpPr>
        <p:spPr bwMode="auto">
          <a:xfrm rot="0" flipH="0" flipV="0">
            <a:off x="777105" y="952498"/>
            <a:ext cx="1378622" cy="13554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cubicBezTo>
                  <a:pt x="43200" y="0"/>
                  <a:pt x="33096" y="38061"/>
                  <a:pt x="33096" y="38061"/>
                </a:cubicBezTo>
                <a:cubicBezTo>
                  <a:pt x="33096" y="38061"/>
                  <a:pt x="22765" y="43200"/>
                  <a:pt x="22765" y="43200"/>
                </a:cubicBezTo>
                <a:cubicBezTo>
                  <a:pt x="22765" y="43200"/>
                  <a:pt x="0" y="5418"/>
                  <a:pt x="0" y="5418"/>
                </a:cubicBezTo>
                <a:cubicBezTo>
                  <a:pt x="0" y="5418"/>
                  <a:pt x="43200" y="0"/>
                  <a:pt x="43200" y="0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99999"/>
                </a:schemeClr>
              </a:gs>
              <a:gs pos="57000">
                <a:schemeClr val="accent1">
                  <a:lumMod val="20000"/>
                  <a:lumOff val="80000"/>
                  <a:alpha val="99999"/>
                </a:schemeClr>
              </a:gs>
              <a:gs pos="93000">
                <a:schemeClr val="bg1"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359137324" name=""/>
          <p:cNvSpPr/>
          <p:nvPr/>
        </p:nvSpPr>
        <p:spPr bwMode="auto">
          <a:xfrm rot="5399942" flipH="1" flipV="0">
            <a:off x="7480962" y="-447646"/>
            <a:ext cx="654801" cy="155015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58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26270819" name=""/>
          <p:cNvSpPr/>
          <p:nvPr/>
        </p:nvSpPr>
        <p:spPr bwMode="auto">
          <a:xfrm rot="5399942" flipH="0" flipV="1">
            <a:off x="8790481" y="-484155"/>
            <a:ext cx="523882" cy="149220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199"/>
                </a:moveTo>
                <a:lnTo>
                  <a:pt x="41725" y="0"/>
                </a:lnTo>
                <a:lnTo>
                  <a:pt x="43200" y="43199"/>
                </a:lnTo>
                <a:lnTo>
                  <a:pt x="0" y="4319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666732" name="Freeform: Shape 76"/>
          <p:cNvSpPr/>
          <p:nvPr/>
        </p:nvSpPr>
        <p:spPr bwMode="auto">
          <a:xfrm rot="11426897" flipH="1" flipV="1">
            <a:off x="8048304" y="426325"/>
            <a:ext cx="880900" cy="69568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0411" y="7276"/>
                </a:moveTo>
                <a:lnTo>
                  <a:pt x="43200" y="0"/>
                </a:lnTo>
                <a:lnTo>
                  <a:pt x="27224" y="43200"/>
                </a:lnTo>
                <a:lnTo>
                  <a:pt x="0" y="21364"/>
                </a:lnTo>
                <a:lnTo>
                  <a:pt x="10411" y="7276"/>
                </a:lnTo>
                <a:close/>
              </a:path>
            </a:pathLst>
          </a:custGeom>
          <a:gradFill>
            <a:gsLst>
              <a:gs pos="2200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1000">
                <a:schemeClr val="accent2">
                  <a:lumMod val="20000"/>
                  <a:lumOff val="80000"/>
                </a:schemeClr>
              </a:gs>
            </a:gsLst>
            <a:lin ang="27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82099689" name="Freeform: Shape 76"/>
          <p:cNvSpPr/>
          <p:nvPr/>
        </p:nvSpPr>
        <p:spPr bwMode="auto">
          <a:xfrm rot="11426897" flipH="1" flipV="1">
            <a:off x="7088443" y="53191"/>
            <a:ext cx="1230501" cy="72082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7803" y="0"/>
                </a:moveTo>
                <a:lnTo>
                  <a:pt x="43200" y="20431"/>
                </a:lnTo>
                <a:lnTo>
                  <a:pt x="35574" y="34441"/>
                </a:lnTo>
                <a:lnTo>
                  <a:pt x="0" y="43200"/>
                </a:lnTo>
                <a:lnTo>
                  <a:pt x="3780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53000">
                <a:schemeClr val="accent2">
                  <a:lumMod val="20000"/>
                  <a:lumOff val="80000"/>
                  <a:alpha val="99999"/>
                </a:schemeClr>
              </a:gs>
            </a:gsLst>
            <a:lin ang="12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24162166" name=""/>
          <p:cNvSpPr/>
          <p:nvPr/>
        </p:nvSpPr>
        <p:spPr bwMode="auto">
          <a:xfrm rot="5399942" flipH="1" flipV="0">
            <a:off x="10368756" y="-574128"/>
            <a:ext cx="608978" cy="175726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539603" name=""/>
          <p:cNvSpPr/>
          <p:nvPr/>
        </p:nvSpPr>
        <p:spPr bwMode="auto">
          <a:xfrm rot="5705765" flipH="1" flipV="0">
            <a:off x="6379895" y="-61079"/>
            <a:ext cx="640818" cy="7287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062" y="43200"/>
                </a:moveTo>
                <a:lnTo>
                  <a:pt x="0" y="0"/>
                </a:lnTo>
                <a:lnTo>
                  <a:pt x="43200" y="3385"/>
                </a:lnTo>
                <a:lnTo>
                  <a:pt x="2062" y="43200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937555" name=""/>
          <p:cNvSpPr/>
          <p:nvPr/>
        </p:nvSpPr>
        <p:spPr bwMode="auto">
          <a:xfrm rot="5399942" flipH="1" flipV="0">
            <a:off x="5928453" y="-562599"/>
            <a:ext cx="556920" cy="168214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848"/>
                </a:moveTo>
                <a:lnTo>
                  <a:pt x="43110" y="0"/>
                </a:lnTo>
                <a:lnTo>
                  <a:pt x="43200" y="43200"/>
                </a:lnTo>
                <a:lnTo>
                  <a:pt x="0" y="18848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6149751" name="Freeform: Shape 76"/>
          <p:cNvSpPr/>
          <p:nvPr/>
        </p:nvSpPr>
        <p:spPr bwMode="auto">
          <a:xfrm rot="11426897" flipH="1" flipV="1">
            <a:off x="8749884" y="440973"/>
            <a:ext cx="1766286" cy="73427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4474" y="2959"/>
                </a:moveTo>
                <a:lnTo>
                  <a:pt x="43200" y="0"/>
                </a:lnTo>
                <a:lnTo>
                  <a:pt x="14014" y="43200"/>
                </a:lnTo>
                <a:lnTo>
                  <a:pt x="0" y="35186"/>
                </a:lnTo>
                <a:lnTo>
                  <a:pt x="24474" y="2959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  <a:alpha val="99999"/>
                </a:schemeClr>
              </a:gs>
              <a:gs pos="82000">
                <a:schemeClr val="accent2">
                  <a:lumMod val="20000"/>
                  <a:lumOff val="80000"/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840864524" name=""/>
          <p:cNvSpPr/>
          <p:nvPr/>
        </p:nvSpPr>
        <p:spPr bwMode="auto">
          <a:xfrm rot="20703761" flipH="0" flipV="1">
            <a:off x="634342" y="2585076"/>
            <a:ext cx="567319" cy="93678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6890"/>
                </a:moveTo>
                <a:lnTo>
                  <a:pt x="29195" y="0"/>
                </a:lnTo>
                <a:lnTo>
                  <a:pt x="43200" y="43200"/>
                </a:lnTo>
                <a:lnTo>
                  <a:pt x="0" y="3689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41000">
                <a:schemeClr val="accent2">
                  <a:lumMod val="20000"/>
                  <a:lumOff val="80000"/>
                  <a:alpha val="70000"/>
                </a:schemeClr>
              </a:gs>
              <a:gs pos="75000">
                <a:schemeClr val="accent6">
                  <a:lumMod val="20000"/>
                  <a:lumOff val="80000"/>
                  <a:alpha val="7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84947756" name=""/>
          <p:cNvSpPr/>
          <p:nvPr/>
        </p:nvSpPr>
        <p:spPr bwMode="auto">
          <a:xfrm rot="5399942" flipH="1" flipV="0">
            <a:off x="2742597" y="-593154"/>
            <a:ext cx="939780" cy="212612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3365"/>
                </a:moveTo>
                <a:lnTo>
                  <a:pt x="43126" y="0"/>
                </a:lnTo>
                <a:lnTo>
                  <a:pt x="43200" y="43200"/>
                </a:lnTo>
                <a:lnTo>
                  <a:pt x="0" y="23365"/>
                </a:lnTo>
                <a:close/>
              </a:path>
            </a:pathLst>
          </a:custGeom>
          <a:gradFill>
            <a:gsLst>
              <a:gs pos="24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5472015" name=""/>
          <p:cNvSpPr/>
          <p:nvPr/>
        </p:nvSpPr>
        <p:spPr bwMode="auto">
          <a:xfrm rot="5399999" flipH="0" flipV="0">
            <a:off x="-160865" y="1893321"/>
            <a:ext cx="1383580" cy="1061848"/>
          </a:xfrm>
          <a:custGeom>
            <a:avLst>
              <a:gd name="adj" fmla="val 57907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4817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5000">
                <a:schemeClr val="accent2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5868089" name=""/>
          <p:cNvSpPr/>
          <p:nvPr/>
        </p:nvSpPr>
        <p:spPr bwMode="auto">
          <a:xfrm rot="0" flipH="0" flipV="0">
            <a:off x="2154048" y="0"/>
            <a:ext cx="971548" cy="94614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4291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38500">
                <a:schemeClr val="accent6">
                  <a:lumMod val="20000"/>
                  <a:lumOff val="80000"/>
                </a:schemeClr>
              </a:gs>
              <a:gs pos="77000">
                <a:schemeClr val="accent1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19611159" name=""/>
          <p:cNvSpPr/>
          <p:nvPr/>
        </p:nvSpPr>
        <p:spPr bwMode="auto">
          <a:xfrm rot="0" flipH="0" flipV="0">
            <a:off x="4595179" y="0"/>
            <a:ext cx="793710" cy="126422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309" y="0"/>
                </a:moveTo>
                <a:lnTo>
                  <a:pt x="43200" y="0"/>
                </a:lnTo>
                <a:lnTo>
                  <a:pt x="41944" y="43200"/>
                </a:lnTo>
                <a:lnTo>
                  <a:pt x="0" y="24558"/>
                </a:lnTo>
                <a:lnTo>
                  <a:pt x="1130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70000"/>
                </a:schemeClr>
              </a:gs>
              <a:gs pos="25000">
                <a:schemeClr val="accent2">
                  <a:lumMod val="20000"/>
                  <a:lumOff val="80000"/>
                  <a:alpha val="70000"/>
                </a:schemeClr>
              </a:gs>
              <a:gs pos="71000">
                <a:schemeClr val="accent5">
                  <a:lumMod val="20000"/>
                  <a:lumOff val="80000"/>
                  <a:alpha val="70000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384077" name=""/>
          <p:cNvSpPr/>
          <p:nvPr/>
        </p:nvSpPr>
        <p:spPr bwMode="auto">
          <a:xfrm rot="19348853" flipH="0" flipV="0">
            <a:off x="5213884" y="1225494"/>
            <a:ext cx="536504" cy="422200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8679"/>
                </a:moveTo>
                <a:lnTo>
                  <a:pt x="23116" y="0"/>
                </a:lnTo>
                <a:lnTo>
                  <a:pt x="43200" y="43200"/>
                </a:lnTo>
                <a:lnTo>
                  <a:pt x="0" y="38679"/>
                </a:lnTo>
                <a:close/>
              </a:path>
            </a:pathLst>
          </a:custGeom>
          <a:gradFill>
            <a:gsLst>
              <a:gs pos="38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90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83200601" name=""/>
          <p:cNvSpPr/>
          <p:nvPr/>
        </p:nvSpPr>
        <p:spPr bwMode="auto">
          <a:xfrm rot="0" flipH="0" flipV="0">
            <a:off x="7972951" y="0"/>
            <a:ext cx="1821655" cy="50601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4399" y="0"/>
                </a:moveTo>
                <a:lnTo>
                  <a:pt x="43200" y="0"/>
                </a:lnTo>
                <a:lnTo>
                  <a:pt x="7905" y="43200"/>
                </a:lnTo>
                <a:lnTo>
                  <a:pt x="0" y="21345"/>
                </a:lnTo>
                <a:lnTo>
                  <a:pt x="1439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4893210" name=""/>
          <p:cNvSpPr/>
          <p:nvPr/>
        </p:nvSpPr>
        <p:spPr bwMode="auto">
          <a:xfrm rot="0" flipH="0" flipV="0">
            <a:off x="11613389" y="-5208"/>
            <a:ext cx="579712" cy="63165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22569" y="0"/>
                </a:moveTo>
                <a:lnTo>
                  <a:pt x="43116" y="0"/>
                </a:lnTo>
                <a:lnTo>
                  <a:pt x="43200" y="43200"/>
                </a:lnTo>
                <a:lnTo>
                  <a:pt x="0" y="34870"/>
                </a:lnTo>
                <a:lnTo>
                  <a:pt x="22569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62000">
                <a:schemeClr val="accent5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44130833" name=""/>
          <p:cNvSpPr/>
          <p:nvPr/>
        </p:nvSpPr>
        <p:spPr bwMode="auto">
          <a:xfrm rot="0" flipH="1" flipV="1">
            <a:off x="11164302" y="237"/>
            <a:ext cx="751972" cy="460971"/>
          </a:xfrm>
          <a:prstGeom prst="rtTriangle">
            <a:avLst/>
          </a:prstGeom>
          <a:gradFill>
            <a:gsLst>
              <a:gs pos="47000">
                <a:schemeClr val="accent5">
                  <a:lumMod val="20000"/>
                  <a:lumOff val="80000"/>
                  <a:alpha val="99999"/>
                </a:schemeClr>
              </a:gs>
              <a:gs pos="62000">
                <a:schemeClr val="accent2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790916" name=""/>
          <p:cNvSpPr/>
          <p:nvPr/>
        </p:nvSpPr>
        <p:spPr bwMode="auto">
          <a:xfrm rot="19706571" flipH="0" flipV="0">
            <a:off x="3222088" y="671607"/>
            <a:ext cx="905530" cy="849057"/>
          </a:xfrm>
          <a:custGeom>
            <a:avLst>
              <a:gd name="adj" fmla="val 52679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4033"/>
                </a:moveTo>
                <a:lnTo>
                  <a:pt x="4085" y="0"/>
                </a:lnTo>
                <a:lnTo>
                  <a:pt x="43200" y="43200"/>
                </a:lnTo>
                <a:lnTo>
                  <a:pt x="0" y="340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60000"/>
                </a:schemeClr>
              </a:gs>
              <a:gs pos="20000">
                <a:schemeClr val="accent2">
                  <a:lumMod val="20000"/>
                  <a:lumOff val="80000"/>
                  <a:alpha val="60000"/>
                </a:schemeClr>
              </a:gs>
              <a:gs pos="67000">
                <a:schemeClr val="accent1">
                  <a:lumMod val="20000"/>
                  <a:lumOff val="80000"/>
                  <a:alpha val="60000"/>
                </a:schemeClr>
              </a:gs>
              <a:gs pos="87000">
                <a:schemeClr val="bg1">
                  <a:lumMod val="95000"/>
                  <a:alpha val="60000"/>
                </a:scheme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740648323" name=""/>
          <p:cNvSpPr/>
          <p:nvPr/>
        </p:nvSpPr>
        <p:spPr bwMode="auto">
          <a:xfrm rot="289299" flipH="0" flipV="0">
            <a:off x="10849787" y="103149"/>
            <a:ext cx="807089" cy="37612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2895"/>
                </a:moveTo>
                <a:lnTo>
                  <a:pt x="26846" y="0"/>
                </a:lnTo>
                <a:lnTo>
                  <a:pt x="43200" y="43200"/>
                </a:lnTo>
                <a:lnTo>
                  <a:pt x="0" y="42895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8667822" name=""/>
          <p:cNvSpPr/>
          <p:nvPr/>
        </p:nvSpPr>
        <p:spPr bwMode="auto">
          <a:xfrm rot="16199998" flipH="0" flipV="0">
            <a:off x="11786583" y="472242"/>
            <a:ext cx="557830" cy="252999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1788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31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8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73295605" name=""/>
          <p:cNvSpPr/>
          <p:nvPr/>
        </p:nvSpPr>
        <p:spPr bwMode="auto">
          <a:xfrm rot="18263218" flipH="1" flipV="0">
            <a:off x="11394324" y="75174"/>
            <a:ext cx="205095" cy="4584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406" y="0"/>
                </a:lnTo>
                <a:lnTo>
                  <a:pt x="43200" y="4296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66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34000">
              <a:srgbClr val="FFFFFF">
                <a:alpha val="49999"/>
              </a:srgb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4079536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0"/>
            <a:ext cx="12191965" cy="2686047"/>
          </a:xfrm>
          <a:prstGeom prst="rect">
            <a:avLst/>
          </a:prstGeom>
        </p:spPr>
      </p:pic>
      <p:sp>
        <p:nvSpPr>
          <p:cNvPr id="15822122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03910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414629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889337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9119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60995338" name="Freeform: Shape 76"/>
          <p:cNvSpPr/>
          <p:nvPr/>
        </p:nvSpPr>
        <p:spPr bwMode="auto">
          <a:xfrm rot="16199969" flipH="1" flipV="0">
            <a:off x="96167" y="-96158"/>
            <a:ext cx="965666" cy="115799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46000">
                <a:schemeClr val="accent2">
                  <a:lumMod val="20000"/>
                  <a:lumOff val="80000"/>
                  <a:alpha val="99999"/>
                </a:schemeClr>
              </a:gs>
              <a:gs pos="92000">
                <a:schemeClr val="bg2">
                  <a:alpha val="9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49298747" name=""/>
          <p:cNvSpPr/>
          <p:nvPr/>
        </p:nvSpPr>
        <p:spPr bwMode="auto">
          <a:xfrm rot="10799952" flipH="1" flipV="0">
            <a:off x="8871367" y="4525553"/>
            <a:ext cx="3320614" cy="233242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013"/>
                </a:lnTo>
                <a:lnTo>
                  <a:pt x="24409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013982" name="Freeform: Shape 76"/>
          <p:cNvSpPr/>
          <p:nvPr/>
        </p:nvSpPr>
        <p:spPr bwMode="auto">
          <a:xfrm rot="0" flipH="1" flipV="1">
            <a:off x="9892960" y="5590441"/>
            <a:ext cx="1453412" cy="126755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731" y="0"/>
                </a:moveTo>
                <a:lnTo>
                  <a:pt x="23412" y="0"/>
                </a:lnTo>
                <a:lnTo>
                  <a:pt x="43200" y="43200"/>
                </a:lnTo>
                <a:lnTo>
                  <a:pt x="0" y="36799"/>
                </a:lnTo>
                <a:lnTo>
                  <a:pt x="731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57999"/>
                </a:schemeClr>
              </a:gs>
              <a:gs pos="21000">
                <a:schemeClr val="accent5">
                  <a:lumMod val="40000"/>
                  <a:lumOff val="60000"/>
                  <a:alpha val="57999"/>
                </a:schemeClr>
              </a:gs>
              <a:gs pos="93000">
                <a:schemeClr val="accent2">
                  <a:lumMod val="20000"/>
                  <a:lumOff val="80000"/>
                  <a:alpha val="57999"/>
                </a:schemeClr>
              </a:gs>
            </a:gsLst>
            <a:lin ang="183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581932359" name=""/>
          <p:cNvSpPr/>
          <p:nvPr/>
        </p:nvSpPr>
        <p:spPr bwMode="auto">
          <a:xfrm rot="16199824" flipH="1" flipV="1">
            <a:off x="8748468" y="5732722"/>
            <a:ext cx="579180" cy="16712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70000"/>
                </a:schemeClr>
              </a:gs>
              <a:gs pos="56000">
                <a:schemeClr val="accent5">
                  <a:lumMod val="20000"/>
                  <a:lumOff val="80000"/>
                  <a:alpha val="70000"/>
                </a:schemeClr>
              </a:gs>
              <a:gs pos="100000">
                <a:schemeClr val="accent6">
                  <a:lumMod val="20000"/>
                  <a:lumOff val="80000"/>
                  <a:alpha val="7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520559" name=""/>
          <p:cNvSpPr/>
          <p:nvPr/>
        </p:nvSpPr>
        <p:spPr bwMode="auto">
          <a:xfrm rot="0" flipH="1" flipV="0">
            <a:off x="11296616" y="5953124"/>
            <a:ext cx="895348" cy="904873"/>
          </a:xfrm>
          <a:prstGeom prst="rtTriangle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64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260938" name=""/>
          <p:cNvSpPr/>
          <p:nvPr/>
        </p:nvSpPr>
        <p:spPr bwMode="auto">
          <a:xfrm flipH="0" flipV="0">
            <a:off x="11463062" y="4332625"/>
            <a:ext cx="728935" cy="906122"/>
          </a:xfrm>
          <a:custGeom>
            <a:avLst/>
            <a:gdLst/>
            <a:ahLst/>
            <a:cxnLst/>
            <a:rect l="0" t="0" r="r" b="b"/>
            <a:pathLst>
              <a:path w="728936" h="857250" fill="norm" stroke="1" extrusionOk="0">
                <a:moveTo>
                  <a:pt x="728936" y="857250"/>
                </a:moveTo>
                <a:cubicBezTo>
                  <a:pt x="728936" y="857250"/>
                  <a:pt x="727530" y="856468"/>
                  <a:pt x="727530" y="856468"/>
                </a:cubicBezTo>
                <a:cubicBezTo>
                  <a:pt x="727530" y="856468"/>
                  <a:pt x="728911" y="628022"/>
                  <a:pt x="728911" y="628022"/>
                </a:cubicBezTo>
                <a:cubicBezTo>
                  <a:pt x="728911" y="628022"/>
                  <a:pt x="0" y="404964"/>
                  <a:pt x="0" y="404964"/>
                </a:cubicBezTo>
                <a:cubicBezTo>
                  <a:pt x="0" y="404964"/>
                  <a:pt x="728936" y="0"/>
                  <a:pt x="728936" y="0"/>
                </a:cubicBezTo>
                <a:cubicBezTo>
                  <a:pt x="728936" y="0"/>
                  <a:pt x="728936" y="857250"/>
                  <a:pt x="728936" y="85725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</a:schemeClr>
              </a:gs>
              <a:gs pos="66000">
                <a:schemeClr val="accent5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243556045" name=""/>
          <p:cNvSpPr/>
          <p:nvPr/>
        </p:nvSpPr>
        <p:spPr bwMode="auto">
          <a:xfrm rot="0" flipH="1" flipV="0">
            <a:off x="9870979" y="4972047"/>
            <a:ext cx="2321016" cy="9167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48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43837425" name=""/>
          <p:cNvSpPr/>
          <p:nvPr/>
        </p:nvSpPr>
        <p:spPr bwMode="auto">
          <a:xfrm rot="10799952" flipH="0" flipV="0">
            <a:off x="9870964" y="4785770"/>
            <a:ext cx="2322633" cy="20722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2420" y="0"/>
                </a:lnTo>
                <a:lnTo>
                  <a:pt x="43200" y="26232"/>
                </a:lnTo>
                <a:lnTo>
                  <a:pt x="30618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9999"/>
                </a:schemeClr>
              </a:gs>
              <a:gs pos="52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rgbClr val="FFFFFF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062429" name=""/>
          <p:cNvSpPr/>
          <p:nvPr/>
        </p:nvSpPr>
        <p:spPr bwMode="auto">
          <a:xfrm rot="0" flipH="0" flipV="0">
            <a:off x="4816811" y="4755695"/>
            <a:ext cx="2605561" cy="209341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412"/>
                </a:moveTo>
                <a:lnTo>
                  <a:pt x="31242" y="0"/>
                </a:lnTo>
                <a:lnTo>
                  <a:pt x="43200" y="26114"/>
                </a:lnTo>
                <a:lnTo>
                  <a:pt x="15596" y="43200"/>
                </a:lnTo>
                <a:lnTo>
                  <a:pt x="0" y="25412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70000"/>
                </a:schemeClr>
              </a:gs>
              <a:gs pos="52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6640498" name="Freeform: Shape 76"/>
          <p:cNvSpPr/>
          <p:nvPr/>
        </p:nvSpPr>
        <p:spPr bwMode="auto">
          <a:xfrm rot="0" flipH="0" flipV="0">
            <a:off x="4816811" y="4755469"/>
            <a:ext cx="1925204" cy="123166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014" y="954"/>
                </a:moveTo>
                <a:lnTo>
                  <a:pt x="43022" y="0"/>
                </a:lnTo>
                <a:lnTo>
                  <a:pt x="43200" y="246"/>
                </a:lnTo>
                <a:lnTo>
                  <a:pt x="0" y="43200"/>
                </a:lnTo>
                <a:lnTo>
                  <a:pt x="12014" y="954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chemeClr val="bg1">
                  <a:lumMod val="95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443227777" name=""/>
          <p:cNvSpPr/>
          <p:nvPr/>
        </p:nvSpPr>
        <p:spPr bwMode="auto">
          <a:xfrm rot="4648072" flipH="1" flipV="0">
            <a:off x="2946021" y="4989852"/>
            <a:ext cx="1050124" cy="158253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7988" y="43200"/>
                </a:moveTo>
                <a:lnTo>
                  <a:pt x="0" y="0"/>
                </a:lnTo>
                <a:lnTo>
                  <a:pt x="43200" y="41814"/>
                </a:lnTo>
                <a:lnTo>
                  <a:pt x="17988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0000"/>
                </a:schemeClr>
              </a:gs>
              <a:gs pos="58000">
                <a:schemeClr val="accent2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3207557" name=""/>
          <p:cNvSpPr/>
          <p:nvPr/>
        </p:nvSpPr>
        <p:spPr bwMode="auto">
          <a:xfrm rot="5799100" flipH="1" flipV="0">
            <a:off x="8061593" y="5200906"/>
            <a:ext cx="1668753" cy="18536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18272" y="0"/>
                </a:lnTo>
                <a:lnTo>
                  <a:pt x="43200" y="18655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80662830" name="Freeform: Shape 76"/>
          <p:cNvSpPr/>
          <p:nvPr/>
        </p:nvSpPr>
        <p:spPr bwMode="auto">
          <a:xfrm rot="19569579" flipH="0" flipV="1">
            <a:off x="1742492" y="5926127"/>
            <a:ext cx="2557926" cy="98943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03" y="16530"/>
                </a:moveTo>
                <a:lnTo>
                  <a:pt x="43200" y="0"/>
                </a:lnTo>
                <a:lnTo>
                  <a:pt x="21088" y="43200"/>
                </a:lnTo>
                <a:lnTo>
                  <a:pt x="0" y="36059"/>
                </a:lnTo>
                <a:lnTo>
                  <a:pt x="11003" y="1653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49000">
                <a:schemeClr val="accent5">
                  <a:lumMod val="20000"/>
                  <a:lumOff val="80000"/>
                  <a:alpha val="84999"/>
                </a:schemeClr>
              </a:gs>
              <a:gs pos="89000">
                <a:schemeClr val="accent6">
                  <a:lumMod val="20000"/>
                  <a:lumOff val="80000"/>
                  <a:alpha val="84999"/>
                </a:schemeClr>
              </a:gs>
            </a:gsLst>
            <a:lin ang="162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821249347" name=""/>
          <p:cNvSpPr/>
          <p:nvPr/>
        </p:nvSpPr>
        <p:spPr bwMode="auto">
          <a:xfrm rot="0" flipH="0" flipV="0">
            <a:off x="2639667" y="4782909"/>
            <a:ext cx="3192489" cy="20682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3640"/>
                </a:moveTo>
                <a:lnTo>
                  <a:pt x="36917" y="0"/>
                </a:lnTo>
                <a:lnTo>
                  <a:pt x="43200" y="43200"/>
                </a:lnTo>
                <a:lnTo>
                  <a:pt x="22923" y="27994"/>
                </a:lnTo>
                <a:lnTo>
                  <a:pt x="0" y="13640"/>
                </a:lnTo>
                <a:close/>
              </a:path>
            </a:pathLst>
          </a:custGeom>
          <a:gradFill>
            <a:gsLst>
              <a:gs pos="17000">
                <a:schemeClr val="accent5">
                  <a:lumMod val="40000"/>
                  <a:lumOff val="60000"/>
                  <a:alpha val="62000"/>
                </a:schemeClr>
              </a:gs>
              <a:gs pos="47000">
                <a:schemeClr val="accent2">
                  <a:lumMod val="20000"/>
                  <a:lumOff val="80000"/>
                  <a:alpha val="62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78533217" name=""/>
          <p:cNvSpPr/>
          <p:nvPr/>
        </p:nvSpPr>
        <p:spPr bwMode="auto">
          <a:xfrm rot="0" flipH="0" flipV="0">
            <a:off x="7913885" y="5293177"/>
            <a:ext cx="1211034" cy="126597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2620" y="0"/>
                </a:moveTo>
                <a:lnTo>
                  <a:pt x="43200" y="695"/>
                </a:lnTo>
                <a:lnTo>
                  <a:pt x="42660" y="43200"/>
                </a:lnTo>
                <a:lnTo>
                  <a:pt x="0" y="17179"/>
                </a:lnTo>
                <a:lnTo>
                  <a:pt x="1262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84999"/>
                </a:schemeClr>
              </a:gs>
              <a:gs pos="67000">
                <a:schemeClr val="accent5">
                  <a:lumMod val="20000"/>
                  <a:lumOff val="80000"/>
                  <a:alpha val="84999"/>
                </a:schemeClr>
              </a:gs>
              <a:gs pos="87000">
                <a:schemeClr val="accent5">
                  <a:lumMod val="20000"/>
                  <a:lumOff val="80000"/>
                  <a:alpha val="84999"/>
                </a:schemeClr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84911166" name=""/>
          <p:cNvSpPr/>
          <p:nvPr/>
        </p:nvSpPr>
        <p:spPr bwMode="auto">
          <a:xfrm rot="0" flipH="0" flipV="0">
            <a:off x="6701195" y="4755695"/>
            <a:ext cx="1569386" cy="127206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18097"/>
                </a:moveTo>
                <a:cubicBezTo>
                  <a:pt x="43200" y="18097"/>
                  <a:pt x="33291" y="34848"/>
                  <a:pt x="33291" y="34848"/>
                </a:cubicBezTo>
                <a:cubicBezTo>
                  <a:pt x="33291" y="34848"/>
                  <a:pt x="19747" y="43200"/>
                  <a:pt x="19747" y="43200"/>
                </a:cubicBezTo>
                <a:cubicBezTo>
                  <a:pt x="19747" y="43200"/>
                  <a:pt x="0" y="0"/>
                  <a:pt x="0" y="0"/>
                </a:cubicBezTo>
                <a:cubicBezTo>
                  <a:pt x="0" y="0"/>
                  <a:pt x="43200" y="18097"/>
                  <a:pt x="43200" y="18097"/>
                </a:cubicBezTo>
                <a:close/>
              </a:path>
            </a:pathLst>
          </a:custGeom>
          <a:gradFill>
            <a:gsLst>
              <a:gs pos="6000">
                <a:schemeClr val="accent5">
                  <a:lumMod val="40000"/>
                  <a:lumOff val="60000"/>
                  <a:alpha val="69000"/>
                </a:schemeClr>
              </a:gs>
              <a:gs pos="57000">
                <a:schemeClr val="accent1">
                  <a:lumMod val="20000"/>
                  <a:lumOff val="80000"/>
                  <a:alpha val="69000"/>
                </a:schemeClr>
              </a:gs>
              <a:gs pos="93000">
                <a:schemeClr val="bg1">
                  <a:alpha val="69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21658153" name=""/>
          <p:cNvSpPr/>
          <p:nvPr/>
        </p:nvSpPr>
        <p:spPr bwMode="auto">
          <a:xfrm rot="5705731" flipH="1" flipV="0">
            <a:off x="7635012" y="6041266"/>
            <a:ext cx="1042655" cy="55536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7067"/>
                </a:moveTo>
                <a:lnTo>
                  <a:pt x="30201" y="0"/>
                </a:lnTo>
                <a:lnTo>
                  <a:pt x="43200" y="43200"/>
                </a:lnTo>
                <a:lnTo>
                  <a:pt x="0" y="37067"/>
                </a:lnTo>
                <a:close/>
              </a:path>
            </a:pathLst>
          </a:custGeom>
          <a:gradFill>
            <a:gsLst>
              <a:gs pos="16000">
                <a:schemeClr val="accent5">
                  <a:lumMod val="20000"/>
                  <a:lumOff val="80000"/>
                </a:schemeClr>
              </a:gs>
              <a:gs pos="86000">
                <a:schemeClr val="accent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8386449" name=""/>
          <p:cNvSpPr/>
          <p:nvPr/>
        </p:nvSpPr>
        <p:spPr bwMode="auto">
          <a:xfrm rot="5399976" flipH="0" flipV="0">
            <a:off x="10424985" y="5657861"/>
            <a:ext cx="608977" cy="1791282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4133"/>
                </a:moveTo>
                <a:lnTo>
                  <a:pt x="43118" y="0"/>
                </a:lnTo>
                <a:lnTo>
                  <a:pt x="43200" y="43200"/>
                </a:lnTo>
                <a:lnTo>
                  <a:pt x="0" y="24133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2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30257625" name=""/>
          <p:cNvSpPr/>
          <p:nvPr/>
        </p:nvSpPr>
        <p:spPr bwMode="auto">
          <a:xfrm rot="5799100" flipH="0" flipV="0">
            <a:off x="9423652" y="5045917"/>
            <a:ext cx="918252" cy="163955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35844" y="0"/>
                </a:lnTo>
                <a:lnTo>
                  <a:pt x="43200" y="23424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60000"/>
                  <a:lumOff val="40000"/>
                  <a:alpha val="60000"/>
                </a:schemeClr>
              </a:gs>
              <a:gs pos="35000">
                <a:schemeClr val="accent2">
                  <a:lumMod val="40000"/>
                  <a:lumOff val="60000"/>
                  <a:alpha val="60000"/>
                </a:schemeClr>
              </a:gs>
              <a:gs pos="86000">
                <a:schemeClr val="accent6">
                  <a:lumMod val="20000"/>
                  <a:lumOff val="80000"/>
                  <a:alpha val="6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864781" name=""/>
          <p:cNvSpPr/>
          <p:nvPr/>
        </p:nvSpPr>
        <p:spPr bwMode="auto">
          <a:xfrm rot="0">
            <a:off x="2818" y="5750294"/>
            <a:ext cx="1519200" cy="60081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6205"/>
                </a:moveTo>
                <a:cubicBezTo>
                  <a:pt x="43200" y="6205"/>
                  <a:pt x="0" y="43200"/>
                  <a:pt x="0" y="43200"/>
                </a:cubicBezTo>
                <a:cubicBezTo>
                  <a:pt x="0" y="43200"/>
                  <a:pt x="0" y="0"/>
                  <a:pt x="0" y="0"/>
                </a:cubicBezTo>
                <a:cubicBezTo>
                  <a:pt x="0" y="0"/>
                  <a:pt x="43200" y="6205"/>
                  <a:pt x="43200" y="6205"/>
                </a:cubicBez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8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98718864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8" y="1233486"/>
            <a:ext cx="10515600" cy="1814510"/>
          </a:xfrm>
        </p:spPr>
        <p:txBody>
          <a:bodyPr anchor="b"/>
          <a:lstStyle>
            <a:lvl1pPr algn="ctr">
              <a:defRPr sz="56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9518420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7" y="3047998"/>
            <a:ext cx="10515600" cy="12001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626943854" name="Freeform: Shape 76"/>
          <p:cNvSpPr/>
          <p:nvPr/>
        </p:nvSpPr>
        <p:spPr bwMode="auto">
          <a:xfrm rot="7877767" flipH="0" flipV="1">
            <a:off x="222984" y="5133744"/>
            <a:ext cx="2422669" cy="168581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3200" y="0"/>
                </a:moveTo>
                <a:lnTo>
                  <a:pt x="29315" y="43200"/>
                </a:lnTo>
                <a:lnTo>
                  <a:pt x="0" y="35681"/>
                </a:lnTo>
                <a:lnTo>
                  <a:pt x="18774" y="20897"/>
                </a:lnTo>
                <a:lnTo>
                  <a:pt x="43200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84999"/>
                </a:schemeClr>
              </a:gs>
              <a:gs pos="82000">
                <a:schemeClr val="accent2">
                  <a:lumMod val="20000"/>
                  <a:lumOff val="80000"/>
                  <a:alpha val="84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094663279" name=""/>
          <p:cNvSpPr/>
          <p:nvPr/>
        </p:nvSpPr>
        <p:spPr bwMode="auto">
          <a:xfrm rot="0" flipH="0" flipV="0">
            <a:off x="0" y="6300105"/>
            <a:ext cx="1775112" cy="557892"/>
          </a:xfrm>
          <a:prstGeom prst="rtTriangle">
            <a:avLst/>
          </a:prstGeom>
          <a:gradFill>
            <a:gsLst>
              <a:gs pos="28000">
                <a:schemeClr val="accent5">
                  <a:lumMod val="20000"/>
                  <a:lumOff val="80000"/>
                  <a:alpha val="99999"/>
                </a:schemeClr>
              </a:gs>
              <a:gs pos="100000">
                <a:schemeClr val="accent1">
                  <a:lumMod val="20000"/>
                  <a:lumOff val="80000"/>
                  <a:alpha val="9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348134" name=""/>
          <p:cNvSpPr/>
          <p:nvPr/>
        </p:nvSpPr>
        <p:spPr bwMode="auto">
          <a:xfrm rot="0" flipH="1" flipV="0">
            <a:off x="2582317" y="6121976"/>
            <a:ext cx="1775112" cy="73602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80000"/>
                </a:schemeClr>
              </a:gs>
              <a:gs pos="69000">
                <a:schemeClr val="bg1"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70881937" name=""/>
          <p:cNvSpPr/>
          <p:nvPr/>
        </p:nvSpPr>
        <p:spPr bwMode="auto">
          <a:xfrm rot="0" flipH="1" flipV="0">
            <a:off x="5684061" y="5762623"/>
            <a:ext cx="2251980" cy="1095373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503380735" name="Freeform: Shape 76"/>
          <p:cNvSpPr/>
          <p:nvPr/>
        </p:nvSpPr>
        <p:spPr bwMode="auto">
          <a:xfrm rot="0" flipH="0" flipV="1">
            <a:off x="4299534" y="5980338"/>
            <a:ext cx="1539063" cy="87765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3" y="0"/>
                </a:moveTo>
                <a:lnTo>
                  <a:pt x="43200" y="0"/>
                </a:lnTo>
                <a:lnTo>
                  <a:pt x="14190" y="43200"/>
                </a:lnTo>
                <a:lnTo>
                  <a:pt x="0" y="36501"/>
                </a:lnTo>
                <a:lnTo>
                  <a:pt x="36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27000">
                <a:schemeClr val="accent2">
                  <a:lumMod val="20000"/>
                  <a:lumOff val="80000"/>
                </a:schemeClr>
              </a:gs>
              <a:gs pos="85000">
                <a:schemeClr val="accent5">
                  <a:lumMod val="40000"/>
                  <a:lumOff val="60000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91504953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2248" y="6356349"/>
            <a:ext cx="4114800" cy="365123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764457" name=""/>
          <p:cNvSpPr/>
          <p:nvPr/>
        </p:nvSpPr>
        <p:spPr bwMode="auto">
          <a:xfrm rot="5399976" flipH="0" flipV="1">
            <a:off x="8556797" y="5576767"/>
            <a:ext cx="557878" cy="2004570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6000">
                <a:schemeClr val="accent5">
                  <a:lumMod val="20000"/>
                  <a:lumOff val="80000"/>
                </a:schemeClr>
              </a:gs>
              <a:gs pos="98000">
                <a:schemeClr val="accent6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100212" name=""/>
          <p:cNvSpPr/>
          <p:nvPr/>
        </p:nvSpPr>
        <p:spPr bwMode="auto">
          <a:xfrm rot="0" flipH="0" flipV="1">
            <a:off x="9831216" y="6259284"/>
            <a:ext cx="796016" cy="59190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369" y="40220"/>
                </a:moveTo>
                <a:lnTo>
                  <a:pt x="0" y="0"/>
                </a:lnTo>
                <a:lnTo>
                  <a:pt x="43200" y="43200"/>
                </a:lnTo>
                <a:lnTo>
                  <a:pt x="369" y="4022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31000">
                <a:schemeClr val="accent2">
                  <a:lumMod val="20000"/>
                  <a:lumOff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6012818" name=""/>
          <p:cNvSpPr/>
          <p:nvPr/>
        </p:nvSpPr>
        <p:spPr bwMode="auto">
          <a:xfrm rot="0" flipH="0" flipV="0">
            <a:off x="10640841" y="6252480"/>
            <a:ext cx="1551155" cy="60551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43200" y="0"/>
                </a:lnTo>
                <a:lnTo>
                  <a:pt x="43200" y="43200"/>
                </a:lnTo>
                <a:lnTo>
                  <a:pt x="26715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20000">
                <a:schemeClr val="accent1">
                  <a:lumMod val="20000"/>
                  <a:lumOff val="80000"/>
                  <a:alpha val="49999"/>
                </a:schemeClr>
              </a:gs>
              <a:gs pos="70000">
                <a:schemeClr val="accent2">
                  <a:lumMod val="20000"/>
                  <a:lumOff val="8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75048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038498610" name=""/>
          <p:cNvSpPr/>
          <p:nvPr/>
        </p:nvSpPr>
        <p:spPr bwMode="auto">
          <a:xfrm rot="5399976" flipH="0" flipV="1">
            <a:off x="11479903" y="5536903"/>
            <a:ext cx="383299" cy="104088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43200" y="0"/>
                </a:lnTo>
                <a:lnTo>
                  <a:pt x="43200" y="43109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  <a:alpha val="70000"/>
                </a:schemeClr>
              </a:gs>
              <a:gs pos="24000">
                <a:schemeClr val="accent6">
                  <a:lumMod val="20000"/>
                  <a:lumOff val="80000"/>
                  <a:alpha val="70000"/>
                </a:schemeClr>
              </a:gs>
              <a:gs pos="88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062464" name=""/>
          <p:cNvSpPr/>
          <p:nvPr/>
        </p:nvSpPr>
        <p:spPr bwMode="auto">
          <a:xfrm rot="0" flipH="1" flipV="0">
            <a:off x="1789383" y="5440258"/>
            <a:ext cx="937845" cy="140308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18159"/>
                </a:moveTo>
                <a:lnTo>
                  <a:pt x="4033" y="0"/>
                </a:lnTo>
                <a:lnTo>
                  <a:pt x="43200" y="43200"/>
                </a:lnTo>
                <a:lnTo>
                  <a:pt x="0" y="18159"/>
                </a:lnTo>
                <a:close/>
              </a:path>
            </a:pathLst>
          </a:custGeom>
          <a:gradFill>
            <a:gsLst>
              <a:gs pos="32000">
                <a:schemeClr val="accent5">
                  <a:lumMod val="20000"/>
                  <a:lumOff val="80000"/>
                  <a:alpha val="80000"/>
                </a:schemeClr>
              </a:gs>
              <a:gs pos="56000">
                <a:schemeClr val="accent1">
                  <a:lumMod val="20000"/>
                  <a:lumOff val="80000"/>
                  <a:alpha val="80000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872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pic>
        <p:nvPicPr>
          <p:cNvPr id="1263550096" name=""/>
          <p:cNvPicPr>
            <a:picLocks noChangeAspect="1"/>
          </p:cNvPicPr>
          <p:nvPr/>
        </p:nvPicPr>
        <p:blipFill rotWithShape="1">
          <a:blip r:embed="rId2">
            <a:alphaModFix amt="58999"/>
          </a:blip>
          <a:srcRect l="48046" t="35143" r="0" b="0"/>
          <a:stretch/>
        </p:blipFill>
        <p:spPr bwMode="auto">
          <a:xfrm flipH="0" flipV="0">
            <a:off x="0" y="0"/>
            <a:ext cx="12191964" cy="26860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34000">
              <a:schemeClr val="bg1"/>
            </a:gs>
            <a:gs pos="68000">
              <a:schemeClr val="bg1"/>
            </a:gs>
            <a:gs pos="100000">
              <a:schemeClr val="accent5">
                <a:lumMod val="20000"/>
                <a:lumOff val="80000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52001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6169010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2554399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761986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7561817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24136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427406737" name=""/>
          <p:cNvSpPr/>
          <p:nvPr/>
        </p:nvSpPr>
        <p:spPr bwMode="auto">
          <a:xfrm rot="10799952" flipH="1" flipV="1">
            <a:off x="10043536" y="13"/>
            <a:ext cx="2148439" cy="16625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028486" name=""/>
          <p:cNvSpPr/>
          <p:nvPr/>
        </p:nvSpPr>
        <p:spPr bwMode="auto">
          <a:xfrm rot="0" flipH="1" flipV="0">
            <a:off x="10514044" y="28"/>
            <a:ext cx="1677951" cy="9167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215852" name=""/>
          <p:cNvSpPr/>
          <p:nvPr/>
        </p:nvSpPr>
        <p:spPr bwMode="auto">
          <a:xfrm rot="16199998" flipH="0" flipV="0">
            <a:off x="9704413" y="-697050"/>
            <a:ext cx="632112" cy="200889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34894529" name=""/>
          <p:cNvSpPr/>
          <p:nvPr/>
        </p:nvSpPr>
        <p:spPr bwMode="auto">
          <a:xfrm rot="0" flipH="1" flipV="0">
            <a:off x="11326500" y="916809"/>
            <a:ext cx="865467" cy="135013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bg>
      <p:bgPr shadeToTitle="0">
        <a:gradFill>
          <a:gsLst>
            <a:gs pos="0">
              <a:schemeClr val="accent2">
                <a:lumMod val="20000"/>
                <a:lumOff val="80000"/>
                <a:alpha val="49999"/>
              </a:schemeClr>
            </a:gs>
            <a:gs pos="50000">
              <a:srgbClr val="FFFFFF">
                <a:alpha val="49999"/>
              </a:srgbClr>
            </a:gs>
            <a:gs pos="75000">
              <a:schemeClr val="bg1">
                <a:alpha val="49999"/>
              </a:schemeClr>
            </a:gs>
            <a:gs pos="100000">
              <a:schemeClr val="accent1">
                <a:lumMod val="20000"/>
                <a:lumOff val="80000"/>
                <a:alpha val="49999"/>
              </a:schemeClr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389727" name="Title 1"/>
          <p:cNvSpPr>
            <a:spLocks noGrp="1"/>
          </p:cNvSpPr>
          <p:nvPr>
            <p:ph type="title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50385732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7" y="1681162"/>
            <a:ext cx="5157785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5284083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4167382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03223227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5882358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49371785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686806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25338527" name=""/>
          <p:cNvSpPr/>
          <p:nvPr/>
        </p:nvSpPr>
        <p:spPr bwMode="auto">
          <a:xfrm rot="10799952" flipH="1" flipV="1">
            <a:off x="10043536" y="12"/>
            <a:ext cx="2148439" cy="1662531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54"/>
                </a:moveTo>
                <a:lnTo>
                  <a:pt x="43051" y="0"/>
                </a:lnTo>
                <a:lnTo>
                  <a:pt x="43200" y="35604"/>
                </a:lnTo>
                <a:lnTo>
                  <a:pt x="25653" y="43200"/>
                </a:lnTo>
                <a:lnTo>
                  <a:pt x="0" y="54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40000"/>
                </a:schemeClr>
              </a:gs>
              <a:gs pos="52000">
                <a:schemeClr val="accent2">
                  <a:lumMod val="20000"/>
                  <a:lumOff val="80000"/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414385" name=""/>
          <p:cNvSpPr/>
          <p:nvPr/>
        </p:nvSpPr>
        <p:spPr bwMode="auto">
          <a:xfrm rot="0" flipH="1" flipV="0">
            <a:off x="10514043" y="27"/>
            <a:ext cx="1677951" cy="916779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9376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44000">
                <a:schemeClr val="accent2">
                  <a:lumMod val="20000"/>
                  <a:lumOff val="80000"/>
                  <a:alpha val="70000"/>
                </a:schemeClr>
              </a:gs>
              <a:gs pos="100000">
                <a:schemeClr val="accent5">
                  <a:lumMod val="40000"/>
                  <a:lumOff val="60000"/>
                  <a:alpha val="70000"/>
                </a:schemeClr>
              </a:gs>
            </a:gsLst>
            <a:lin ang="6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22038901" name=""/>
          <p:cNvSpPr/>
          <p:nvPr/>
        </p:nvSpPr>
        <p:spPr bwMode="auto">
          <a:xfrm rot="16199998" flipH="0" flipV="0">
            <a:off x="9704413" y="-697050"/>
            <a:ext cx="632111" cy="2008895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42607" y="43200"/>
                </a:moveTo>
                <a:cubicBezTo>
                  <a:pt x="42607" y="43200"/>
                  <a:pt x="43199" y="43014"/>
                  <a:pt x="43199" y="43014"/>
                </a:cubicBezTo>
                <a:cubicBezTo>
                  <a:pt x="43199" y="43014"/>
                  <a:pt x="42604" y="43099"/>
                  <a:pt x="42604" y="43099"/>
                </a:cubicBezTo>
                <a:cubicBezTo>
                  <a:pt x="42604" y="43099"/>
                  <a:pt x="0" y="32213"/>
                  <a:pt x="0" y="32213"/>
                </a:cubicBezTo>
                <a:cubicBezTo>
                  <a:pt x="0" y="32213"/>
                  <a:pt x="42607" y="0"/>
                  <a:pt x="42607" y="0"/>
                </a:cubicBezTo>
                <a:cubicBezTo>
                  <a:pt x="42607" y="0"/>
                  <a:pt x="42607" y="43200"/>
                  <a:pt x="42607" y="43200"/>
                </a:cubicBezTo>
                <a:close/>
              </a:path>
            </a:pathLst>
          </a:custGeom>
          <a:gradFill>
            <a:gsLst>
              <a:gs pos="20000">
                <a:schemeClr val="accent2">
                  <a:lumMod val="20000"/>
                  <a:lumOff val="80000"/>
                  <a:alpha val="49999"/>
                </a:schemeClr>
              </a:gs>
              <a:gs pos="66000">
                <a:schemeClr val="accent5">
                  <a:lumMod val="20000"/>
                  <a:lumOff val="80000"/>
                  <a:alpha val="4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01560080" name=""/>
          <p:cNvSpPr/>
          <p:nvPr/>
        </p:nvSpPr>
        <p:spPr bwMode="auto">
          <a:xfrm rot="0" flipH="1" flipV="0">
            <a:off x="11326500" y="916808"/>
            <a:ext cx="865467" cy="135013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0" y="0"/>
                </a:lnTo>
                <a:lnTo>
                  <a:pt x="43200" y="2383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58999"/>
                </a:schemeClr>
              </a:gs>
              <a:gs pos="68000">
                <a:schemeClr val="accent1">
                  <a:lumMod val="20000"/>
                  <a:lumOff val="80000"/>
                  <a:alpha val="58999"/>
                </a:schemeClr>
              </a:gs>
              <a:gs pos="98000">
                <a:schemeClr val="accent5">
                  <a:lumMod val="20000"/>
                  <a:lumOff val="80000"/>
                  <a:alpha val="58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4000">
              <a:srgbClr val="FFFFFF"/>
            </a:gs>
          </a:gsLst>
          <a:lin ang="14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900556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35513257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64337474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786761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5309675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9484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497302564" name="Freeform: Shape 76"/>
          <p:cNvSpPr/>
          <p:nvPr/>
        </p:nvSpPr>
        <p:spPr bwMode="auto">
          <a:xfrm rot="16199969" flipH="1" flipV="0">
            <a:off x="96166" y="-96157"/>
            <a:ext cx="965665" cy="1157996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" y="0"/>
                </a:moveTo>
                <a:lnTo>
                  <a:pt x="43200" y="0"/>
                </a:lnTo>
                <a:lnTo>
                  <a:pt x="43200" y="0"/>
                </a:lnTo>
                <a:lnTo>
                  <a:pt x="0" y="43200"/>
                </a:lnTo>
                <a:lnTo>
                  <a:pt x="19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49999"/>
                </a:schemeClr>
              </a:gs>
              <a:gs pos="64000">
                <a:schemeClr val="accent2">
                  <a:lumMod val="20000"/>
                  <a:lumOff val="80000"/>
                  <a:alpha val="49999"/>
                </a:schemeClr>
              </a:gs>
              <a:gs pos="100000">
                <a:schemeClr val="bg2">
                  <a:alpha val="49999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11000">
              <a:schemeClr val="bg1">
                <a:alpha val="49999"/>
              </a:schemeClr>
            </a:gs>
            <a:gs pos="41000">
              <a:schemeClr val="bg1">
                <a:alpha val="49999"/>
              </a:schemeClr>
            </a:gs>
            <a:gs pos="90000">
              <a:schemeClr val="accent2">
                <a:lumMod val="20000"/>
                <a:lumOff val="80000"/>
                <a:alpha val="49999"/>
              </a:schemeClr>
            </a:gs>
          </a:gsLst>
          <a:lin ang="156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3310619" name="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2336047"/>
            <a:ext cx="12191998" cy="4515143"/>
          </a:xfrm>
          <a:prstGeom prst="rect">
            <a:avLst/>
          </a:prstGeom>
        </p:spPr>
      </p:pic>
      <p:sp>
        <p:nvSpPr>
          <p:cNvPr id="1221822557" name=""/>
          <p:cNvSpPr/>
          <p:nvPr/>
        </p:nvSpPr>
        <p:spPr bwMode="auto">
          <a:xfrm rot="0" flipH="0" flipV="0">
            <a:off x="0" y="5429250"/>
            <a:ext cx="2762248" cy="1428750"/>
          </a:xfrm>
          <a:prstGeom prst="rtTriangle">
            <a:avLst/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2">
                  <a:lumMod val="20000"/>
                  <a:lumOff val="80000"/>
                </a:schemeClr>
              </a:gs>
              <a:gs pos="100000">
                <a:srgbClr val="FFFF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13629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  <a:lvl6pPr algn="ctr">
              <a:defRPr/>
            </a:lvl6pPr>
            <a:lvl7pPr algn="ctr">
              <a:defRPr/>
            </a:lvl7pPr>
            <a:lvl8pPr algn="ctr">
              <a:defRPr/>
            </a:lvl8pPr>
            <a:lvl9pPr algn="ctr">
              <a:defRPr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1425431" name=""/>
          <p:cNvSpPr/>
          <p:nvPr/>
        </p:nvSpPr>
        <p:spPr bwMode="auto">
          <a:xfrm rot="0" flipH="0" flipV="0">
            <a:off x="7540960" y="4755469"/>
            <a:ext cx="4674286" cy="2102527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25301"/>
                </a:moveTo>
                <a:lnTo>
                  <a:pt x="25484" y="0"/>
                </a:lnTo>
                <a:lnTo>
                  <a:pt x="43200" y="20889"/>
                </a:lnTo>
                <a:lnTo>
                  <a:pt x="8868" y="43200"/>
                </a:lnTo>
                <a:lnTo>
                  <a:pt x="0" y="25301"/>
                </a:lnTo>
                <a:close/>
              </a:path>
            </a:pathLst>
          </a:custGeom>
          <a:gradFill>
            <a:gsLst>
              <a:gs pos="4000">
                <a:schemeClr val="accent6">
                  <a:lumMod val="20000"/>
                  <a:lumOff val="80000"/>
                  <a:alpha val="99999"/>
                </a:schemeClr>
              </a:gs>
              <a:gs pos="52000">
                <a:schemeClr val="accent2">
                  <a:lumMod val="20000"/>
                  <a:lumOff val="80000"/>
                  <a:alpha val="99999"/>
                </a:schemeClr>
              </a:gs>
              <a:gs pos="100000">
                <a:schemeClr val="accent5">
                  <a:lumMod val="40000"/>
                  <a:lumOff val="60000"/>
                  <a:alpha val="99999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4976495" name="Freeform: Shape 76"/>
          <p:cNvSpPr/>
          <p:nvPr/>
        </p:nvSpPr>
        <p:spPr bwMode="auto">
          <a:xfrm rot="0" flipH="0" flipV="0">
            <a:off x="8505598" y="5238748"/>
            <a:ext cx="2650930" cy="16124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1092" y="509"/>
                </a:moveTo>
                <a:lnTo>
                  <a:pt x="43199" y="0"/>
                </a:lnTo>
                <a:lnTo>
                  <a:pt x="20095" y="32664"/>
                </a:lnTo>
                <a:lnTo>
                  <a:pt x="0" y="43200"/>
                </a:lnTo>
                <a:lnTo>
                  <a:pt x="11092" y="509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40000"/>
                  <a:lumOff val="60000"/>
                  <a:alpha val="60000"/>
                </a:schemeClr>
              </a:gs>
              <a:gs pos="50000">
                <a:schemeClr val="accent2">
                  <a:lumMod val="20000"/>
                  <a:lumOff val="80000"/>
                  <a:alpha val="60000"/>
                </a:schemeClr>
              </a:gs>
              <a:gs pos="79000">
                <a:schemeClr val="bg1">
                  <a:lumMod val="95000"/>
                  <a:alpha val="60000"/>
                </a:schemeClr>
              </a:gs>
            </a:gsLst>
            <a:lin ang="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1474167151" name=""/>
          <p:cNvSpPr/>
          <p:nvPr/>
        </p:nvSpPr>
        <p:spPr bwMode="auto">
          <a:xfrm rot="0" flipH="1" flipV="0">
            <a:off x="4995298" y="5988503"/>
            <a:ext cx="2038348" cy="86949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10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28000">
                <a:schemeClr val="accent2">
                  <a:lumMod val="20000"/>
                  <a:lumOff val="80000"/>
                  <a:alpha val="99999"/>
                </a:schemeClr>
              </a:gs>
              <a:gs pos="69000">
                <a:schemeClr val="bg1"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856337" name=""/>
          <p:cNvSpPr/>
          <p:nvPr/>
        </p:nvSpPr>
        <p:spPr bwMode="auto">
          <a:xfrm rot="0" flipH="1" flipV="0">
            <a:off x="8439148" y="5762624"/>
            <a:ext cx="3752847" cy="1095372"/>
          </a:xfrm>
          <a:prstGeom prst="rtTriangle">
            <a:avLst/>
          </a:prstGeom>
          <a:gradFill>
            <a:gsLst>
              <a:gs pos="18000">
                <a:schemeClr val="accent2">
                  <a:lumMod val="20000"/>
                  <a:lumOff val="80000"/>
                  <a:alpha val="99999"/>
                </a:schemeClr>
              </a:gs>
              <a:gs pos="52000">
                <a:schemeClr val="accent6">
                  <a:lumMod val="20000"/>
                  <a:lumOff val="80000"/>
                  <a:alpha val="99999"/>
                </a:schemeClr>
              </a:gs>
              <a:gs pos="86000">
                <a:schemeClr val="accent2">
                  <a:lumMod val="20000"/>
                  <a:lumOff val="80000"/>
                  <a:alpha val="99999"/>
                </a:schemeClr>
              </a:gs>
            </a:gsLst>
            <a:lin ang="189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639189916" name="Freeform: Shape 76"/>
          <p:cNvSpPr/>
          <p:nvPr/>
        </p:nvSpPr>
        <p:spPr bwMode="auto">
          <a:xfrm rot="0" flipH="0" flipV="1">
            <a:off x="6976498" y="5981698"/>
            <a:ext cx="1529100" cy="8762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83" y="0"/>
                </a:moveTo>
                <a:lnTo>
                  <a:pt x="43200" y="0"/>
                </a:lnTo>
                <a:lnTo>
                  <a:pt x="17221" y="43200"/>
                </a:lnTo>
                <a:lnTo>
                  <a:pt x="0" y="42260"/>
                </a:lnTo>
                <a:lnTo>
                  <a:pt x="83" y="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  <a:alpha val="99999"/>
                </a:schemeClr>
              </a:gs>
              <a:gs pos="27000">
                <a:schemeClr val="accent2">
                  <a:lumMod val="20000"/>
                  <a:lumOff val="80000"/>
                  <a:alpha val="99999"/>
                </a:schemeClr>
              </a:gs>
              <a:gs pos="85000">
                <a:schemeClr val="accent5">
                  <a:lumMod val="40000"/>
                  <a:lumOff val="60000"/>
                  <a:alpha val="99999"/>
                </a:schemeClr>
              </a:gs>
            </a:gsLst>
            <a:lin ang="3600000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/>
          </a:p>
        </p:txBody>
      </p:sp>
      <p:sp>
        <p:nvSpPr>
          <p:cNvPr id="76863528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112751707" name=""/>
          <p:cNvSpPr/>
          <p:nvPr/>
        </p:nvSpPr>
        <p:spPr bwMode="auto">
          <a:xfrm rot="16199998" flipH="0" flipV="0">
            <a:off x="11077573" y="4648199"/>
            <a:ext cx="1181098" cy="1047748"/>
          </a:xfrm>
          <a:prstGeom prst="triangle">
            <a:avLst>
              <a:gd name="adj" fmla="val 4758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4400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153564" name=""/>
          <p:cNvSpPr/>
          <p:nvPr/>
        </p:nvSpPr>
        <p:spPr bwMode="auto">
          <a:xfrm rot="0" flipH="0" flipV="1">
            <a:off x="1509148" y="6210298"/>
            <a:ext cx="2529450" cy="647698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19448" y="0"/>
                </a:moveTo>
                <a:lnTo>
                  <a:pt x="43200" y="0"/>
                </a:lnTo>
                <a:lnTo>
                  <a:pt x="37740" y="40658"/>
                </a:lnTo>
                <a:lnTo>
                  <a:pt x="0" y="43200"/>
                </a:lnTo>
                <a:lnTo>
                  <a:pt x="19448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7142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7317639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3759788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7710869" name=""/>
          <p:cNvSpPr/>
          <p:nvPr/>
        </p:nvSpPr>
        <p:spPr bwMode="auto">
          <a:xfrm rot="0" flipH="0" flipV="0">
            <a:off x="3699898" y="6243203"/>
            <a:ext cx="1333498" cy="614794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43200"/>
                </a:moveTo>
                <a:lnTo>
                  <a:pt x="262" y="0"/>
                </a:lnTo>
                <a:lnTo>
                  <a:pt x="43200" y="43200"/>
                </a:lnTo>
                <a:lnTo>
                  <a:pt x="0" y="43200"/>
                </a:lnTo>
                <a:close/>
              </a:path>
            </a:pathLst>
          </a:cu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0342534" name=""/>
          <p:cNvSpPr/>
          <p:nvPr/>
        </p:nvSpPr>
        <p:spPr bwMode="auto">
          <a:xfrm rot="0" flipH="0" flipV="0">
            <a:off x="1509148" y="5731328"/>
            <a:ext cx="1581148" cy="514348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21142696" name=""/>
          <p:cNvSpPr/>
          <p:nvPr/>
        </p:nvSpPr>
        <p:spPr bwMode="auto">
          <a:xfrm rot="0" flipH="0" flipV="1">
            <a:off x="684659" y="5736909"/>
            <a:ext cx="1635123" cy="507998"/>
          </a:xfrm>
          <a:custGeom>
            <a:avLst>
              <a:gd name="adj" fmla="val 50000"/>
            </a:avLst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39147"/>
                </a:moveTo>
                <a:lnTo>
                  <a:pt x="22229" y="0"/>
                </a:lnTo>
                <a:lnTo>
                  <a:pt x="43200" y="43200"/>
                </a:lnTo>
                <a:lnTo>
                  <a:pt x="0" y="39147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44000">
                <a:schemeClr val="accent1">
                  <a:lumMod val="20000"/>
                  <a:lumOff val="80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7568464" name=""/>
          <p:cNvSpPr/>
          <p:nvPr/>
        </p:nvSpPr>
        <p:spPr bwMode="auto">
          <a:xfrm rot="0" flipH="0" flipV="0">
            <a:off x="168721" y="5514660"/>
            <a:ext cx="1317623" cy="273843"/>
          </a:xfrm>
          <a:custGeom>
            <a:avLst/>
            <a:gdLst/>
            <a:ahLst/>
            <a:cxnLst/>
            <a:rect l="0" t="0" r="r" b="b"/>
            <a:pathLst>
              <a:path w="43200" h="43200" fill="norm" stroke="1" extrusionOk="0">
                <a:moveTo>
                  <a:pt x="0" y="0"/>
                </a:moveTo>
                <a:lnTo>
                  <a:pt x="23420" y="10017"/>
                </a:lnTo>
                <a:lnTo>
                  <a:pt x="43200" y="40069"/>
                </a:lnTo>
                <a:lnTo>
                  <a:pt x="16809" y="4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108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81506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4508254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98188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969970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4139995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183186" y="457198"/>
            <a:ext cx="6172200" cy="541178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3320798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7863193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139209542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531154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1632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846822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06144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6774888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63329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1693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6544320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110172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8067645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151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5">
                <a:lumMod val="20000"/>
                <a:lumOff val="80000"/>
              </a:schemeClr>
            </a:gs>
            <a:gs pos="50000">
              <a:srgbClr val="FFFFFF"/>
            </a:gs>
          </a:gsLst>
          <a:lin ang="150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647125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84051749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buNone/>
              <a:defRPr sz="26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6114250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30.10.2013</a:t>
            </a:fld>
            <a:endParaRPr/>
          </a:p>
        </p:txBody>
      </p:sp>
      <p:sp>
        <p:nvSpPr>
          <p:cNvPr id="203501932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4425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599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766006" name="Title 1"/>
          <p:cNvSpPr>
            <a:spLocks noGrp="1"/>
          </p:cNvSpPr>
          <p:nvPr>
            <p:ph type="ctr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36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 Black"/>
                <a:ea typeface="Arial Black"/>
                <a:cs typeface="Arial Black"/>
              </a:rPr>
              <a:t>Выявление и прогнозирование факторов, формирующих уровень стресса: </a:t>
            </a:r>
            <a:r>
              <a:rPr lang="ru-RU" sz="36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 Black"/>
                <a:ea typeface="Arial Black"/>
                <a:cs typeface="Arial Black"/>
              </a:rPr>
              <a:t>Сравнительный анализ линейных и нелинейных регрессионных моделей.</a:t>
            </a:r>
            <a:endParaRPr lang="ru-RU" sz="3600"/>
          </a:p>
        </p:txBody>
      </p:sp>
      <p:sp>
        <p:nvSpPr>
          <p:cNvPr id="1824334165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332685" y="5492745"/>
            <a:ext cx="9526625" cy="1066801"/>
          </a:xfrm>
        </p:spPr>
        <p:txBody>
          <a:bodyPr/>
          <a:lstStyle/>
          <a:p>
            <a:pPr>
              <a:defRPr/>
            </a:pPr>
            <a:r>
              <a:rPr lang="ru-RU" sz="2400" b="1" i="0" u="none" strike="noStrike" cap="none" spc="0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Крамаренко К.А.</a:t>
            </a:r>
            <a:r>
              <a:rPr lang="ru-RU" b="1"/>
              <a:t> </a:t>
            </a:r>
            <a:r>
              <a:rPr lang="ru-RU" sz="2400" b="1" i="0" u="none" strike="noStrike" cap="none" spc="0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Маликов Н.К.</a:t>
            </a:r>
            <a:r>
              <a:rPr lang="ru-RU" sz="2400" b="1" i="0" u="none" strike="noStrike" cap="none" spc="0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 Михайлова К.В.</a:t>
            </a:r>
            <a:r>
              <a:rPr lang="ru-RU" sz="2400" b="1" i="0" u="none" strike="noStrike" cap="none" spc="0">
                <a:solidFill>
                  <a:schemeClr val="accent5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Черников В.М.</a:t>
            </a:r>
            <a:br>
              <a:rPr lang="ru-RU" b="1"/>
            </a:br>
            <a:r>
              <a:rPr lang="ru-RU" b="1"/>
              <a:t>ИТ-25-3 (ИАС-25-1)</a:t>
            </a:r>
            <a:endParaRPr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2876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739440"/>
            <a:ext cx="10515600" cy="50089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buFont typeface="Wingdings"/>
              <a:buChar char="ü"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 проекта</a:t>
            </a:r>
            <a:r>
              <a:rPr b="1"/>
              <a:t>:</a:t>
            </a:r>
            <a:br>
              <a:rPr/>
            </a:br>
            <a:r>
              <a:rPr lang="ru-RU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Разработать аналитическую модель для оценки и прогнозирования уровня стресса на основе физиологических, поведенческих и социально-психологических факторов</a:t>
            </a:r>
            <a:endParaRPr/>
          </a:p>
          <a:p>
            <a:pPr>
              <a:buFont typeface="Wingdings"/>
              <a:buChar char="ü"/>
              <a:defRPr/>
            </a:pPr>
            <a:endParaRPr/>
          </a:p>
          <a:p>
            <a:pPr>
              <a:buFont typeface="Wingdings"/>
              <a:buChar char="ü"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Объект исследования</a:t>
            </a:r>
            <a:r>
              <a:rPr b="1"/>
              <a:t>:</a:t>
            </a:r>
            <a:br>
              <a:rPr b="1"/>
            </a:br>
            <a:r>
              <a:rPr lang="ru-RU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Уровень стресса и психофизиологическое состояние людей различных возрастных и профессиональных групп</a:t>
            </a:r>
            <a:endParaRPr/>
          </a:p>
          <a:p>
            <a:pPr>
              <a:buFont typeface="Wingdings"/>
              <a:buChar char="ü"/>
              <a:defRPr/>
            </a:pPr>
            <a:endParaRPr/>
          </a:p>
          <a:p>
            <a:pPr>
              <a:buFont typeface="Wingdings"/>
              <a:buChar char="ü"/>
              <a:defRPr/>
            </a:pPr>
            <a:r>
              <a:rPr lang="ru-RU" sz="2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Предмет исследования</a:t>
            </a:r>
            <a:r>
              <a:rPr b="1"/>
              <a:t>:</a:t>
            </a:r>
            <a:br>
              <a:rPr b="1"/>
            </a:br>
            <a:r>
              <a:rPr lang="ru-RU" sz="2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Взаимосвязь между уровнем стресса и совокупностью физиологических, поведенческих и социально-психологических факторов</a:t>
            </a:r>
            <a:endParaRPr/>
          </a:p>
        </p:txBody>
      </p:sp>
      <p:sp>
        <p:nvSpPr>
          <p:cNvPr id="11445077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47376D-C974-AF21-CB8B-F30998EA1F3A}" type="slidenum">
              <a:rPr sz="200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28130" name="Title 1"/>
          <p:cNvSpPr>
            <a:spLocks noGrp="1"/>
          </p:cNvSpPr>
          <p:nvPr>
            <p:ph type="title"/>
          </p:nvPr>
        </p:nvSpPr>
        <p:spPr bwMode="auto">
          <a:xfrm>
            <a:off x="838198" y="164598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 sz="40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 Black"/>
                <a:ea typeface="Arial Black"/>
                <a:cs typeface="Arial Black"/>
              </a:rPr>
              <a:t>Задачи проекта </a:t>
            </a:r>
            <a:endParaRPr b="1"/>
          </a:p>
        </p:txBody>
      </p:sp>
      <p:sp>
        <p:nvSpPr>
          <p:cNvPr id="1547581159" name="Content Placeholder 2"/>
          <p:cNvSpPr>
            <a:spLocks noGrp="1"/>
          </p:cNvSpPr>
          <p:nvPr/>
        </p:nvSpPr>
        <p:spPr bwMode="auto">
          <a:xfrm flipH="0" flipV="0">
            <a:off x="754647" y="1308851"/>
            <a:ext cx="10515600" cy="453983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9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978" indent="-360978">
              <a:buFont typeface="Arial"/>
              <a:buAutoNum type="arabicPeriod"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Собрать и предобработать данные о факторах, влияющих на уровень стресса </a:t>
            </a:r>
            <a:endParaRPr lang="ru-RU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60978" indent="-360978">
              <a:buFont typeface="Arial"/>
              <a:buAutoNum type="arabicPeriod"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Провести описательный статистический анализ для выявления общих тенденций</a:t>
            </a:r>
            <a:endParaRPr lang="ru-RU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60978" indent="-360978">
              <a:buFont typeface="Arial"/>
              <a:buAutoNum type="arabicPeriod"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Сформулировать и статистически проверить гипотезы о влиянии отдельных факторов на уровень стресса</a:t>
            </a:r>
            <a:endParaRPr lang="ru-RU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60978" indent="-360978">
              <a:buFont typeface="Arial"/>
              <a:buAutoNum type="arabicPeriod"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Визуализировать результаты </a:t>
            </a:r>
            <a:endParaRPr lang="ru-RU" sz="25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360978" indent="-360978">
              <a:buFont typeface="Arial"/>
              <a:buAutoNum type="arabicPeriod"/>
              <a:defRPr/>
            </a:pPr>
            <a:r>
              <a:rPr lang="ru-RU" sz="25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Выявить наиболее значимые предикторы стресс</a:t>
            </a:r>
            <a:r>
              <a:rPr b="0"/>
              <a:t>а</a:t>
            </a:r>
            <a:endParaRPr sz="25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4495402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D0C21F4-6F41-D59D-553B-54F74CE2C32C}" type="slidenum">
              <a:rPr sz="20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89456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94855" y="592848"/>
            <a:ext cx="4107711" cy="1596552"/>
          </a:xfrm>
          <a:prstGeom prst="rect">
            <a:avLst/>
          </a:prstGeom>
        </p:spPr>
      </p:pic>
      <p:grpSp>
        <p:nvGrpSpPr>
          <p:cNvPr id="1871730409" name=""/>
          <p:cNvGrpSpPr/>
          <p:nvPr/>
        </p:nvGrpSpPr>
        <p:grpSpPr bwMode="auto">
          <a:xfrm rot="21352217" flipH="0" flipV="0">
            <a:off x="1143768" y="2821788"/>
            <a:ext cx="4239653" cy="1262062"/>
            <a:chOff x="0" y="0"/>
            <a:chExt cx="4239653" cy="1262062"/>
          </a:xfrm>
        </p:grpSpPr>
        <p:sp>
          <p:nvSpPr>
            <p:cNvPr id="486104456" name=""/>
            <p:cNvSpPr/>
            <p:nvPr/>
          </p:nvSpPr>
          <p:spPr bwMode="auto">
            <a:xfrm rot="0" flipH="0" flipV="0">
              <a:off x="250135" y="0"/>
              <a:ext cx="3733360" cy="1262062"/>
            </a:xfrm>
            <a:prstGeom prst="flowChartAlternateProcess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48371253" name=""/>
            <p:cNvSpPr txBox="1"/>
            <p:nvPr/>
          </p:nvSpPr>
          <p:spPr bwMode="auto">
            <a:xfrm rot="0" flipH="0" flipV="0">
              <a:off x="0" y="219371"/>
              <a:ext cx="423965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ru-RU" sz="4400" b="1">
                  <a:solidFill>
                    <a:schemeClr val="bg1"/>
                  </a:solidFill>
                </a:rPr>
                <a:t>19 столбцов</a:t>
              </a:r>
              <a:endParaRPr sz="4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1271974549" name=""/>
          <p:cNvGrpSpPr/>
          <p:nvPr/>
        </p:nvGrpSpPr>
        <p:grpSpPr bwMode="auto">
          <a:xfrm rot="276237">
            <a:off x="6578106" y="790370"/>
            <a:ext cx="4887971" cy="1262062"/>
            <a:chOff x="0" y="0"/>
            <a:chExt cx="4887971" cy="1262062"/>
          </a:xfrm>
        </p:grpSpPr>
        <p:sp>
          <p:nvSpPr>
            <p:cNvPr id="1808939618" name=""/>
            <p:cNvSpPr/>
            <p:nvPr/>
          </p:nvSpPr>
          <p:spPr bwMode="auto">
            <a:xfrm rot="0" flipH="0" flipV="0">
              <a:off x="288774" y="0"/>
              <a:ext cx="4310062" cy="126206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62381872" name=""/>
            <p:cNvSpPr txBox="1"/>
            <p:nvPr/>
          </p:nvSpPr>
          <p:spPr bwMode="auto">
            <a:xfrm rot="0" flipH="0" flipV="0">
              <a:off x="0" y="219371"/>
              <a:ext cx="4887971" cy="82332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4800" b="1">
                  <a:solidFill>
                    <a:schemeClr val="bg1"/>
                  </a:solidFill>
                </a:rPr>
                <a:t>11 000 </a:t>
              </a:r>
              <a:r>
                <a:rPr lang="ru-RU" sz="4800" b="1">
                  <a:solidFill>
                    <a:schemeClr val="bg1"/>
                  </a:solidFill>
                </a:rPr>
                <a:t>строк</a:t>
              </a:r>
              <a:endParaRPr sz="2000" b="1">
                <a:solidFill>
                  <a:schemeClr val="bg1"/>
                </a:solidFill>
              </a:endParaRPr>
            </a:p>
          </p:txBody>
        </p:sp>
      </p:grpSp>
      <p:sp>
        <p:nvSpPr>
          <p:cNvPr id="2044248006" name=""/>
          <p:cNvSpPr/>
          <p:nvPr/>
        </p:nvSpPr>
        <p:spPr bwMode="auto">
          <a:xfrm rot="1137253" flipH="0" flipV="0">
            <a:off x="5628480" y="3422501"/>
            <a:ext cx="1904999" cy="928686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553249577" name=""/>
          <p:cNvGrpSpPr/>
          <p:nvPr/>
        </p:nvGrpSpPr>
        <p:grpSpPr bwMode="auto">
          <a:xfrm rot="0" flipH="0" flipV="0">
            <a:off x="7664413" y="3674273"/>
            <a:ext cx="4244333" cy="1262062"/>
            <a:chOff x="0" y="0"/>
            <a:chExt cx="4244333" cy="1262062"/>
          </a:xfrm>
        </p:grpSpPr>
        <p:sp>
          <p:nvSpPr>
            <p:cNvPr id="263624343" name=""/>
            <p:cNvSpPr/>
            <p:nvPr/>
          </p:nvSpPr>
          <p:spPr bwMode="auto">
            <a:xfrm rot="0" flipH="0" flipV="0">
              <a:off x="250135" y="0"/>
              <a:ext cx="3733360" cy="1262062"/>
            </a:xfrm>
            <a:prstGeom prst="flowChartAlternateProcess">
              <a:avLst/>
            </a:prstGeom>
            <a:solidFill>
              <a:schemeClr val="accent3">
                <a:lumMod val="60000"/>
                <a:lumOff val="40000"/>
              </a:schemeClr>
            </a:solidFill>
            <a:ln w="127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71527783" name=""/>
            <p:cNvSpPr txBox="1"/>
            <p:nvPr/>
          </p:nvSpPr>
          <p:spPr bwMode="auto">
            <a:xfrm rot="0" flipH="0" flipV="0">
              <a:off x="0" y="219371"/>
              <a:ext cx="4244333" cy="76235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ru-RU" sz="4400" b="1">
                  <a:solidFill>
                    <a:schemeClr val="bg1"/>
                  </a:solidFill>
                </a:rPr>
                <a:t>22 столбца</a:t>
              </a:r>
              <a:endParaRPr sz="4400" b="1">
                <a:solidFill>
                  <a:schemeClr val="bg1"/>
                </a:solidFill>
              </a:endParaRPr>
            </a:p>
          </p:txBody>
        </p:sp>
      </p:grpSp>
      <p:sp>
        <p:nvSpPr>
          <p:cNvPr id="426551090" name=""/>
          <p:cNvSpPr txBox="1"/>
          <p:nvPr/>
        </p:nvSpPr>
        <p:spPr bwMode="auto">
          <a:xfrm rot="0" flipH="0" flipV="0">
            <a:off x="1359893" y="4911891"/>
            <a:ext cx="4542262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4800" u="sng">
                <a:solidFill>
                  <a:schemeClr val="accent1">
                    <a:lumMod val="50000"/>
                  </a:schemeClr>
                </a:solidFill>
              </a:rPr>
              <a:t>ИДЕАЛЬНЫЙ</a:t>
            </a:r>
            <a:endParaRPr sz="4800" u="sng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921554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DECCBF9-D714-FDD2-D977-2144E156F348}" type="slidenum">
              <a:rPr sz="200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7322" name="TextBox 1"/>
          <p:cNvSpPr txBox="1"/>
          <p:nvPr/>
        </p:nvSpPr>
        <p:spPr bwMode="auto">
          <a:xfrm flipH="0" flipV="0">
            <a:off x="2238390" y="209969"/>
            <a:ext cx="8506072" cy="823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800" b="1">
                <a:latin typeface="Arial Black"/>
              </a:rPr>
              <a:t>Классификация признаков</a:t>
            </a:r>
            <a:endParaRPr sz="2200" b="1"/>
          </a:p>
        </p:txBody>
      </p:sp>
      <p:sp>
        <p:nvSpPr>
          <p:cNvPr id="1796383946" name="TextBox 3"/>
          <p:cNvSpPr txBox="1"/>
          <p:nvPr/>
        </p:nvSpPr>
        <p:spPr bwMode="auto">
          <a:xfrm flipH="0" flipV="0">
            <a:off x="1706996" y="1185690"/>
            <a:ext cx="4673222" cy="5639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600" b="1">
                <a:latin typeface="Arial Unicode MS"/>
                <a:ea typeface="Arial Unicode MS"/>
                <a:cs typeface="Arial Unicode MS"/>
              </a:rPr>
              <a:t>Количественные: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Возраст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Часы сна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Физическая активность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Потребление кофеина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Потребление алкоголя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Пульс</a:t>
            </a:r>
            <a:endParaRPr lang="ru-RU" sz="2600">
              <a:latin typeface="Arial Unicode MS"/>
              <a:ea typeface="Arial Unicode MS"/>
              <a:cs typeface="Arial Unicode MS"/>
            </a:endParaRPr>
          </a:p>
          <a:p>
            <a:pPr marL="371993" indent="-371993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Уровень стресса от 1 до 10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Частота дыхания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Уровень потоотделения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Сеансы терапии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Качество питания</a:t>
            </a:r>
            <a:endParaRPr sz="2000"/>
          </a:p>
          <a:p>
            <a:pPr marL="371993" indent="-371993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Уровень тревожности</a:t>
            </a:r>
            <a:endParaRPr lang="ru-RU" sz="2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061856003" name="TextBox 4"/>
          <p:cNvSpPr txBox="1"/>
          <p:nvPr/>
        </p:nvSpPr>
        <p:spPr bwMode="auto">
          <a:xfrm flipH="0" flipV="0">
            <a:off x="6491426" y="1185690"/>
            <a:ext cx="4715250" cy="4054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600" b="1">
                <a:latin typeface="Arial Unicode MS"/>
                <a:ea typeface="Arial Unicode MS"/>
                <a:cs typeface="Arial Unicode MS"/>
              </a:rPr>
              <a:t>Категориальные: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Пол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Профессия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Курение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Тревожность в семье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Головокружение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Прием медикаментов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Недавние важные события</a:t>
            </a:r>
            <a:endParaRPr sz="2000"/>
          </a:p>
          <a:p>
            <a:pPr marL="371994" indent="-371994">
              <a:buFont typeface="Wingdings"/>
              <a:buChar char="w"/>
              <a:defRPr/>
            </a:pPr>
            <a:r>
              <a:rPr lang="ru-RU" sz="2600">
                <a:latin typeface="Arial Unicode MS"/>
                <a:ea typeface="Arial Unicode MS"/>
                <a:cs typeface="Arial Unicode MS"/>
              </a:rPr>
              <a:t>Возрастная группа</a:t>
            </a:r>
            <a:endParaRPr sz="2000"/>
          </a:p>
        </p:txBody>
      </p:sp>
      <p:sp>
        <p:nvSpPr>
          <p:cNvPr id="8177351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BC5BEA5-FCED-C39B-87CB-461E959077DE}" type="slidenum">
              <a:rPr sz="200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90692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219993"/>
            <a:ext cx="10515600" cy="2041190"/>
          </a:xfrm>
        </p:spPr>
        <p:txBody>
          <a:bodyPr/>
          <a:lstStyle/>
          <a:p>
            <a:pPr>
              <a:defRPr/>
            </a:pPr>
            <a:r>
              <a:rPr b="1"/>
              <a:t>ОПИСАТЕЛЬНАЯ</a:t>
            </a:r>
            <a:br>
              <a:rPr b="1"/>
            </a:br>
            <a:r>
              <a:rPr b="1"/>
              <a:t>СТАТИСТИКА</a:t>
            </a:r>
            <a:endParaRPr b="1"/>
          </a:p>
        </p:txBody>
      </p:sp>
      <p:sp>
        <p:nvSpPr>
          <p:cNvPr id="13934656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DA6926E-3C25-3A86-DF77-B87B18ECBCE0}" type="slidenum">
              <a:rPr sz="20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956981" name="Заголовок 1"/>
          <p:cNvSpPr>
            <a:spLocks noGrp="1"/>
          </p:cNvSpPr>
          <p:nvPr>
            <p:ph type="title"/>
          </p:nvPr>
        </p:nvSpPr>
        <p:spPr bwMode="auto">
          <a:xfrm>
            <a:off x="826134" y="179069"/>
            <a:ext cx="11155044" cy="1689098"/>
          </a:xfrm>
        </p:spPr>
        <p:txBody>
          <a:bodyPr>
            <a:noAutofit/>
          </a:bodyPr>
          <a:lstStyle/>
          <a:p>
            <a:pPr algn="r">
              <a:defRPr/>
            </a:pPr>
            <a:r>
              <a:rPr lang="ru-RU" sz="6600"/>
              <a:t>РАЗВЕДОЧНЫЙ АНАЛИЗ</a:t>
            </a:r>
            <a:br>
              <a:rPr lang="ru-RU" sz="6600"/>
            </a:br>
            <a:r>
              <a:rPr lang="ru-RU"/>
              <a:t>(анализ графиков)</a:t>
            </a:r>
            <a:endParaRPr lang="ru-RU"/>
          </a:p>
        </p:txBody>
      </p:sp>
      <p:sp>
        <p:nvSpPr>
          <p:cNvPr id="159321110" name="Заголовок 1"/>
          <p:cNvSpPr txBox="1"/>
          <p:nvPr/>
        </p:nvSpPr>
        <p:spPr bwMode="auto">
          <a:xfrm>
            <a:off x="5601969" y="2064384"/>
            <a:ext cx="6497955" cy="21462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4400"/>
              <a:t>ЧИСЛОВЫЕ </a:t>
            </a:r>
            <a:r>
              <a:rPr lang="ru-RU" sz="4400"/>
              <a:t>ДАННЫЕ​</a:t>
            </a:r>
            <a:br>
              <a:rPr lang="ru-RU" sz="4000"/>
            </a:br>
            <a:r>
              <a:rPr lang="en-US" sz="4000"/>
              <a:t>(</a:t>
            </a:r>
            <a:r>
              <a:rPr lang="ru-RU" sz="4000"/>
              <a:t>проверка нормальности</a:t>
            </a:r>
            <a:r>
              <a:rPr lang="ru-RU" sz="4000"/>
              <a:t>)</a:t>
            </a:r>
            <a:endParaRPr lang="ru-RU" sz="2400"/>
          </a:p>
        </p:txBody>
      </p:sp>
      <p:pic>
        <p:nvPicPr>
          <p:cNvPr id="613372409" name="Изображение 15"/>
          <p:cNvPicPr>
            <a:picLocks noChangeAspect="1"/>
          </p:cNvPicPr>
          <p:nvPr/>
        </p:nvPicPr>
        <p:blipFill rotWithShape="1">
          <a:blip r:embed="rId3"/>
          <a:srcRect l="7635" t="17509" r="59182" b="25120"/>
          <a:stretch/>
        </p:blipFill>
        <p:spPr bwMode="auto">
          <a:xfrm>
            <a:off x="0" y="1222374"/>
            <a:ext cx="5795644" cy="5635624"/>
          </a:xfrm>
          <a:prstGeom prst="rect">
            <a:avLst/>
          </a:prstGeom>
          <a:ln w="57150">
            <a:solidFill>
              <a:schemeClr val="accent1">
                <a:lumMod val="74901"/>
              </a:schemeClr>
            </a:solidFill>
            <a:prstDash val="solid"/>
          </a:ln>
        </p:spPr>
      </p:pic>
      <p:pic>
        <p:nvPicPr>
          <p:cNvPr id="1970504466" name="Изображение 16"/>
          <p:cNvPicPr>
            <a:picLocks noChangeAspect="1"/>
          </p:cNvPicPr>
          <p:nvPr/>
        </p:nvPicPr>
        <p:blipFill rotWithShape="1">
          <a:blip r:embed="rId3"/>
          <a:srcRect l="40372" t="46379" r="43223" b="25519"/>
          <a:stretch/>
        </p:blipFill>
        <p:spPr bwMode="auto">
          <a:xfrm>
            <a:off x="5984557" y="3489959"/>
            <a:ext cx="2942589" cy="2834639"/>
          </a:xfrm>
          <a:prstGeom prst="rect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pic>
      <p:pic>
        <p:nvPicPr>
          <p:cNvPr id="585478324" name="Изображение 17"/>
          <p:cNvPicPr>
            <a:picLocks noChangeAspect="1"/>
          </p:cNvPicPr>
          <p:nvPr/>
        </p:nvPicPr>
        <p:blipFill rotWithShape="1">
          <a:blip r:embed="rId3"/>
          <a:srcRect l="40740" t="17812" r="42855" b="54087"/>
          <a:stretch/>
        </p:blipFill>
        <p:spPr bwMode="auto">
          <a:xfrm>
            <a:off x="9085579" y="3489959"/>
            <a:ext cx="2942589" cy="2834639"/>
          </a:xfrm>
          <a:prstGeom prst="rect">
            <a:avLst/>
          </a:prstGeom>
          <a:ln w="571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3544102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13FC7E8-1283-7A37-48DC-F1A7E2DC5785}" type="slidenum">
              <a:rPr sz="2000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227859" name="Заголовок 1"/>
          <p:cNvSpPr>
            <a:spLocks noGrp="1"/>
          </p:cNvSpPr>
          <p:nvPr>
            <p:ph type="ctrTitle"/>
          </p:nvPr>
        </p:nvSpPr>
        <p:spPr bwMode="auto">
          <a:xfrm>
            <a:off x="7540171" y="360363"/>
            <a:ext cx="4651827" cy="270691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ru-RU" sz="4800"/>
              <a:t>РАЗВЕДОЧНЫЙ АНАЛИЗ</a:t>
            </a:r>
            <a:br>
              <a:rPr lang="ru-RU" sz="4800"/>
            </a:br>
            <a:r>
              <a:rPr lang="ru-RU" sz="3600"/>
              <a:t>(анализ графиков)</a:t>
            </a:r>
            <a:endParaRPr lang="ru-RU" sz="3600"/>
          </a:p>
        </p:txBody>
      </p:sp>
      <p:pic>
        <p:nvPicPr>
          <p:cNvPr id="465965899" name="Объект 14" descr="Изображение выглядит как текст, диаграмма, снимок экрана, небоскреб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rcRect l="0" t="-1299" r="66147" b="260"/>
          <a:stretch/>
        </p:blipFill>
        <p:spPr bwMode="auto">
          <a:xfrm>
            <a:off x="154481" y="163071"/>
            <a:ext cx="3637261" cy="2966486"/>
          </a:xfrm>
          <a:prstGeom prst="rect">
            <a:avLst/>
          </a:prstGeom>
          <a:ln w="38100">
            <a:solidFill>
              <a:schemeClr val="accent1">
                <a:lumMod val="74901"/>
              </a:schemeClr>
            </a:solidFill>
            <a:prstDash val="solid"/>
          </a:ln>
        </p:spPr>
      </p:pic>
      <p:pic>
        <p:nvPicPr>
          <p:cNvPr id="1067091421" name="Рисунок 6" descr="Изображение выглядит как текст, диаграмма, снимок экрана, Параллельн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rcRect l="33781" t="0" r="0" b="242"/>
          <a:stretch/>
        </p:blipFill>
        <p:spPr bwMode="auto">
          <a:xfrm>
            <a:off x="4348236" y="3430269"/>
            <a:ext cx="7141101" cy="2973465"/>
          </a:xfrm>
          <a:prstGeom prst="rect">
            <a:avLst/>
          </a:prstGeom>
          <a:ln w="38100">
            <a:solidFill>
              <a:schemeClr val="accent1">
                <a:lumMod val="74901"/>
              </a:schemeClr>
            </a:solidFill>
            <a:prstDash val="solid"/>
          </a:ln>
        </p:spPr>
      </p:pic>
      <p:pic>
        <p:nvPicPr>
          <p:cNvPr id="1074706338" name="Рисунок 7" descr="Изображение выглядит как текст, диаграмма, снимок экрана, Параллельный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rcRect l="0" t="0" r="66151" b="242"/>
          <a:stretch/>
        </p:blipFill>
        <p:spPr bwMode="auto">
          <a:xfrm>
            <a:off x="3891035" y="164553"/>
            <a:ext cx="3650382" cy="2973465"/>
          </a:xfrm>
          <a:prstGeom prst="rect">
            <a:avLst/>
          </a:prstGeom>
          <a:ln w="38100">
            <a:solidFill>
              <a:schemeClr val="accent1">
                <a:lumMod val="74901"/>
              </a:schemeClr>
            </a:solidFill>
            <a:prstDash val="solid"/>
          </a:ln>
        </p:spPr>
      </p:pic>
      <p:sp>
        <p:nvSpPr>
          <p:cNvPr id="98440730" name="Заголовок 1"/>
          <p:cNvSpPr txBox="1"/>
          <p:nvPr/>
        </p:nvSpPr>
        <p:spPr bwMode="auto">
          <a:xfrm>
            <a:off x="0" y="3775709"/>
            <a:ext cx="4361814" cy="21462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4800"/>
              <a:t>ЧИСЛОВЫЕ </a:t>
            </a:r>
            <a:r>
              <a:rPr lang="ru-RU" sz="4800"/>
              <a:t>ДАННЫЕ​</a:t>
            </a:r>
            <a:br>
              <a:rPr lang="ru-RU" sz="4800"/>
            </a:br>
            <a:r>
              <a:rPr lang="en-US" sz="3100"/>
              <a:t>(</a:t>
            </a:r>
            <a:r>
              <a:rPr lang="ru-RU" sz="3100"/>
              <a:t>проверка нормальности</a:t>
            </a:r>
            <a:r>
              <a:rPr lang="ru-RU" sz="3100"/>
              <a:t>)</a:t>
            </a:r>
            <a:endParaRPr lang="ru-RU" sz="3100"/>
          </a:p>
        </p:txBody>
      </p:sp>
      <p:sp>
        <p:nvSpPr>
          <p:cNvPr id="1549217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1563062-9EAB-FA1C-3AE9-99381B7A3297}" type="slidenum">
              <a:rPr sz="2000"/>
              <a:t>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382999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18499" y="3039565"/>
            <a:ext cx="5010149" cy="3212418"/>
          </a:xfrm>
        </p:spPr>
        <p:txBody>
          <a:bodyPr/>
          <a:lstStyle/>
          <a:p>
            <a:pPr>
              <a:defRPr/>
            </a:pPr>
            <a:r>
              <a:rPr lang="ru-RU"/>
              <a:t>КАТЕГОРИ-</a:t>
            </a:r>
            <a:br>
              <a:rPr lang="ru-RU"/>
            </a:br>
            <a:r>
              <a:rPr lang="ru-RU"/>
              <a:t>АЛЬНЫЕ </a:t>
            </a:r>
            <a:br>
              <a:rPr lang="ru-RU"/>
            </a:br>
            <a:r>
              <a:rPr lang="ru-RU"/>
              <a:t>ДАННЫЕ</a:t>
            </a:r>
            <a:endParaRPr lang="ru-RU"/>
          </a:p>
        </p:txBody>
      </p:sp>
      <p:pic>
        <p:nvPicPr>
          <p:cNvPr id="1052948014" name="Рисунок 9" descr="Изображение выглядит как диаграмма, Красочность, круг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rcRect l="67506" t="-1004" r="263" b="1378"/>
          <a:stretch/>
        </p:blipFill>
        <p:spPr bwMode="auto">
          <a:xfrm>
            <a:off x="3395979" y="3429000"/>
            <a:ext cx="3580129" cy="3198494"/>
          </a:xfrm>
          <a:prstGeom prst="snip2SameRect">
            <a:avLst>
              <a:gd name="adj1" fmla="val 16667"/>
              <a:gd name="adj2" fmla="val 0"/>
            </a:avLst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829765498" name="Объект 3" descr="Изображение выглядит как текст, снимок экрана, Шрифт, линия&#10;&#10;Содержимое, созданное искусственным интеллектом, может быть неверным."/>
          <p:cNvPicPr>
            <a:picLocks noChangeAspect="1" noGrp="1"/>
          </p:cNvPicPr>
          <p:nvPr>
            <p:ph idx="1"/>
          </p:nvPr>
        </p:nvPicPr>
        <p:blipFill rotWithShape="1">
          <a:blip r:embed="rId4"/>
          <a:stretch/>
        </p:blipFill>
        <p:spPr bwMode="auto">
          <a:xfrm>
            <a:off x="7093856" y="3511958"/>
            <a:ext cx="4996542" cy="3032577"/>
          </a:xfrm>
          <a:prstGeom prst="rect">
            <a:avLst/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770454207" name="Объект 14" descr="Изображение выглядит как текст, диаграмма, снимок экрана, небоскреб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5"/>
          <a:srcRect l="34250" t="-462" r="-1665" b="-691"/>
          <a:stretch/>
        </p:blipFill>
        <p:spPr bwMode="auto">
          <a:xfrm>
            <a:off x="38367" y="3414"/>
            <a:ext cx="7687507" cy="3231555"/>
          </a:xfrm>
          <a:prstGeom prst="rect">
            <a:avLst/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461221508" name="Заголовок 1"/>
          <p:cNvSpPr txBox="1"/>
          <p:nvPr/>
        </p:nvSpPr>
        <p:spPr bwMode="auto">
          <a:xfrm>
            <a:off x="7728584" y="759459"/>
            <a:ext cx="4361814" cy="203136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6900"/>
              <a:t>ЧИСЛОВЫЕ </a:t>
            </a:r>
            <a:r>
              <a:rPr lang="ru-RU" sz="6900"/>
              <a:t>ДАННЫЕ​</a:t>
            </a:r>
            <a:br>
              <a:rPr lang="ru-RU" sz="6900"/>
            </a:br>
            <a:r>
              <a:rPr lang="en-US" sz="4000"/>
              <a:t>(</a:t>
            </a:r>
            <a:r>
              <a:rPr lang="ru-RU" sz="4000"/>
              <a:t>проверка нормальности</a:t>
            </a:r>
            <a:r>
              <a:rPr lang="ru-RU" sz="4000"/>
              <a:t>)</a:t>
            </a:r>
            <a:endParaRPr lang="ru-RU" sz="4000"/>
          </a:p>
        </p:txBody>
      </p:sp>
      <p:sp>
        <p:nvSpPr>
          <p:cNvPr id="352140884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245598" y="6127043"/>
            <a:ext cx="2743200" cy="365123"/>
          </a:xfrm>
        </p:spPr>
        <p:txBody>
          <a:bodyPr/>
          <a:lstStyle/>
          <a:p>
            <a:pPr>
              <a:defRPr/>
            </a:pPr>
            <a:fld id="{8BAADF8E-7CBF-9248-EC2F-6D4B3D1C8480}" type="slidenum">
              <a:rPr sz="2000"/>
              <a:t>7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9467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37112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>
              <a:defRPr/>
            </a:pPr>
            <a:endParaRPr/>
          </a:p>
        </p:txBody>
      </p:sp>
      <p:sp>
        <p:nvSpPr>
          <p:cNvPr id="1706007019" name="Заголовок 1"/>
          <p:cNvSpPr>
            <a:spLocks noGrp="1"/>
          </p:cNvSpPr>
          <p:nvPr/>
        </p:nvSpPr>
        <p:spPr bwMode="auto">
          <a:xfrm>
            <a:off x="7906655" y="749754"/>
            <a:ext cx="4122056" cy="2029504"/>
          </a:xfrm>
        </p:spPr>
        <p:txBody>
          <a:bodyPr vert="horz" lIns="91440" tIns="45720" rIns="91440" bIns="45720" rtlCol="0" anchor="ctr"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  <a:lvl6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6pPr>
            <a:lvl7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7pPr>
            <a:lvl8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8pPr>
            <a:lvl9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9pPr>
          </a:lstStyle>
          <a:p>
            <a:pPr algn="ctr">
              <a:defRPr/>
            </a:pPr>
            <a:r>
              <a:rPr lang="ru-RU" sz="5400"/>
              <a:t>БИНАРНЫЕ</a:t>
            </a:r>
            <a:br>
              <a:rPr lang="ru-RU" sz="5400"/>
            </a:br>
            <a:r>
              <a:rPr lang="ru-RU" sz="5400"/>
              <a:t>ДАННЫЕ</a:t>
            </a:r>
            <a:endParaRPr lang="ru-RU" sz="5400"/>
          </a:p>
        </p:txBody>
      </p:sp>
      <p:pic>
        <p:nvPicPr>
          <p:cNvPr id="239120418" name="Рисунок 3" descr="Изображение выглядит как снимок экрана, круг, диаграмма, текст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3470541"/>
            <a:ext cx="12191999" cy="3385832"/>
          </a:xfrm>
          <a:prstGeom prst="rect">
            <a:avLst/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315655901" name="Рисунок 4" descr="Изображение выглядит как диаграмма, Красочность, круг&#10;&#10;Содержимое, созданное искусственным интеллектом, может быть неверным."/>
          <p:cNvPicPr>
            <a:picLocks noChangeAspect="1"/>
          </p:cNvPicPr>
          <p:nvPr/>
        </p:nvPicPr>
        <p:blipFill rotWithShape="1">
          <a:blip r:embed="rId4"/>
          <a:srcRect l="298" t="2428" r="34464" b="-1245"/>
          <a:stretch/>
        </p:blipFill>
        <p:spPr bwMode="auto">
          <a:xfrm>
            <a:off x="0" y="55830"/>
            <a:ext cx="7903040" cy="3427794"/>
          </a:xfrm>
          <a:prstGeom prst="rect">
            <a:avLst/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64393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9D3214A-1069-4B17-B3CD-B5AC4DA19899}" type="slidenum">
              <a:rPr sz="2000"/>
              <a:t>7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6110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219993"/>
            <a:ext cx="10515600" cy="2041190"/>
          </a:xfrm>
        </p:spPr>
        <p:txBody>
          <a:bodyPr/>
          <a:lstStyle/>
          <a:p>
            <a:pPr>
              <a:defRPr/>
            </a:pPr>
            <a:r>
              <a:rPr lang="ru-RU" sz="4800" b="1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Arial Black"/>
                <a:ea typeface="Arial Black"/>
                <a:cs typeface="Arial Black"/>
              </a:rPr>
              <a:t>Взаимосвязь категориальных и количественных признаков</a:t>
            </a:r>
            <a:endParaRPr sz="4800" b="1"/>
          </a:p>
        </p:txBody>
      </p:sp>
      <p:sp>
        <p:nvSpPr>
          <p:cNvPr id="56292390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FD21490-E49B-74B8-63FE-8A5951B32F1B}" type="slidenum">
              <a:rPr sz="20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380122" name="TextBox 1"/>
          <p:cNvSpPr txBox="1"/>
          <p:nvPr/>
        </p:nvSpPr>
        <p:spPr bwMode="auto">
          <a:xfrm flipH="0" flipV="0">
            <a:off x="714061" y="235304"/>
            <a:ext cx="11032469" cy="640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3600" b="1">
                <a:latin typeface="Arial Black"/>
              </a:rPr>
              <a:t>Количественные признаки </a:t>
            </a:r>
            <a:r>
              <a:rPr lang="en-US" sz="3600" b="1">
                <a:latin typeface="Arial Black"/>
              </a:rPr>
              <a:t>vs</a:t>
            </a:r>
            <a:r>
              <a:rPr lang="ru-RU" sz="3600" b="1">
                <a:latin typeface="Arial Black"/>
              </a:rPr>
              <a:t>  уровень стресса</a:t>
            </a:r>
            <a:endParaRPr sz="2000" b="1"/>
          </a:p>
        </p:txBody>
      </p:sp>
      <p:sp>
        <p:nvSpPr>
          <p:cNvPr id="575008236" name="AutoShape 9" descr="data:image/png;base64,iVBORw0KGgoAAAANSUhEUgAAB8YAAAXRCAYAAADsS/daAAAAOnRFWHRTb2Z0d2FyZQBNYXRwbG90bGliIHZlcnNpb24zLjEwLjAsIGh0dHBzOi8vbWF0cGxvdGxpYi5vcmcvlHJYcgAAAAlwSFlzAAAPYQAAD2EBqD+naQABAABJREFUeJzs3Xl8TGf///H3jKwkYssiGkSFoNRWtVdRagu1fbVpbTfaKmJrVbW11HJrawktrS5oRVtbUdVWKWqnaq2msVaKhNBIbImY8/ujv5nbmCBRyWR5PR8PD5nrXHPOZ+ZcM9eZ8znnukyGYRgCAAAAAAAAAAAAACCPMjs7AAAAAAAAAAAAAAAAshKJcQAAAAAAAAAAAABAnkZiHAAAAAAAAAAAAACQp5EYBwAAAAAAAAAAAADkaSTGAQAAAAAAAAAAAAB5GolxAAAAAAAAAAAAAECeRmIcAAAAAAAAAAAAAJCnkRgHAAAAAAAAAAAAAORpJMYBAAAAAAAAAACAXOjy5cuKjY3V33//7exQgByPxDgAAAAAAAAAAACQSyxevFjNmjWTt7e3vLy8VLp0ab399tvODgvI8UiMI1eaN2+eTCaT7Z+Hh4cqVKigAQMGKD4+3tnhAQCQr9FPAwDuJ/oVZJVffvlFJpNJ8+bNc3YoAIB0cAwApO/VV19V165d5e3trY8++kg//vij1q5dq/79+zs7tDyP48fcz8XZAQD/xrhx4xQcHKxr165p8+bNmj17tlavXq2DBw+qYMGCzg4PAIB8jX4aAHA/0a8AAJA/cQwA/M/GjRs1efJkTZo0Sa+++qqzwwFyHRLjyNVatWql2rVrS5L69Omj4sWLa+rUqVqxYoWefvppJ0cHAED+Rj8NALif6FcAAMifOAYA/ufdd99V/fr1SYoD94ih1JGnNG3aVJJ0/PhxSdKFCxc0fPhwVa1aVV5eXipcuLBatWqlffv2OTz32rVrGjNmjCpUqCAPDw+VLFlSHTt21NGjRyVJJ06csBu659Z/TZo0sa1rw4YNMplM+uqrr/Taa68pICBAhQoVUlhYmGJjYx22vWPHDj355JPy8fFRwYIF9dhjj2nLli3pvsYmTZqku/0xY8Y41F2wYIFq1aolT09PFStWTN26dUt3+3d6bTezWCyaPn26qlSpIg8PD/n7++v555/X33//bVevbNmyatu2rcN2BgwY4LDO9GJ/5513HN5TSUpJSdHo0aNVvnx5ubu7KygoSK+88opSUlLs6iUkJCg6OlpXrlxxiOFWN7/WAgUKqFSpUurXr58SExPt6p09e1b/+c9/5O/vLw8PDz388MOaP3++XZ0//vhDTZs2VUBAgC2+F154QRcuXLDVyUzb2LRpk7p06aLSpUvb1jdkyBBdvXrV4XVER0era9eu8vX1laenpypWrKhRo0ZJksaMGXPHtmsymbRhw4a7vlcA8G/RT9ujn75zP23dT7f2UT179lTZsmXtyqwnBooXLy5PT0/VqlVLS5YsSXe9CxYsUJ06dVSwYEEVLVpUjRs31po1a2zLb/f+3C2uu0lMTNSQIUNUtmxZubu764EHHlD37t2VkJBgt9704vby8lLPnj1tjzPz2QHyMvoVe/Qrd//9l5CQoPbt28vT01N16tSxtZ2kpCS1a9dOnp6eatiwoa0d3Pwab/4elv6Z19NkMtn1SZn5TXhrP9KmTRuH96dJkyYO74t1/906fGd0dLQ6d+6sYsWKycPDQ7Vr19bKlSsd3oOM9kc3x3f69GmVLVtWtWvX1qVLlyRJqampevPNN1WrVi35+PioUKFCatSokdavX++wTevv6dKlS6tAgQK29ubl5eVQ904y+hs5vWOFBQsWyGw267///a+tzt1+J584cUJSxvf/rZ8tV1dXlS1bVi+//LJSU1Nt9axDQ//yyy9260xISEj3M7Jnzx61atVKhQsXlpeXl5o1a6bt27c7vD932rfW/Xqnf9btWs8hWNvEvUpvP0iO3wN//vmn+vfvr4oVK8rT01PFixdXly5dbO9/Rl+jdOfjqbvFhdyFYwB7HANk7hzwrf9u/U64fPmyhg0bpqCgILm7u6tixYp69913ZRhGhtZ382vKijayfft2PfTQQ+rWrZuKFSsmT09PPfLII1q+fHm6r/12fd6t+yMjxxKZ6cOs/cnNLl26pICAgHSPhTLz+bid9I6TkpOTVatWLQUHB+vMmTO28ozsZ+tru5fjR0n67rvv1KhRIxUqVEje3t5q06aNfvvtN7s66fVLsbGx8vT0tDsekTL3mZs7d66aNm0qPz8/ubu7q3Llypo9e/Yd37/0WPejn5+frl+/brfsiy++sLWnm48bypYtm26b69OnT6a3nxW4Yxx5ivXLp3jx4pKkY8eOafny5erSpYuCg4MVHx+vDz/8UI899pgOHTqkwMBASdKNGzfUtm1brVu3Tt26dVNERISSk5P1448/6uDBg3rwwQdt23j66afVunVru+2OHDky3XgmTJggk8mkESNG6OzZs5o+fbqaN2+uvXv3ytPTU5L0008/qVWrVqpVq5ZGjx4ts9ls+9LatGmT6tSp47DeBx54QJMmTZL0T2fy4osvprvtN954Q127dlWfPn107tw5zZw5U40bN9aePXtUpEgRh+f069dPjRo1kiQtW7ZMX3/9td3y559/XvPmzVOvXr00aNAgHT9+XO+995727NmjLVu2yNXVNd33ITMSExNtr+1mFotFYWFh2rx5s/r166dKlSrpwIEDmjZtmmJiYuw6/vfee09jx47V+vXrHQ6s0vPUU0+pY8eOSktL07Zt2zRnzhxdvXpVn3/+uSTp6tWratKkiY4cOaIBAwYoODhYixcvVs+ePZWYmKiIiAhJ/3SmDzzwgNq1a6fChQvr4MGDev/993Xq1Cl98803dtvMSNtYvHixrly5ohdffFHFixfXzp07NXPmTP31119avHixbV379+9Xo0aN5Orqqn79+qls2bI6evSovvnmG02YMEEdO3ZU+fLlbfWHDBmiSpUqqV+/fraySpUq3X3nAMC/RD9tv2366Yz10xkRGRmpsLAwhYeHKzU1VV9++aW6dOmiVatWqU2bNrZ6Y8eO1ZgxY1S/fn2NGzdObm5u2rFjh3766Se1aNHivsSSnkuXLqlRo0b6/fff1bt3b9WsWVMJCQlauXKl/vrrL5UoUSJT68voZwfI6+hX7LdNv3L3fiU8PFwbN27U8OHDVaBAAQ0ePFiSNH78eHXp0kWjR4/W22+/rXbt2ungwYMym9O/nyQtLc12IfLNMvOb8GY///yzVq9efcfY7+S3335TgwYNVKpUKb366qsqVKiQFi1apA4dOmjp0qV66qmnJN1bf3Tx4kW1atVKrq6uWr16tS2ZnZSUpI8//lhPP/20+vbtq+TkZH3yySdq2bKldu7cqerVq9vW0aNHD61du1YDBw7Uww8/rAIFCmjOnDn69ddfM/U6M/ob+VZr1qxR7969NWDAANvddc8//7yaN29uq/Pcc8/Zzg1Y+fr6pru+2+1/K+tnKyUlRT/88IPeffddeXh46K233srU65X+2beNGjVS4cKF9corr8jV1VUffvihmjRpoo0bN+rRRx+VdPd9W6lSJds5DkmaM2eOfv/9d02bNs1WVq1atUzHdz/s2rVLW7duVbdu3fTAAw/oxIkTmj17tpo0aaJDhw7Zhsm+38dTyN04BrDfNscAGftt+cQTT6h79+52ZVOmTLFL+BuGobCwMK1fv17/+c9/VL16df3www96+eWXderUKdv35s3fqZs2bdKcOXM0bdo023eRv7+/3XbuZxs5f/685syZIy8vLw0aNEi+vr5asGCBOnbsqKioqHRHUShRooTdd/5zzz1ntzyjxxL/1pQpUxQfH+9Qfi+fj4y4fv26OnXqpJMnT2rLli0qWbKkpIzvZ+nejx8///xz9ejRQy1bttTkyZN15coVzZ49Ww0bNtSePXvueJHWm2++qWvXrt3Ta7aaPXu2qlSporCwMLm4uOibb75R//79ZbFY9NJLL2V6fcnJyVq1apVdW5g7d648PDzSjbV69eoaNmyYXdnNOQqnMoBcaO7cuYYkY+3atca5c+eM2NhY48svvzSKFy9ueHp6Gn/99ZdhGIZx7do148aNG3bPPX78uOHu7m6MGzfOVvbpp58akoypU6c6bMtisdieJ8l45513HOpUqVLFeOyxx2yP169fb0gySpUqZSQlJdnKFy1aZEgyIiMjbesOCQkxWrZsaduOYRjGlStXjODgYOOJJ55w2Fb9+vWNhx56yPb43LlzhiRj9OjRtrITJ04YBQoUMCZMmGD33AMHDhguLi4O5YcPHzYkGfPnz7eVjR492rj5K2LTpk2GJCMqKsruud9//71DeZkyZYw2bdo4xP7SSy8Zt37t3Br7K6+8Yvj5+Rm1atWye08///xzw2w2G5s2bbJ7/gcffGBIMrZs2eIQ+/r16x1iuNWt2zeMf97jypUr2x5Pnz7dkGQsWLDAVpaammrUq1fP8PLystvHt+rfv7/h5eVle5zRtmEY/7SDW02aNMkwmUzGn3/+aStr3Lix4e3tbVdmGIZdm7pZmTJljB49etw2ZgD4t+in6aet/k0/vXHjRkOS8dNPP9mV9+jRwyhTpoxd2a19ZmpqqvHQQw8ZTZs2tZUdPnzYMJvNxlNPPeXQ7m7ev7d7f6ys7ScjxxlWb775piHJWLZsmcMy67at6128eLFDnUKFCtn13Rn97AB5Bf0K/YrVv+lXfv31V0OS8eGHH9rK3nvvPUOS8eKLL9rKfvjhB0OS8fXXX9u9xpu/h2fNmmW4u7sbjz/+uEOfdKvb/Sa8Od5HH33UaNWqlcP78/jjjxuNGze2W5+1bc6dO9dW1qxZM6Nq1arGtWvXbGUWi8WoX7++ERISYivLTH+0fv1649q1a0aTJk0MPz8/48iRI3b109LSjJSUFLuyv//+2/D39zd69+5tK7t69aphNpuN559/3q5ujx49jEKFCjnEcScZ/Y1887HCL7/8Ynh5eRldunRx+H64WXrnBqwyuv/T2zeGYRiBgYFG69atbY+t32m7du2yq5fe57tDhw6Gm5ubcfToUVvZ6dOnDW9vb7u2kZF9e7P0jqesrJ+pc+fOpbs8o3r16mWULl3aofzW15jeft22bZshyfjss89sZf/2eMrqTq8dOQ/HABwDWN2Pc8AvvfSSQ3mbNm3svhOWL19uSDLGjx9vV69z586GyWRy6A8N43/t9Pjx4w7LsqKNSDIkGRs2bLCrV6lSJSMgIMBITU21iyE8PNwIDg52eD9u3h8ZPZbITB92a9s6e/as4e3tbTvmse63e/l83M7NfbHFYjHCw8ONggULGjt27LCrl9H9fK/Hj8nJyUaRIkWMvn372q0/Li7O8PHxsSu/tV86ePCgYTabbe/Tze0qM5+59PrXli1bGuXKlXMovxPrfnz66aeNtm3b2sr//PNPw2w2G08//bTDccPdzqs4G0OpI1dr3ry5fH19FRQUpG7dusnLy0tff/21SpUqJUlyd3e3XaFz48YNnT9/Xl5eXqpYsaLdlclLly5ViRIlNHDgQIdt3DoERWZ0795d3t7etsedO3dWyZIlbVeC7927V4cPH9Yzzzyj8+fPKyEhQQkJCbp8+bKaNWumn3/+WRaLxW6d165dk4eHxx23u2zZMlksFnXt2tW2zoSEBAUEBCgkJMRhaDPrkF7u7u63XefixYvl4+OjJ554wm6dtWrVkpeXl8M6r1+/blcvISHhrlc5nTp1SjNnztQbb7zhMKTa4sWLValSJYWGhtqt0zp00s3bHzNmjAzDyPBdaFeuXFFCQoLi4uK0dOlS7du3T82aNbMtX716tQICAuyutnN1ddWgQYN06dIlbdy40W59Fy9eVHx8vNatW6dvv/1WjRs3dtjm3dqGJNvVgtI/dx4kJCSofv36MgxDe/bskSSdO3dOP//8s3r37q3SpUvbbePftF0AuB/op9NHP52xftrPz0+S9Ndff92xnmTfZ/7999+6ePGiGjVqZNeOli9fLovFojfffNPhDsBb25H1/Tl//rzS0tLuuv27Wbp0qR5++OF0r7K/ddvJyckO++ZWGf3sAHkN/Ur66Fcy1q+sW7dOkuzuCLbebXvzXUhPPPGEvLy8bPVvdeXKFY0bN04DBgxw+A1mlZHfhFbLli3Trl27bEN838zPz++u/eCFCxf0008/qWvXrnZ9yPnz59WyZUsdPnxYp06dkpS5/shisah79+7avn27Vq9ebXcXpSQVKFBAbm5utroXLlxQWlqaateubfd5u3z5siwWi+2uzn8jI7+Rb3bs2DG1adNG1atX1+eff37bEQAyIyP7/9KlS0pISNCpU6c0Z84cxcXF2Z1jsLp48aJd+755yH3pn++xNWvWqEOHDipXrpytvGTJknrmmWe0efNmJSUlScrcvs2oCxcu2L6j7oWfn5/Onj1rN4x8em7er9evX9f58+dVvnx5FSlSxOG7O7PHU7dOk4fci2OA9HEMkLlzwBmxevVqFShQQIMGDbIrHzZsmAzD0HfffXdP673fbeSRRx7RY489Znvs6emp/v37Ky4uzuE3YWpq6h33eWaOJazu1oel56233pKPj4/De3svn4+MePnllxUVFaVFixY53HGe0f18r8ePP/74oxITE/X000/bvU8FChTQo48+mu7UM1YjR45UzZo11aVLl3SXZ/Qzd3P/at1fjz32mI4dO6aLFy/edvu307t3b33//feKi4uTJM2fP1/16tVThQoVMr0uZ2ModeRq77//vipUqCAXFxf5+/urYsWKdj90LBaLIiMjNWvWLB0/flw3btywLbv5R9nRo0dVsWJFubjc349ESEiI3WOTyaTy5cvb5oU4fPiwpH+GFbudixcvqmjRorbHCQkJDuu91eHDh2UYxm3r3TrcjfWHwp3m9zp8+LAuXrxoO0l9q7Nnz9o9XrNmzW2HHbud0aNHKzAwUM8//7zDfFCHDx/W77//ftt13rr9zHjnnXf0zjvv2B4/+eSTmjx5su3xn3/+qZCQEIcf0dbhx//880+78pYtW2rHjh22dX311VcO27xb25CkkydP6s0339TKlSsd5vCxdl7Hjh2TJD300EMZeq0AkJ3op9NHP50x5cqVU0BAgN599109/PDDtuEPb51XTpJWrVql8ePHa+/evXbLbz65dfToUZnNZlWuXPmu2775/SlQoICqVaum//73v/c83PrRo0fVqVOnDNXt3bv3Xetk9LMD5DX0K+mjX8mY2NhYubm53XW4ZZPJpMDAwHTn/ZSkqVOn6tq1a3rttdc0dOjQdOtk5Deh9E/y5rXXXlN4eHi6w1jXr19fX331laZPn65u3brJxcXF4bfhkSNHZBiG3njjDb3xxhvpbufs2bMqVapUpvqjUaNGafv27TKZTLedu3X+/PmaMmWKoqOj7eacDA4Otv1dvHhxhYSE6OOPP9Zjjz2m6tWry2w2p9uf301GfiNbXb58WS1btlR8fLyKFy9+3y4cz8j+HzhwoF3SrVevXhoyZIhDvZuHck/PuXPndOXKFVWsWNFhWaVKlWSxWBQbG6sqVapkat9m1M3b9fPzU9++fTV27FgVKFAgQ8+vX7++Jk+erNdff12DBg26bYLv6tWrmjRpkubOnatTp07Zze1683691+MpLy8vtWvXTtOmTXMY2hi5B8cA6eMY4P77888/FRgYaJfElm5/Hjij7ncbCQ0NdVhujfHEiRO25K30z36/0z7PzLGE1d36sFsdP35cH374oWbPnu3QH9zL5+NuPvzwQ23fvl2SHI4ZpIzv53s9frS+JusFHbcqXLhwuuWbN2/WN998o3Xr1unkyZPp1snoZ27Lli0aPXq0tm3b5nAsd/HiRfn4+Nx1HTerXr26HnroIX322Wd6+eWXNW/ePL322mu3PWbOyUiMI1erU6eOateufdvlEydO1BtvvKHevXvrrbfeUrFixWQ2mzV48OB7usrofrPG8M4779jNv3Wzmzut1NRUnTlzRk888cRd12symfTdd9+l+4Pl1o7QepVPQEDAHdfp5+enqKiodJff+mX86KOPavz48XZl7733nlasWJHu83///XfNmzdPCxYsSHeeGovFoqpVq2rq1KnpPj8oKOi2sd/Nc889p+7du8tisejYsWN666231LZtW61du/aefjzPnDlTCQkJOnTokCZNmqQXXnhBCxYsyNQ6bty4oSeeeEIXLlzQiBEjFBoaqkKFCunUqVPq2bNnjmi/AHA39NO3Xy/99N25ubnpo48+0jPPPKOHH37YblmZMmVsf2/atElhYWFq3LixZs2apZIlS8rV1VVz587VwoULM71dyf79OX36tCZPnqynnnpKv/322z2tLzPefPNN23x/Vu3atbN7nNM/O0BWoV+5/XrpV+4us/M0Xr161aEsISFB77zzjkaOHKlixYrd9rkZ/U34ySef6MSJE/rhhx/SXU+/fv30ww8/aMiQIekmVqX/tavhw4erZcuW6da5l/kcd+zYoXnz5um9995Tv379tHfvXru7zRYsWKCePXuqQ4cOevnll+Xn56cCBQpo0qRJtrl/rb766iuFh4c7xFeoUKEMx5PZ38gJCQkqVKiQvvnmG3Xo0EGTJk3S6NGjM/0+3LrOjOz/l19+WS1atNCNGzf022+/ady4cTIMQ3PnzrWrZ030WSUlJd335Pa/sXTpUhUuXFhXrlzR119/rQkTJtjmOs+IsLAw9e7d2+FmhFsNHDhQc+fO1eDBg1WvXj35+PjIZDKpW7du9/zdbT2eun79unbv3q1x48YpMTHRbpQ+5C4cA9x+vRwD5A2ZaSM33wmcEXFxcXa/oW+37cwcS2S2Dxs1apRCQkLUo0cPbdq0Kd3tZ/TzkRHbt2/XhAkTtGvXLg0ZMkRPPvnkXZPb6bnX40fra/r888/T/bzd7uKcESNGqGXLlmratKnmzZuXbp2MfOaOHj2qZs2aKTQ0VFOnTlVQUJDc3Ny0evVqTZs27Z6/F3v37q1Zs2apTp06iouLU9euXTVlypR7WpczkRhHnrZkyRI9/vjj+uSTT+zKExMT7b4IH3zwQe3YsUPXr19Pt0O+V9Yrg6wMw9CRI0dsV4JbhyIrXLhwhq6y2rdvn65fv37HA0Hreg3DUHBwcIaGsjh06JBMJlO6VyHfvM61a9eqQYMGGep8S5Qo4fCali9fftv6I0eOVPXq1fV///d/t92+dYjz+z1EeLly5exi9fHx0TPPPKPt27erXr16KlOmjPbv3y+LxWJ3NWp0dLQkORxYPPLII5KkVq1ayc/PT927d9eoUaNsV5xJd28bBw4cUExMjObPn6/u3bvb6v34448OsUvSwYMH7/n1A4Cz0E/TT99N27ZtderUKe3fv9/2A/Odd97RH3/8YauzdOlSeXh46IcffrA7YX/ryecHH3xQFotFhw4duu2Pbatb35/y5curQYMG+vnnn287bOqdPPjggxnuq6tWreqwb249yZXRzw6Q39Cv0K/cScmSJZWamqrz58/fcXQNwzB05swZ1a9f32HZ+PHj5e3trYiIiDtuKyO/Ca9cuaKxY8eqf//+tz1Z7eHhoW+//VYxMTGKjY2VYRiKj4/Xs88+a6tj/U3o6up613aVmf5o7Nix6tGjh6pXr67atWtr/Pjxeuutt2zLlyxZonLlymnZsmV2+yi95HONGjX00UcfqVGjRho3bpzq1q2rd955R1u2bMlQLFLGfyNbFSxYUN9//71CQ0M1ZMgQTZw4UV27drXbB5mV0f1fuXJl275o2bKlUlJS9Nprr2nChAm2EXAkx0TfrdOn+Pr6qmDBgnbHPVbR0dEym822BFFm9m1GNW7c2PbdGRYWpi1btuj777/PcGJc+ufijzfffFNHjx61nYS/NdG3ZMkS9ejRw+7E+rVr1xyGQb/X46lWrVrp5MmTmj9//n2ZIgc5E8cAHAPcL2XKlNHatWuVnJxsdzfx7c4DZ9T9bCPBwcG37RskqWzZsray69ev68iRI3ryySdvu77MHEtY3a0Pu9mePXv05Zdfavny5elewJHZz0dG9O7dW6+99ppOnz6typUra8iQIfr8889tyzO6n+/1+NH6mvz8/DL8mpYvX65t27bddXq0jHzmvvnmG6WkpGjlypV25zDuNIR7RoSHh+vll19WRESEOnfu7HDHfW7BHOPI0woUKGA3BJP0zzwlt86J0alTJyUkJOi9995zWMetz8+Mzz77TMnJybbHS5Ys0ZkzZ9SqVStJUq1atfTggw/q3Xff1aVLlxyef+7cOYfYCxQooLZt295xux07dlSBAgU0duxYh/gNw9D58+dtj9PS0rR06VLVqVPnjldede3aVTdu3LD7IXzzOv7NvE3btm3TihUr9N///ve2Bzxdu3bVqVOn9NFHHzksu3r1qt2cVwkJCYqOjr7tcG93Yz3xbh3arXXr1oqLi7Mb/i4tLU0zZ86Ul5eX3Xwut7IeFNw6TNzd2ob1IOHm/WcYhiIjI+3W4+vrq8aNG+vTTz91GF7l37RdAMgO9NP00xnh7e2tBg0aqHnz5mrevLlKlixpt7xAgQIymUx2wyWeOHHC4Ydhhw4dZDabNW7cOIero+/Wjqz1Mzp06K06deqkffv26euvv3ZYdi9tOKOfHSC/oV+hX7kT6zzfN38XW4c737lzp61s3bp1Sk5OdpgX/MSJE5o9e7bGjBmTqTu1bvebMDIyUpcvX9aoUaPuuo4KFSqoWbNmat68uRo0aGC3zM/PT02aNNGHH36oM2fOODz35naVmf7IOnrJww8/rOHDh2vy5Ml2Scn0frPu2LFD27Ztc1h3UlKSnnvuOYWFhen1119Ptz+/m4z+Rrby9fW1DTM7btw4PfDAA+rbt+89f8bvdf9L/zvHcLe5tm9VoEABtWjRQitWrLCbdi0+Pl4LFy5Uw4YNbUOx3u9jjfTWYRjGPR0LlSlTRk2bNrUdy90qve/umTNn2h3bSf/uNVpvdHBGkg3Zg2MAjgHul9atW+vGjRsObWTatGkymUy2fZpZ97ONtG7dWjt37tTWrVttZdeuXdPs2bMVEBCgWrVq2cpXrFihq1ev3nZIbylzxxL34tVXX1WDBg0UFhaW7vLMfj4ywnocExgYqMmTJ2vBggVas2aNbXlG9/O9Hj+2bNlShQsX1sSJE+2mm7nda7JOr/PMM8/c9UL+jEjvuOnixYsONxBkVrFixdS+fXvt378/Q9PA5VTcMY48rW3btho3bpx69eql+vXr68CBA4qKirJdBWXVvXt3ffbZZxo6dKh27typRo0a6fLly1q7dq369++v9u3b39P2ixUrpoYNG6pXr16Kj4/X9OnTVb58efXt21eSZDab9fHHH6tVq1aqUqWKevXqpVKlSunUqVNav369ChcurG+++UaXL1/W+++/rxkzZqhChQrasGGDbRvWzmL//v3atm2b6tWrpwcffFDjx4/XyJEjdeLECXXo0EHe3t46fvy4vv76a/Xr10/Dhw/X2rVr9cYbb2j//v365ptv7vhaHnvsMT3//POaNGmS9u7dqxYtWsjV1VWHDx/W4sWLFRkZqc6dO9/T+7RmzRo98cQTd7x66rnnntOiRYv0wgsvaP369WrQoIFu3Lih6OhoLVq0SD/88IPtKrX33ntPY8eO1fr169WkSZO7bn///v1asGCBDMPQ0aNHNWPGDD3wwAO29fXr108ffvihevbsqd27d6ts2bJasmSJtmzZounTp9uujBo3bpxOnTqlhx56SO7u7vr11181d+5cVatWzWG+uLu1jdDQUD344IMaPny4Tp06pcKFC2vp0qXpzokyY8YMNWzYUDVr1lS/fv0UHBysEydO6Ntvv9XevXszsgsAwCnop+mnM9JP302bNm00depUPfnkk3rmmWd09uxZvf/++ypfvrz2799vq1e+fHmNGjVKb731lho1aqSOHTvK3d1du3btUmBgoCZNmmSre+7cOX3//feSpDNnzmjy5Mny8fHR448/rpiYmEzH+PLLL2vJkiXq0qWLevfurVq1aunChQtauXKlPvjgA4eh4u8mo58dIL+hX6FfuVO/8vjjj6tevXoaOHCg/vzzTxUoUEAff/yxpH9GH7Heffv2228rODhY3bp1s3v+xo0bValSJfXq1eu228jMb8I1a9ZowoQJd7z7KKPef/99NWzYUFWrVlXfvn1Vrlw5xcfHa9u2bfrrr7+0b98+SffeH40ePVpLly5V3759tWXLFpnNZrVt21bLli3TU089pTZt2uj48eP64IMPVLlyZYeT2i+99JKuXr1qe7/vRWZ+I9/K09NTc+bMUfPmzTV79mz1798/09vPyP632rZtm1xcXGxDqc+cOVM1atSwu4Mvo8aPH68ff/xRDRs2VP/+/eXi4qIPP/xQKSkpevvtt2317vexhiT99NNPdkOpHzlyRIMHD870eu6mbdu2+vzzz+Xj46PKlStr27ZtWrt2rcNnIzOvce/evfLy8lJaWpp2796tzz77TO3bt7/nixyR83EMwDHA/fhtKf0zjdXjjz+uUaNG6cSJE3r44Ye1Zs0arVixQoMHD7bdCZxZ96uNSNIrr7yiqKgotWrVSoMGDVKJEiW0YMECHTp0SFFRUXJxcdGVK1c0evRozZo1S/Xr11eLFi3uGF9GjyXuxZo1a+44SkxmXvu96NevnxYuXKgXXnhBBw8eVMGCBTO8n+/1+LFw4cKaPXu2nnvuOdWsWVPdunWTr6+vTp48qW+//VYNGjSwS8r/9ddftqHO74cWLVrIzc1N7dq10/PPP69Lly7po48+kp+fX7oXP2TGvHnz9P777+fu0eoMIBeaO3euIcnYtWvXHetdu3bNGDZsmFGyZEnD09PTaNCggbFt2zbjscceMx577DG7uleuXDFGjRplBAcHG66urkZAQIDRuXNn4+jRo4ZhGMbx48cNScY777zjsJ0qVarYrW/9+vWGJOOLL74wRo4cafj5+Rmenp5GmzZtjD///NPh+Xv27DE6duxoFC9e3HB3dzfKlCljdO3a1Vi3bp3dtu/2r0ePHnbrXbp0qdGwYUOjUKFCRqFChYzQ0FDjpZdeMv744w/DMAxj4MCBRuPGjY3vv//eIabRo0cb6X1FzJkzx6hVq5bh6elpeHt7G1WrVjVeeeUV4/Tp07Y6ZcqUMdq0aePw3JdeeslhnZIMk8lk7N692648vX2UmppqTJ482ahSpYrh7u5uFC1a1KhVq5YxduxY4+LFiw6xr1+/3iGGW938/plMJiMgIMDo2LGj8fvvv9vVi4+PN3r16mWUKFHCcHNzM6pWrWrMnTvXrs6SJUuMRx55xChcuLDh6elplC9f3hg2bJhx7tw5W53MtI1Dhw4ZzZs3N7y8vIwSJUoYffv2Nfbt22dIctj2wYMHjaeeesooUqSI4eHhYVSsWNF444030n3NZcqUcWgrAHA/0U/TT9+vfjo9PXr0MMqUKWNX9sknnxghISGGu7u7ERoaasydO/e279Gnn35q1KhRwxbjY489Zvz444+25WXKlLHbbyVKlDBatGhhbN++3TCM/7WfzMZ//vx5Y8CAAUapUqUMNzc344EHHjB69OhhJCQk2K138eLFDs8tVKiQXfvJzGcHyAvoV+hX7le/EhcXZ7Rp08bw8PAwHnnkEWPx4sWGJCMyMtJo27at4eHhYdStW9eIjo62e561b/j666/tym/tkzLzm7BkyZLG5cuXHd6f0aNH3/E1WNvHrb8Jjx49anTv3t0ICAgwXF1djVKlShlt27Y1lixZYlcvo/3Rre/nhg0bDJPJZERGRhqGYRgWi8WYOHGiUaZMGcPd3d2oUaOGsWrVKof35IsvvjBMJpNDu+vRo4dRqFChO77WW2X0N3J6xwqGYRi9evUyChcubPz1118Oy+703md0/9/62TWbzbb39+Zt3u477dy5c+nG8euvvxotW7Y0vLy8jIIFCxqPP/64sXXrVoc477Zv7xT7zayfKes/T09Po3Llysa0adPSrZ9Zt77Gv//+23a+xcvLy2jZsqURHR2d7rmLjLZf6z8XFxejTJkyxqBBg4y///77rq8dOQ/HABwD3M9zwC+99JJDeZs2bRy+E5KTk40hQ4YYgYGBhqurqxESEmK88847hsViSXfd1nZ6/Phxh2X3u41YHT161OjcubPh4+NjO65Zvny5bflff/1lBAUFGYMHD7Z7z25+P27tbzJyLJGZPsy6f9q3b5/ue3Lrfsvoa7+T2x0n/fHHH4aHh4cxZMgQW1lG9/O9Hj9aX2vLli1t++nBBx80evbsafzyyy+2Oj169DAkGREREXbPTa9dZeYzt3LlSqNatWqGh4eHUbZsWWPy5MnGp59+etu2ejvW/Xjz8ezdlt8uzpzCZBiMtQvcbxs2bNDjjz+uxYsX3/MVdDc7ceKEgoODdfz48dteYTxmzBidOHFC8+bN+9fbQ9a5320DAJB59NMAgPuJfiX3+uWXX/TII49o7ty56tmzp7PDAQDkMhwD4G44F5z3cPyY+zHHOAAAAAAAAAAAAAAgT2OOcSAX8PLyUnh4uLy8vG5bp1q1agoMDMzGqAAAgEQ/nZ9dvXpVFy9evGOdYsWKyc3NLZsiApAX0K8gv7lw4YJSU1Nvu7xAgQLy9fXNxohwJxz/AFmHYwAgfTdu3NC5c+fuWMfLy+uOnx3Yu3Tpki5dunTHOr6+vipQoEA2RZR9SIwDuUCJEiW0YMGCO9bp2LFjNkUDAABuRj+df3311Vfq1avXHeusX79eTZo0yZ6AAOQJ9CvIbzp27KiNGzfednmZMmV04sSJ7AsId8TxD5B1OAYA0hcbG6vg4OA71hk9erTGjBmTPQHlAe+++67Gjh17xzp3mtYhN2OOcQAAAAC4B2fOnNFvv/12xzq1atVS0aJFsykiAAByn927d+vvv/++7XJPT081aNAgGyPCnXD8AwDIbteuXdPmzZvvWKdcuXIqV65cNkWU+x07dkzHjh27Y52GDRvKw8MjmyLKPiTGAQAAAAAAAAAAAAB5mtnZAQAAAAAAAAAAAAAAkJWYYzwdFotFp0+flre3t0wmk7PDAQDkY4ZhKDk5WYGBgTKbuZ7tTui/AQA5CX14xtGHAwByCvrvjKP/BgDkFJnpv0mMp+P06dMKCgpydhgAANjExsbqgQcecHYYORr9NwAgJ6IPvzv6cABATkP/fXf03wCAnCYj/TeJ8XR4e3tL+ucNLFy4sJOjAQDkZ0lJSQoKCrL1Tbg9+m8AQE5CH55x9OEAgJyC/jvj6L8BADlFZvpvEuPpsA79UrhwYTp1AECOwLBkd0f/DQDIiejD744+HACQ09B/3x39NwAgp8lI/81EKQAAAAAAAAAAAACAPI3EOAAAAAAAAAAAAAAgTyMxDgAAAAAAAAAAAADI00iMAwAAAAAAAAAAAADyNBLjAAAAAAAAAAAAAIA8jcQ4AAAAAAAAAAAAACBPIzEOAAAAAAAAAAAAAMjTSIwDAAAAAAAAAAAAAPI0EuMAAAAAAAAAAAAAgDyNxDgAAAAAAAAAAAAAIE9zcXYAAAAAAHIGi8Wi6OhoJSYmqkiRIgoNDZXZzLW0AAAAeQnHfAAAIL8iMQ4AAABAO3fuVFRUlM6dO2cr8/X1VXh4uOrUqePEyAAAAHC/cMyXN5w6dUojRozQd999pytXrqh8+fKaO3euateuLUkyDEOjR4/WRx99pMTERDVo0ECzZ89WSEiIbR0XLlzQwIED9c0338hsNqtTp06KjIyUl5eXs14WAABZjksBAQAAgHxu586dioyMVFBQkMaOHatPP/1UY8eOVVBQkCIjI7Vz505nhwgAAIB/iWO+vOHvv/9WgwYN5Orqqu+++06HDh3SlClTVLRoUVudt99+WzNmzNAHH3ygHTt2qFChQmrZsqWuXbtmqxMeHq7ffvtNP/74o1atWqWff/5Z/fr1c8ZLAgAg25gMwzCcHUROk5SUJB8fH128eFGFCxd2djgAgHyMPinjeK+Ae2OxWDRkyBAFBQVp6NChdsNoWiwWTZ06VbGxsZo2bRpDbAKZQL+UcbxXAJD1OObLmNzQJ7366qvasmWLNm3alO5ywzAUGBioYcOGafjw4ZKkixcvyt/fX/PmzVO3bt30+++/q3Llytq1a5ftLvPvv/9erVu31l9//aXAwMC7xpEb3isAQP6QmT6JodRzsZSUFJ0+fdrZYWSLwMBAubu7OzuMXC+/tBnay/1BewGA/CE6Olrnzp3TgAEDHE6Cms1mhYWFacyYMYqOjlblypWdFCUAALidtLQ0rVmzRmfPnpWfn59atGghFxdO+cEex3x5x8qVK9WyZUt16dJFGzduVKlSpdS/f3/17dtXknT8+HHFxcWpefPmtuf4+Pjo0Ucf1bZt29StWzdt27ZNRYoUsSXFJal58+Yym83asWOHnnrqKYftpqSkKCUlxfY4KSkpC1/l/cP5LWQG7QWZRZvJfThKzsVOnz6tUaNGOTuMbDFhwgQFBwc7O4xcL7+0GdrL/UF7AYD8ITExUZIUFBSU7nJrubUeAADIORYuXKjVq1fLYrHYlbVu3VrPPPOMEyNDTsMxX95x7NgxzZ49W0OHDtVrr72mXbt2adCgQXJzc1OPHj0UFxcnSfL397d7nr+/v21ZXFyc/Pz87Ja7uLioWLFitjq3mjRpksaOHZsFryhrcX4LmUF7QWbRZnIfEuO5WGBgoCZMmJBt2zt16pRmzZql/v37q1SpUtm2XUkZGr4Hd5df2gzt5f6gvQBA/lCkSBFJUmxsrEJCQhyWx8bG2tUDkL/8/PPPeuedd7R7926dOXNGX3/9tTp06GBbbhiGRo8erY8++kiJiYlq0KCBZs+ene73CYD7a+HChVq1apV8fHzUpUsX1axZU7/++qsWL16sVatWSRLJcdhwzJd3WCwW1a5dWxMnTpQk1ahRQwcPHtQHH3ygHj16ZNl2R44cqaFDh9oeJyUl3fZCi5yE81vIDNoLMos2k/uQGM/F3N3dnXKFRqlSpfLMlSH5DW0GmUF7AYD8ITQ0VL6+vlqxYkW6802uXLlSvr6+Cg0NdWKUAJzl8uXLevjhh9W7d2917NjRYfnbb7+tGTNmaP78+QoODtYbb7yhli1b6tChQ/Lw8HBCxED+kJaWptWrV8vHx0czZ860DZ3etGlTNW7cWAMHDtTq1avVtWtXhlWHJI758pKSJUs6DHdfqVIlLV26VJIUEBAgSYqPj1fJkiVtdeLj41W9enVbnbNnz9qtIy0tTRcuXLA9/1bu7u65chhdzm8hM2gvyCzaTO5jvnsVAAAAAHmV2WxWeHi49uzZo6lTpyomJkZXr15VTEyMpk6dqj179ig8PNxhLkoA+UOrVq00fvz4dOcaNQxD06dP1+uvv6727durWrVq+uyzz3T69GktX778tutMSUlRUlKS3T8AmbNmzRpZLBZ16dJFZrNZhw4d0tatW3Xo0CGZzWZ17txZFotFa9ascXaoyCE45ss7GjRooD/++MOuLCYmRmXKlJEkBQcHKyAgQOvWrbMtT0pK0o4dO1SvXj1JUr169ZSYmKjdu3fb6vz000+yWCx69NFHs+FVAADgHFwyCgAAAORzderUUUREhKKiojRmzBhbua+vryIiIlSnTh3nBQcgxzp+/Lji4uLUvHlzW5mPj48effRRbdu2Td26dUv3ebl1jlIgJ7He6WkymTRkyBCdO3fOtszX11ft27e3qwdIHPPlFUOGDFH9+vU1ceJEde3aVTt37tScOXM0Z84cSf98LwwePFjjx49XSEiIbUSXwMBA23QolSpV0pNPPqm+ffvqgw8+0PXr1zVgwAB169YtTw2XCwDArUiMAwAAAFCdOnVUu3ZtRUdHKzExUUWKFFFoaCh3DQG4rbi4OEmSv7+/Xbm/v79tWXpy6xylQE7i5+cnSfroo49Us2ZNDRgwQEFBQYqNjdWKFSv08ccf29UDrDjmy/0eeeQRff311xo5cqTGjRun4OBgTZ8+XeHh4bY6r7zyii5fvqx+/fopMTFRDRs21Pfff283zUlUVJQGDBigZs2ayWw2q1OnTpoxY4YzXhIAANmGxDgAAAAASf8MsXnrfIUAcL/l1jlKgZykefPmWrBggVxcXDRo0CC5ublJkkJCQjRo0CD16dNHaWlpdiM6AFYc8+V+bdu2Vdu2bW+73GQyady4cRo3btxt6xQrVkwLFy7MivAAAMixSIwDAAAAAIBMCwgIkCTFx8erZMmStvL4+HhVr17dSVEB+cORI0ckSWlpaRo0aJAaNmwoPz8/nT17Vps3b1ZaWpqtHglQAAAA4B8kxgEAAPIwi8XCMIkAgCwRHBysgIAArVu3zpYIT0pK0o4dO/Tiiy86Nzggj0tMTJQkVa9eXXv37tXq1avtllvLrfUAAAAAkBgHAADIs3bu3KmoqCidO3fOVubr66vw8HDVqVPHiZEBAHKLS5cu2e5MlaTjx49r7969KlasmEqXLq3Bgwdr/PjxCgkJUXBwsN544w0FBgaqQ4cOzgsayAeKFCkiSdq3b5+qV68uf39/Xb9+Xa6uroqPj9fevXvt6gEAAAAgMQ4AAJAn7dy5U5GRkapRo4YGDBigoKAgxcbGasWKFYqMjFRERATJcQDAXf3yyy96/PHHbY+HDh0qSerRo4fmzZunV155RZcvX1a/fv2UmJiohg0b6vvvv5eHh4ezQgbyhQoVKshsNsvb21uDBw/WkSNHbCMElS9fXhEREUpOTlaFChWcHSoAAACQY5AYBwAAyGMsFouioqJUo0YNDR061DZ0ekhIiIYOHaqpU6cqKipKtWvXZlh1AMAdNWnSRIZh3Ha5yWTSuHHjNG7cuGyMCkBMTIwsFosuXryofv36KTU11bbMzc3N9jgmJoY5xgEAAID/jzOhAAAAeUx0dLTOnTun9u3bOyS+zWazwsLCdO7cOUVHRzspQgAAAPwbGZ07nDnGAQAAgP/hjnEAAIA8xnoCNCgoKN3l1nJOlAIAAOROhQsXliRVrFhRo0aNUkxMjG0o9QoVKmj8+PGKiYmx1QMAAADAHeMAAAB5TpEiRSRJsbGx6S63llvrAQCAnMVisejQoUPaunWrDh06JIvF4uyQAAAAACDX445xAACAPCY0NFS+vr5asWKF3Rzj0j8n2leuXClfX1+FhoY6MUoAAJCenTt3KioqSufOnbOV+fr6Kjw8XHXq1HFiZMhJkpKSJEl//PGH+vTpc9s5xq31AAAAAHDHOAAAQJ5jNpsVHh6uPXv2aOrUqYqJidHVq1cVExOjqVOnas+ePQoPD3eYfxwAADjXzp07FRkZqaCgII0dO1affvqpxo4dq6CgIEVGRmrnzp3ODhE5REZH/mGEIAAAAOB/uGMcAAAgD6pTp44iIiIUFRWlMWPG2Mp9fX0VERHBHWcAAOQwFotFUVFRqlGjht2ILyEhIRo6dKimTp2qqKgo1a5dm4vboAoVKshsNsvb21uRkZE6cuSIbY7x8uXLKyIiQsnJyapQoYKzQwUAAAByDBLjAAAAeVSdOnVUu3ZtRUdH206UhoaGcjIdAIAcKDo6WufOndOAAQMc+mqz2aywsDCNGTNG0dHRqly5spOiRE4RExMji8WipKQkzZgxQ2FhYapRo4ZiY2M1Y8YMXbx40VaP9gIAAAD8g8Q4AABAHmY2mzkZCgBALpCYmChJCgoKSne5tdxaD/mbtR30799fixYtchghqH///po1axbtBQAAALgJiXEAAAAAAAAns84FHRsbq5CQEIflsbGxdvWQv1nbgZ+fn6ZNm+YwQtCRI0fs6gEAAACQGEcTAAAAAADAyUJDQ+Xr66sVK1YoLS1Nhw4d0tatW3Xo0CGlpaVp5cqV8vX1VWhoqLNDRQ5wc3uRpMqVK6t+/fq2kYJoLwAAAIAj7hgHAAAAAABwMrPZrPDwcE2fPl19+vRRamqqbZmbm5tSU1M1ePBgh/nHkT9Z20tkZKSmTp2qsLAwBQUFKTY2VitXrtSePXsUERFBewEAAABuQmIcAAAAAAAAyGXq1KmjiIgIRUVFOcwxHhERoTp16jgvOAAAACAHIjEOAAAAAADgZBaLRVFRUapZs6YGDx6smJgY25zRFSpU0PTp0xUVFaXatWtzFzBs6tSpo9q1azvMMU4bAQAAABxxlAwAAAAAAOBk0dHROnfunNq3by8XFxe7OaNdXFwUFhamc+fOKTo62tmhAgAAAECuxB3jAAAAAAAATpaYmChJCgoKSne5tdxaD5CknTt3KioqSufOnbOV+fr6Kjw8nKHUAQAAgFtwxzgAAAAAAICTFSlSRJIUGxub7nJrubUesHPnTkVGRiooKEhjx47Vp59+qrFjxyooKEiRkZHauXOns0MEAAAAchQS4wAAAAAAAE4WGhoqX19frVixQhaLxW6ZxWLRypUr5evrq9DQUCdFiJzEOid9jRo1NHToUIWEhMjDw0MhISEaOnSoatSooaioKIe2BAAAAORnDKUOAAAAAADgZGazWeHh4YqMjNSUKVNUrVo1ubu7KyUlRfv379fevXsVEREhs5l7HPC/OekHDBggSTp06JASExNVpEgRhYaGKiwsTGPGjFF0dLQqV67s5GiR01gsFkVHR9u1Gb5bAABAfpArE+OnTp3SiBEj9N133+nKlSsqX7685s6dq9q1a0uSDMPQ6NGj9dFHHykxMVENGjTQ7NmzFRIS4uTIAQAAAAAA0lenTh21adNGq1ev1p49e2zlZrNZbdq0Yc5o2Fjnmj979qzee+89hznGu3TpYlcPsGJeegAAkJ/lusT433//rQYNGujxxx/Xd999J19fXx0+fFhFixa11Xn77bc1Y8YMzZ8/X8HBwXrjjTfUsmVLHTp0SB4eHk6MHgAAAAAAIH07d+7Ut99+q+rVq+vhhx+Wm5ubUlNTtW/fPn377bcqX748iStI+t9c87NmzVKNGjU0YMAABQUFKTY2VitWrNCsWbPs6gHS/+alT6/NREZGKiIigu8YAACQp+W6xPjkyZMVFBSkuXPn2sqCg4NtfxuGoenTp+v1119X+/btJUmfffaZ/P39tXz5cnXr1s1hnSkpKUpJSbE9TkpKysJXAAAAAAAAYO/WOaNvHta4efPmmjp1qqKiolS7dm2GPIYqVKggs9ksb29vDR48WC4u/5ziCwkJ0eDBgzVw4EAlJyerQoUKTo4UOcXtvmOs89LzHQMAAPKDXHeUs3LlStWuXVtdunSRn5+fatSooY8++si2/Pjx44qLi1Pz5s1tZT4+Pnr00Ue1bdu2dNc5adIk+fj42P4FBQVl+esAAAAAcpq0tDStXr1a8+bN0+rVq5WWlubskAAg37DOGd2+fXuHpJTZbFZYWJjOnTun6OhoJ0WInCQmJkYWi0UXL17U9OnTFRMTo6tXryomJkbTp0/XxYsXZbFYFBMT4+xQkUPwHQMAAJAL7xg/duyYZs+eraFDh+q1117Trl27NGjQILm5ualHjx6Ki4uTJPn7+9s9z9/f37bsViNHjtTQoUNtj5OSkkiOAwAAIF9ZuHChVq9eLYvFYlfWunVrPfPMM06MDADyB+tc0Lc7H2EtZ85oSP9rB/3799fixYs1ZswY2zJfX1/1799fs2bNor3Ahu8YAACAXJgYt1gsql27tiZOnChJqlGjhg4ePKgPPvhAPXr0uKd1uru7y93d/X6GCQAAAOQaCxcu1KpVq+Tj46MuXbqoZs2a+vXXX7V48WKtWrVKkkiOA0AWs84FHRsbq5CQEIflsbGxdvWQv1nbgb+/v6ZNm6bo6GglJiaqSJEiCg0N1ZEjR+zqAXzHAAAA5MKh1EuWLKnKlSvblVWqVEknT56UJAUEBEiS4uPj7erEx8fblgEAAAD4h3X4dB8fH82cOVNNmzZVkSJF1LRpU82cOVM+Pj4Mqw4A2SA0NFS+vr5asWKF3egd0j83CaxcuVK+vr4KDQ11UoTISW5uL6mpqdq+fbs2btyo7du3KzU1lfYCBze3mbS0NB06dEhbt27VoUOHlJaWRpsBAAD5Qq67Y7xBgwb6448/7MpiYmJUpkwZSVJwcLACAgK0bt06Va9eXdI/Q6Pv2LFDL774YnaHCwAA4FRpaWlas2aNzp49Kz8/P7Vo0UIuLrnuEBBZaM2aNbJYLOrSpYtD23BxcVHnzp31ySefaM2aNWrdurWTokRGpaSk6PTp084OI1sEBgYy8hfyFLPZrPDwcEVGRmrq1KkKCwtTUFCQYmNjtXLlSu3Zs0cREREOcwMjf7K2l+nTp6t379628gMHDmjt2rWSpMGDB9NeYHNzm+nTp49SU1Nty9zc3JSamkqbAQAAeV6uOys6ZMgQ1a9fXxMnTlTXrl21c+dOzZkzR3PmzJEkmUwmDR48WOPHj1dISIiCg4P1xhtvKDAwUB06dHBu8AAAANmIOaOREWfPnpUk1axZM93lNWrUsKuHnO306dMaNWqUs8PIFhMmTFBwcLCzwwDuqzp16igiIkJRUVEOc0ZHRESoTp06zgsOOc6mTZvuupw2AwAAAPxPrkuMP/LII/r66681cuRIjRs3TsHBwZo+fbrCw8NtdV555RVdvnxZ/fr1U2Jioho2bKjvv/9eHh4eTowcAAAg+zBnNDLKz89PkvTrr7+qadOmDsv37NljVw85W2BgoCZMmJBt2zt16pRmzZql/v37q1SpUtm2Xemf1wrkRXXq1FHt2rUd5ozmLk7cLDU1Vbt375aLi4vmzJmjY8eO2dpLuXLl1K9fP+3evVupqalyc3NzdrjIASwWi6KiolSzZk0NHjxYMTExtjZToUIFTZ8+XVFRUapduzbfNwAAIM/KdYlxSWrbtq3atm172+Umk0njxo3TuHHjsjEqAACAnOHWOaOtw2M3bdpUjRs31sCBA7V69Wp17dqVYdWhFi1aaOHChVq8eLEaN25s1ybS0tK0ZMkSmc1mtWjRwolRIqPc3d2dchd1qVKluHsbuI/MZrMqV67s7DCQgy1YsECS1Lp1a7m4uOjEiRO2qXMqVKigJ598UqtWrdKCBQvshlpH/hUdHa1z585pwIABcnFxcfiOCQsL05gxYxQdHc33DwAAyLM4EwoAAJDH3DxntNls1qFDh+zuOGPOaNzMxcVFrVu31qpVqzRw4EB17txZNWrU0J49e7RkyRJdvHhRbdu25SIKAABykPj4eElScnKyevbs6TB1TqNGjezqAYmJiZKkoKCgdJdby631AAAA8iLObgEAAOQx1rmgTSaThgwZonPnztmW+fr6qn379nb1AOuw+qtXr9Ynn3xiKzebzWrbti3D7gMAkMP4+/vrwIEDWr9+fbpT52zcuNFWD5CkIkWKSJJiY2MVEhLisDw2NtauHgAAQF5EYhwAACCPsc4F/dFHH6lmzZoaMGCAgoKCFBsbqxUrVujjjz+2qwdI/yTHu3btqjVr1tiGYm3RogV3igMAkAN169ZNa9eulSRNmTJFBQsWlPTP1Dl169ZVnz59bPUASQoNDZWvr69WrFihoUOH2s0jbrFYtHLlSvn6+io0NNSJUQIAAGQtznIBAADkMc2bN9eCBQvk4uKiQYMGyc3NTZIUEhKiQYMGqU+fPkpLS1Pz5s2dHClyGuuw6gAA57JYLIqOjrabCuXmJBawYcMG298vvPCCateurQcffFBHjx7VL7/8YlePvh3SPyMBhYeHKzIyUlOnTlVYWJjt4tmVK1dqz549ioiI4LsGAADkaSTGAQAA8pgjR45IktLS0hQREeEwZ3RaWpqtXuXKlZ0ZKgAAuMXOnTsVFRXlMBVKeHi46tSp48TIkJNYp8QpXbq0Tp48qe3bt2v79u225dZyps7BzerUqaOIiAhFRUVpzJgxtnJfX19FRETwHQMAAPI8EuMAAAB5TGJioiSpZcuW+vHHHx3mjG7ZsqV++OEHWz3AijsUAcC5du7cqcjISNWoUcNhKpTIyEgSV7CxTolz8uRJPfzww3Jzc9Ply5dVqFAhpaamat++fXb1AKs6deqodu3aHPMBAIB8icQ4AABAHlOkSBFJUv369RUeHu4wZ/SxY8f0ww8/2OoBEncoAoCzWSwWRUVFqUaNGnbz/4aEhGjo0KGaOnWqoqKiVLt2bRJYsJs6Z8iQIbapcyQpNTWVqXNwR2azmZGjAABAvkRiHAAAII8JDQ2Vr6+vVqxYoaFDh9rNK2mxWLRy5Ur5+voqNDTUiVEiJ+EORQBwvujoaJ07d04DBgzQtWvXNHnyZJ0/f17FixfXiBEjFBYWpjFjxig6OpqEFuymzhk0aJAaNGggf39/xcfHa8uWLUydgztilCAAAJBfkRgHAADIY8xms8LDwxUZGampU6cqLCzMluhcuXKl9uzZo4iICE5+QRJ3KAJATmGd4uS9996zG73jwoUL6tOnj3x9fe3qIX+ztoPq1atr7969+u677+yWW8tpL7gVowQBAID8jMQ4AABAHlSnTh1FRERo/vz5GjNmjK28WLFi3P0LOzffoWixWPT999/bDb3PHYoAkD2sU5xYk1XVqlVTx44dtWzZMu3fv99WzlQokP7XDvbu3avq1avL399f169fl6urq+Lj47V37167eoDEKEEAAADc8gEAALLFzz//rHbt2ikwMFAmk0nLly+3W24Yht58802VLFlSnp6eat68uQ4fPuycYPOIL774Qn///bdd2YULF/TFF184KSLkRNY7ybZu3aqePXtqwYIFWrNmjRYsWKCePXtq27ZtdvUAAFmjdOnStr8/+OADhYWFKSEhQWFhYfrggw/SrYf8q0KFCjKbzfLx8dHgwYP1yCOPqHLlynrkkUc0ePBg+fj4yGw2q0KFCs4OFTnEraMEhYSEyMPDwzZKUI0aNRQVFSWLxeLsUAEAALIMd4wDAIBscfnyZT388MPq3bu3Onbs6LD87bff1owZMzR//nwFBwfrjTfeUMuWLXXo0CF5eHg4IeLcbciQIYqPj5fkeMdZfHy8hgwZomnTpjk5SuQE1jvJfvjhB/n4+KhLly6qWbOmfv31Vy1evFg//PCDXT0AQNZ45513bH8PGjRIqamptsdubm529caOHZutsSHniYmJkcVi0cWLF9WvXz+H9mJ9HBMTw4gvkGQ/StCt0+OYzWZGCQIAAPkCiXEAAJAtWrVqpVatWqW7zDAMTZ8+Xa+//rrat28vSfrss8/k7++v5cuXq1u3btkZaq535coVW1L8448/VsGCBSVJr776qq5cuaI+ffooPj5eV65csS1D/lW+fHlJkouLiyIjI23Jl6ZNm6phw4bq06eP0tLSbPUAAFnj/Pnz97Ue8raMjuTCiC+wsraFoKCgdJdby2kzAAAgLyMxDgAAnO748eOKi4tT8+bNbWU+Pj569NFHtW3btnQT4ykpKUpJSbE9TkpKypZYc4PJkydL+udOcRcXF3366aeKj4+Xv7+/nn32WVWtWlUHDhzQ5MmTueMMWrt2rSQpLS1N06dPd5ijNC0tzVavdevWzgwVAPK04sWL68KFC/L29tb777+vmJgYJSYmqkiRIqpQoYJeeuklJScnq3jx4s4OFTlA4cKFJUkVK1bUqFGjHNrL+PHjFRMTY6sHWEf/iY2NVUhIiMPy2NhYu3oAAAB5EYlxAADgdHFxcZIkf39/u3J/f3/bsltNmjSJpO5tWO8ku3btmnr27GkrP3DggNauXWs7EcYdZ5Cks2fPSpKqVq2qvXv3Oiy3XkhhrQcAyBphYWGaMmWKkpOTde3aNbtl165dU3Jysq0ecLO0tDRt377ddiFkuXLlnB0ScqDQ0FD5+vpqxYoVGjRokNauXauzZ8/Kz89PzZs318qVK+Xr66vQ0FBnhwoAAJBlSIwDAIBcaeTIkRo6dKjtcVJS0m2HBcxvrHecxcTEyMXFRa1bt1aTJk20YcMGrV69WocPH7bVA/z8/CT9c+FE4cKF1bBhQ/n7+ys+Pl6bN2/WgQMH7OoBALLGzSPh9OvXL0P1kH9ZR0v6448/1Lt3b1u59ULIW+sBZrNZ4eHhmj59ut3Fs5K0YMECSdLgwYMd5h8HAADISzjSAQAAThcQECBJtnmxreLj423LbuXu7q7ChQvb/cM/hgwZYvt7xowZ6tatmwICAtStWzfNmDEj3XrIv5o2bSpJMplMmj59up599lk98cQTevbZZzV9+nSZTCa7egCArJHR4YsZ5hgS7QX35siRI5JkO76zsj62LgcAAMiruGMcAAA4XXBwsAICArRu3TpVr15d0j93t+zYsUMvvviic4PLhZYtW2b7u3///qpatao6dOig5cuX2+7+tda7+Q4j5E8//fSTJMkwDA0ZMkSdO3dWjRo1tGfPHi1ZskSGYdjqMcc4AGSdChUqyGw2y9vbW5MnT9aUKVN0/vx5FS9eXMOGDdOIESOUnJysChUqODtU5ADW4dJNJpM++ugjnThxwjbHeNmyZdW3b18ZhsGw6rBJS0vT6tWr5ePjo8jISB05csTWZsqXL6+IiAitXr1aXbt2lYsLp4wBAEDexB3jAAAgW1y6dEl79+61zWF8/Phx7d27VydPnpTJZNLgwYM1fvx4rVy5UgcOHFD37t0VGBioDh06ODXu3Mh6532JEiUk/TOk5ltvvWVLihcrVsyuHvI369zhzZs3V3Jysj755BMNGDBAn3zyiZKTk9WsWTO7egCArBETEyOLxaKkpCTNmjVLZrNZnp6eMpvNmjVrli5evCiLxaKYmBhnh4ocYOHChZL+ubDt/fff165du3To0CHt2rVL77//vu3CNms9YM2aNbJYLOrSpYvS0tL01VdfaeHChfrqq6+Ulpamzp07y2KxaM2aNc4OFXcxZswYmUwmu383zw1/7do1vfTSSypevLi8vLzUqVMnh99+J0+eVJs2bVSwYEH5+fnp5ZdfVlpaWna/FAAAsh2X/wEAgGzxyy+/6PHHH7c9ts4P3qNHD82bN0+vvPKKLl++rH79+ikxMVENGzbU999/Lw8PD2eFnGv5+/vrwIEDql+/vsLCwjR58mTbHWcjRozQ8uXLtWrVKvn7+zs7VOQA1rnDy5Ytq3nz5mnNmjU6e/as/Pz81KJFC23cuNGuHgAgayQmJkr658K2/fv3Oyz39fXVuXPnbPWQv1mTXFWqVNGePXsclleuXFmHDh3iQkjYWC9yXL58uT7++GNb+YULF9SnTx/bRbVcDJk7VKlSRWvXrrU9vvku/yFDhujbb7/V4sWL5ePjowEDBqhjx47asmWLJOnGjRtq06aNAgICtHXrVp05c0bdu3eXq6urJk6cmO2vBQCA7ERiHAAAZIsmTZrY7lxJj8lk0rhx4zRu3LhsjCpvevbZZ7V27VqtXr1aHTt21NixY23LUlNT9f3339vqAS1atNDChQu1ePFiNW7c2G649LS0NC1ZskRms1ktWrRwYpQAkPdZ54I+d+6cTCaTqlSpoipVqui3337Tb7/9pnPnztnVQ/5mvRDyt99+U+HChdWwYUP5+/srPj5emzdv1qFDh2z1AOl/FzkmJCRIkqpVq6aOHTtq2bJl2r9/v62ciyFzBxcXFwUEBDiUX7x4UZ988okWLlyopk2bSpLmzp2rSpUqafv27apbt67WrFmjQ4cOae3atfL391f16tX11ltvacSIERozZozc3Nyy++UAAJBtSIwDAADkMW5ubqpVq5Z2796t3r17KygoSG5ubkpNTVVsbKwsFotq1arFCY9cIiUlRadPn87SbTRo0ECbNm1S//791axZM4WGhio6Olrr1q3TpUuX1KhRI8XGxmZpDIGBgXJ3d8/SbQBATla2bFnb3zNnztSnn36qrVu3ytfXVzNnztSAAQMc6iH/6tatm+1u0bffflubN2/WqVOn5Ofnp7ffflsvvPCCrR4gSQ0bNtSCBQskSTNmzNDKlSu1dOlS+fv7a8aMGRo0aJCtHnK+w4cPKzAwUB4eHqpXr54mTZqk0qVLa/fu3bp+/bqaN29uqxsaGqrSpUtr27Ztqlu3rrZt26aqVavaXTjTsmVLvfjii/rtt99Uo0aNdLeZkpKilJQU2+OkpKSse4EAAGQREuMAAAB50LBhw/Tiiy/q4sWL+vPPP+2W+fj4aNiwYU6KDJl1+vRpjRo1Klu2denSJa1YsUIrVqywK9+0aZM2bdqUpdueMGGCgoODs3QbAJCTzZo1y/a3NQkuSbGxsfr111/t6g0fPjxbY0POs2HDBtvf1iS4lTX5aa1382gwyL+mTJli+9uaBJekAwcO2A3JPWXKFLsRp5DzPProo5o3b54qVqyoM2fOaOzYsWrUqJEOHjyouLg4ubm5OYwu4u/vr7i4OElSXFycw2gS1sfWOumZNGkSbQMAkOuRGAcAAMiDpkyZoosXL6pAgQIOd4xfvHhRU6ZMITmeSwQGBmrChAnZsq20tDStWbNGW7ZsUYMGDdSiRQu7+QqzUmBgYLZsBwByKutQ6ferHvK2jM4DzXzRsDp//vx9rQfnadWqle3vatWq6dFHH1WZMmW0aNEieXp6Ztl2R44cqaFDh9oeJyUlKSgoKMu2BwBAViAxDgAAkMekpqZq9+7dcnFx0ccff2w3ZHpqaqr69Omj3bt3KzU1leHUcwF3d/dsvZPaxcVFW7ZsUevWrbmDGwCyUfHixW3TVnz88cc6ceKEEhMTVaRIEZUtW1Z9+vSx1QOs7cDT01MzZ87Ul19+qfj4ePn7+6tbt24aMGCArl27RnuBTdGiRXXhwgVJ/3zHbNiwQWfPnpWfn5+aNGli+44pWrSoM8PEPShSpIgqVKigI0eO6IknnlBqaqqt/7CKj4+3zUkeEBCgnTt32q0jPj7etux23N3dmfoIAJDrmZ0dAAAAAO4v6/CZrVu3dkh8u7m56cknn7SrBwAAnM8wDNvfZrNZlStXVv369VW5cmWZzeZ06wGGYcjNzU29e/fWyJEj1bt3by58RLpuvrPXYrGobNmyqlChgsqWLSuLxZJuPeQOly5d0tGjR1WyZEnVqlVLrq6uWrdunW35H3/8oZMnT6pevXqSpHr16unAgQN2I0r8+OOPKly4sCpXrpzt8QMAkJ24YxwAACCPsV7t36RJk3SXN2nSRKtWrbLVAwAAzme9k1OS/vOf/6h+/fpq1aqVvvvuO23dujXdesi/rMNdX7t2TQMHDlTnzp1Vo0YN7dmzR0uWLNG1a9fs6gE3t4V+/fplqB5ypuHDh6tdu3YqU6aMTp8+rdGjR6tAgQJ6+umn5ePjo//85z8aOnSoihUrpsKFC2vgwIGqV6+e6tatK0lq0aKFKleurOeee05vv/224uLi9Prrr+ull17ijnAAQJ5HYhwAACCP8ff314EDB7RhwwZ169bNYfmGDRts9QAAQM7g6+ur2NhYeXl56dKlS9qyZYu2bNliW24t9/X1dWKUyCn8/Pwk/TO/8MGDB/XJJ5/YlpnNZlWtWlUHDhyw1QOsvxEyUg85219//aWnn35a58+fl6+vrxo2bKjt27fb+odp06bJbDarU6dOSklJUcuWLTVr1izb8wsUKKBVq1bpxRdfVL169VSoUCH16NFD48aNc9ZLAgAg2zCUOgAAQB7z7LPPSpJWr16t1NRUu2Wpqan6/vvv7eoBAADnGzBggCTp8uXLmjVrlmrWrKmgoCDVrFlTs2bN0uXLl+3qIX9r0aKFzGaz/vzzT3388cd69tln1aJFCz377LP6+OOPdfLkSZnNZrVo0cLZoSKHeOaZZyRJJpNJ7733nkJCQlSsWDGFhITovffek8lksquHnOvLL7/U6dOnlZKSor/++ktffvmlHnzwQdtyDw8Pvf/++7pw4YIuX76sZcuWOcwdXqZMGa1evVpXrlzRuXPn9O6778rFhXvoAAB5H70dAABANktJSdHp06ezdBuVKlXS77//bhuKtVatWtq9e7e2bt2qGzduqFKlSjp16lSWxhAYGMhQfACAPCM7+u9SpUrp1KlT6t+/vx5++GG1a9dOW7ZsUf/+/W3Lz5w5k6Ux0H/fH9nRXho0aKBNmzZp0KBBatasmWrUqKHo6GgNGjRIly5dUqNGjRQbG5ulMdBeco9jx45J+mde+sGDB+vJJ59UkyZNtGHDBg0ePFiGYdjqMc80AADIq0iMAwAAZLPTp09r1KhR2bKtGzduaNOmTdq0aZNd+e+//57lMUyYMEHBwcFZug0AALJLdvbfkrRv3z7t27fPruzUqVP037lEdraXS5cuacWKFVqxYoVdeXrHgPcb7SX3SExMlCRVr15de/fu1apVq7Rq1Srbcmu5tR4AAEBeRGIcAAAgmwUGBmrChAnZsq3U1FQtXbpUBw8e1EMPPaROnTrJzc0tW7YdGBiYLdsBACA7ZGf/fe3aNX3++ec6ceKEypYtq+eee04eHh7Zsm367/sjO9tLWlqa1qxZoy1btqhBgwZq0aJFtg2JTHvJPYoUKSJJeuqppzR48GAtWLBA8fHx8vf317PPPqsTJ05o7969tnoAAAB5EYlxAACAbObu7p6td9Y8/fTTGjVqlJ5++mnu6AEA4B5ld//dt29fjRo1Sn379qX/zoWyu724uLhoy5Ytat26Ne0F6QoNDZWvr69WrFihoUOHqnfv3rZlFotFK1eulK+vr0JDQ50YJQAAQNYiMQ4AAAAAAAAATpQd89I/8cQT+uKLLzR+/Hg99thj8vf3V3x8vDZu3Kg//vhDTz/9tP78888sjYF56QEAgDORGAcAAAAAAPfkxo0bGjNmjBYsWKC4uDgFBgaqZ8+eev3112UymZwdHgDkGtk5L310dLSio6MdyhcuXJjl22ZeegAA4EwkxgEAAAAAwD2ZPHmyZs+erfnz56tKlSr65Zdf1KtXL/n4+GjQoEHODg8Aco3snJfeYrHol19+0YoVK9S+fXvVrl1bZrM5W7bNvPQAAMCZSIwDAAAAAIB7snXrVrVv315t2rSRJJUtW1ZffPGFdu7c6eTIACB3ye556c1ms1asWKE6depwBzcAAMg3sudSQAAAAAAAkOfUr19f69atU0xMjCRp37592rx5s1q1anXb56SkpCgpKcnuHwAAAAAAWY07xgEAAAAAwD159dVXlZSUpNDQUBUoUEA3btzQhAkTFB4eftvnTJo0SWPHjs3GKAEAAAAA4I5xAAAAAABwjxYtWqSoqCgtXLhQv/76q+bPn693331X8+fPv+1zRo4cqYsXL9r+xcbGZmPEAAAAAID8ijvGAQAAAADAPXn55Zf16quvqlu3bpKkqlWr6s8//9SkSZPUo0ePdJ/j7u4ud3f37AwTAAAAAAAS4wAAAAAA5CWfffbZHZd37979vm3rypUrMpvtB6MrUKCALBbLfdsGAAAAAAD3A4lxAAAAAADykIiIiNsuM5lM9zUx3q5dO02YMEGlS5dWlSpVtGfPHk2dOlW9e/e+b9sAAAAAAOB+IDEOAAAAAEAe8vfff2fbtmbOnKk33nhD/fv319mzZxUYGKjnn39eb775ZrbFAAAAAABARpjvXgUAAAAAAORGp0+fVlhYmEqXLq02bdooNjb2vq7f29tb06dP159//qmrV6/q6NGjGj9+vNzc3O7rdgAAAAAA+LdIjAMAAAAAkEcNHTpUp06d0quvvqqrV69qwIABzg4JAAAAAACnYCh1AAAAAADyqK1bt+rLL79U/fr11aZNG9WsWdPZIQEAAAAA4BTcMQ4AAAAAQB6VmJiogIAASVJAQIASExOdGxAAAAAAAE7CHeMAAAAAAOQh+/fvt/1tsVgUHR2tS5cuKSUlxYlRAQAAAADgXCTGAQAAAADIQ6pXry6TySTDMCRJbdu2tT02mUxOjg4AAAAAAOcgMQ4AAAAAQB5y/PhxZ4cAAAAAAECOQ2IcAAAAAIA8pEyZMs4OAQAAAACAHMfs7AAAAAAAAMD9M2nSJH366acO5Z9++qkmT57shIgAAAAAAHA+EuMAAAAAAOQhH374oUJDQx3Kq1Spog8++MAJEQEAAAAA4HwkxgEAAAAAyEPi4uJUsmRJh3JfX1+dOXPGCREBAAAAAOB8JMYBAAAAAMhDgoKCtGXLFofyLVu2KDAw0AkRAQAAAADgfC7ODgAAAAAAANw/ffv21eDBg3X9+nU1bdpUkrRu3Tq98sorGjZsmJOjAwAgf1q9erWeeOIJubq6OjsUAADyLRLj91lCQoKSk5OdHUaWOHXqlN3/eZW3t7dKlCiRbdujzeRu2d1eAAAAgLt5+eWXdf78efXv31+pqamSJA8PD40YMUIjR450cnQAAORP7dq105kzZ+Tn5+fsUAAAyLdIjN9HCQkJGjZ8uK7//xMPedWsWbOcHUKWcnVz05R3382WZGdCQoKGDxum1OvXs3xbzpSX24ybq6venTKF5DgAAAByDJPJpMmTJ+uNN97Q77//Lk9PT4WEhMjd3d3ZoQEAkG8ZhuHsEAAAyPdIjN9HycnJup6aqiINqsnFp5Czw8E9SLt4WYlb9is5OTlbEp3JyclKvX5dz1YsJv+CfBxzm/graVrwx4Vsay8AAABAZnh5eemRRx5xdhgAAAAAAOQIZOKygItPIbkW93F2GMhF/Au6KMjLzdlhAAAAAMgjfvnlFy1atEgnT560DadutWzZMidFBQBA/nbo0CHFxcWlu6xatWrZHA0AAPkPiXEAAAAAAPKQL7/8Ut27d1fLli21Zs0atWjRQjExMYqPj9dTTz3l7PAAAMi3mjVrZjekuslkkmEYMplMunHjhhMjAwAgfyAxDgAAAABAHjJx4kRNmzZNL730kry9vRUZGang4GA9//zzKlmypLPDAwAgXzp+/LizQwAAIN8jMQ4AAAAAQB5y9OhRtWnTRpLk5uamy5cvy2QyaciQIWratKnGjh3r5AgBAMh/ypQp4+wQAADI90iMAwAAAACQhxQtWlTJycmSpFKlSungwYOqWrWqEhMTdeXKFSdHBwBA/vTZZ5/dcXn37t2zKRIAAPIvEuMAAAAAAOQhjRs31o8//qiqVauqS5cuioiI0E8//aQff/xRzZo1c3Z4AADkSz179lShQoXk6upqN8+49M9c4yTGAQDIeiTGAQAAAADIQ9577z1du3ZNkjRq1Ci5urpq69at6tSpk15//XUnRwcAQP7Uvn17bd26VU8//bT69u2rKlWqODskAMiTEhISbCNo5TWnTp2y+z8v8vb2VokSJbJs/STGAQAAAADIQ4oVK2b722w269VXX3ViNAAAQJK+/vprnTlzRp9++qnatWunkiVLql+/furatas8PT2dHR4A5AkJCQkaNny4rqemOjuULDVr1ixnh5BlXN3cNOXdd7MsOU5iHAAAAACAPCQpKemOywsXLpxNkQAAgJuVLFlSo0aN0muvvaYvv/xSL774ouLj4/XKK684OzQAyBOSk5N1PTVVFR5uroJeRZ0dDjLpyqW/FbNvrZKTk0mMAwAAAACAuytSpIhMJpNDuWEYMplMunHjhhOiAgAAkrRlyxZ9+OGHWr16tTp27KgOHTo4OyQAyHMKehWVl4+vs8NADmR2dgCZNWbMGJlMJrt/oaGhtuXXrl3TSy+9pOLFi8vLy0udOnVSfHy8EyMGAAAAACD7rF+/Xj/99JN++uknrVu3Tu7u7vr8889t5QAAIPtNnz5dVapU0YABA1S3bl0dPXpUn376qSpUqODs0AAAyDdy5R3jVapU0dq1a22PXVz+9zKGDBmib7/9VosXL5aPj48GDBigjh07asuWLc4IFQAAAACAbPXYY4/ZPS5QoIDq1q2rcuXKOSkiAAAwdOhQPfDAA6pVq5bWrl1rd35bkpYtW+akyAAAyD9yZWLcxcVFAQEBDuUXL17UJ598ooULF6pp06aSpLlz56pSpUravn276tatm92hAgAAAADgNFeuXFFKSorc3NycHQoAAPla9+7d053qBAAAZJ9cmRg/fPiwAgMD5eHhoXr16mnSpEkqXbq0du/erevXr6t58+a2uqGhoSpdurS2bdt228R4SkqKUlJSbI+TkpKy/DUAAAAAAJAVZsyYIUm6evWqVq5cqdKlS+uBBx5wclQAAORv8+bNy1C9LVu2qHbt2nJ3d8/agAAAyIdyXWL80Ucf1bx581SxYkWdOXNGY8eOVaNGjXTw4EHFxcXJzc1NRYoUsXuOv7+/4uLibrvOSZMmaezYsVkcOQAAAAAAWW/atGmSJE9PTz300EOaO3eukyMCAAAZ1apVK+3du5cpUAAAyAK5LjHeqlUr29/VqlXTo48+qjJlymjRokXy9PS8p3WOHDlSQ4cOtT1OSkpSUFDQv44VAAAAAIDsdvz48QzV4440AAByHsMwnB0CAAB5ltnZAfxbRYoUUYUKFXTkyBEFBAQoNTVViYmJdnXi4+PTnZPcyt3dXYULF7b7BwAAAABAXtaqVSudOnXK2WEAAAAAAJAtcn1i/NKlSzp69KhKliypWrVqydXVVevWrbMt/+OPP3Ty5EnVq1fPiVECAAAAAJCzcEcaAAAAACA/yXVDqQ8fPlzt2rVTmTJldPr0aY0ePVoFChTQ008/LR8fH/3nP//R0KFDVaxYMRUuXFgDBw5UvXr1VLduXWeHDgAAAAAAAAAAAABwglyXGP/rr7/09NNP6/z58/L19VXDhg21fft2+fr6SpKmTZsms9msTp06KSUlRS1bttSsWbOcHDUAAAAAAAAAAHdmMpmcHQIAAHlWrkuMf/nll3dc7uHhoffff1/vv/9+NkUEAAAAAAAAAMC/x1QnAABknVyXGAeA/CwhIUHJycnODiNLnDp1yu7/vMjb21slSpRwdhgAAACSuCMNAICcKLPnff773/9q5MiRioiI0PTp0yVJ165d07Bhw/Tll1/ajarq7+9ve97Jkyf14osvav369fLy8lKPHj00adIkubiQMgAA5F30cgCQSyQkJGjY8OG6nprq7FCyVF6e/sLVzU1T3n2X5DgAAMgRuCMNAIDstWTJEi1atEgnT55U6i3nd3799ddMr2/Xrl368MMPVa1aNbvyIUOG6Ntvv9XixYvl4+OjAQMGqGPHjtqyZYsk6caNG2rTpo0CAgK0detWnTlzRt27d5erq6smTpx47y8QAIAcjsQ4AOQSycnJup6aqgoPN1dBr6LODgeZdOXS34rZt1bJyckkxgEAQLY6c+aMfv/9d1WsWFGlSpWylefVkYgAAMiJZsyYoVGjRqlnz55asWKFevXqpaNHj2rXrl166aWXMr2+S5cuKTw8XB999JHGjx9vK7948aI++eQTLVy4UE2bNpUkzZ07V5UqVdL27dtVt25drVmzRocOHdLatWvl7++v6tWr66233tKIESM0ZswYubm5OWwvJSVFKSkptsdJSUn38C4AAOBcJMYBIJcp6FVUXj6+zg4DAAAAucCqVavUuXNnpaamys3NTQsXLlTHjh2dHRYAAPnOrFmzNGfOHD399NOaN2+eXnnlFZUrV05vvvmmLly4kOn1vfTSS2rTpo2aN29ulxjfvXu3rl+/rubNm9vKQkNDVbp0aW3btk1169bVtm3bVLVqVbuh1Vu2bKkXX3xRv/32m2rUqOGwvUmTJmns2LGZjhMAgJzE7OwAAAAAAABA1hg/frwGDhyoS5cuaeLEiRozZoyzQwIAIF86efKk6tevL0ny9PS0jdzy3HPP6YsvvsjUur788kv9+uuvmjRpksOyuLg4ubm5qUiRInbl/v7+iouLs9W5OSluXW5dlp6RI0fq4sWLtn+xsbGZihkAgJyAxDgAAAAAAHnUkSNH1Lt3bxUsWFD/+c9/dPjwYWeHBABAvhQQEGC7M7x06dLavn27JOn48eMyDCPD64mNjVVERISioqLk4eGRJbGmx93dXYULF7b7BwBAbkNiHAAAAACAPColJUXu7u6SJA8PD6Wmpjo5IgAA8qemTZtq5cqVkqRevXppyJAheuKJJ/R///d/euqppzK8nt27d+vs2bOqWbOmXFxc5OLioo0bN2rGjBlycXGRv7+/UlNTlZiYaPe8+Ph4BQQESPonSR8fH++w3LoMAIC8ijnGAQAAAADIQ4YOHWr7OzU1VRMmTJCPj49u3LjhxKgAAMjf5syZI4vFIumf+cGLFy+urVu3KiwsTM8//3yG19OsWTMdOHDArqxXr14KDQ3ViBEjFBQUJFdXV61bt06dOnWSJP3xxx86efKk6tWrJ0mqV6+eJkyYoLNnz8rPz0+S9OOPP6pw4cKqXLny/Xi5AADkSCTGAQAAAADIQ/bs2WP7u379+jp27JjtcePGjZ0REgAA+Z7ZbJbZ/L8BXLt166Zu3bplej3e3t566KGH7MoKFSqk4sWL28r/85//aOjQoSpWrJgKFy6sgQMHql69eqpbt64kqUWLFqpcubKee+45vf3224qLi9Prr7+ul156yTbSDAAAeRGJcQAAAAAA8pD169c7OwQAAHCL/fv333F5tWrV7tu2pk2bJrPZrE6dOiklJUUtW7bUrFmzbMsLFCigVatW6cUXX1S9evVUqFAh9ejRQ+PGjbtvMQAAkBORGAcAAAAAIA/p3bu3IiMj5e3t7exQAADA/1e9enWZTCYZhiGTySRJMgxDkmQymf7VlCcbNmywe+zh4aH3339f77///m2fU6ZMGa1evfqetwkAQG5kvnsVAAAAAACQW8yfP19Xr151dhgAAOAmx48f17Fjx3Ts2DF5enpq/fr1On78uK0cAABkPe4YBwAAAAAgD7n5TjQAAJAzlClTxva3yWTSAw88YFcGAACyHolxAACQI9y4cUNjxozRggULFBcXp8DAQPXs2VOvv/46J/cBAMikQYMGydPTM91ln376aTZHAwAAAACA85EYBwAAOcLkyZM1e/ZszZ8/X1WqVNEvv/yiXr16ycfHR4MGDXJ2eAAA5CqGYdjmLQUAADmLyWTiAnAAAJyAxDgAAMgRtm7dqvbt26tNmzaSpLJly+qLL77Qzp07062fkpKilJQU2+OkpKRsiRMAgJzOZDJpxowZ8vPzc3YoAADg/ytatKgtGX7p0iXVqFFDZrPZtvzChQvOCg0AgHyDxDgAAMgR6tevrzlz5igmJkYVKlTQvn37tHnzZk2dOjXd+pMmTdLYsWOzOUoAAHI+7hQHACDnmT59urNDAAAg3yMxDgAAcoRXX31VSUlJCg0NVYECBXTjxg1NmDBB4eHh6dYfOXKkhg4danuclJSkoKCg7AoXAIAcq0ePHredXxwAADhHjx49nB0CAAD5HolxAACQIyxatEhRUVFauHChqlSpor1792rw4MEKDAxM9wSCu7u73N3dnRApAAA52/Tp03X9+nWH8gsXLsjFxUWFCxd2QlQAAORvd5v+i/4ZAICsR2IcAADkCC+//LJeffVVdevWTZJUtWpV/fnnn5o0aRJX1gMAkAndunVTu3bt1L9/f7vyRYsWaeXKlVq9erWTIgMAIP8qUqSIbY7xmxmGIZPJpBs3bjghKgAA8hcS4wAAIEe4cuWKzGazXVmBAgVksVicFBEAALnTjh07NHXqVIfyJk2aaNSoUU6ICAAAlCtXTmfPntWrr76qBg0aODscAADyJRLjAAAgR2jXrp0mTJig0qVLq0qVKtqzZ4+mTp2q3r17Ozs0AABylZSUFKWlpTmUX79+XVevXnVCRAAA4Pfff9fMmTM1YcIE7dmzR2+//baCg4OdHRYAAPmK+e5VAAAAst7MmTPVuXNn9e/fX5UqVdLw4cP1/PPP66233nJ2aAAA5Cp16tTRnDlzHMo/+OAD1apVywkRAQAAV1dXDR06VIcPH1apUqVUrVo1DRs2TImJic4ODQCAfIM7xgEAQI7g7e2t6dOna/r06c4OBQCAXG38+PFq3ry59u3bp2bNmkmS1q1bp127dmnNmjVOjg4AgPytWLFimj59ugYMGKARI0aofPnyev311zV48GBnhwYAQJ5HYhwAAAAAgDykQYMG2rZtm95++20tWrRInp6eqlatmj755BOFhIQ4OzwAAPKlGjVqyGQy2ZUZhqGUlBQNGzaMxDgAANmAxDgAAAAAAHlM9erVtXDhQmeHAQAA/r8OHTo4OwQAAPI9EuMAAAAAAOQxN27c0PLly/X7779LkqpUqaKwsDAVKFDAyZEBAJA/jR492tkhAACQ75EYBwAAAAAgDzly5IjatGmjv/76SxUrVpQkTZo0SUFBQfr222/14IMPOjlCAADyp8TERC1ZskRHjx7Vyy+/rGLFiunXX3+Vv7+/SpUq5ezwAADI80iMAwAAAACQhwwaNEjlypXTtm3bVKxYMUnS+fPn9eyzz2rQoEH69ttv7+v2Tp06pREjRui7777TlStXVL58ec2dO1e1a9e+r9sBACA3279/v5o3by4fHx+dOHFCffv2VbFixbRs2TKdPHlSn332mbNDzDYJCQlKTk52dhhZ4tSpU3b/50Xe3t4qUaKEs8MAgHtCYhwAAAAAgDxk48aN2r59uy0pLknFixfXf//7XzVo0OC+buvvv/9WgwYN9Pjjj+u7776Tr6+vDh8+rKJFi97X7QAAkNsNHTpUPXv21Ntvvy1vb29beevWrfXMM884MbLslZCQoGHDh+t6aqqzQ8lSs2bNcnYIWcbVzU1T3n0325LjXEiR+3ExBXISEuMAAAAAAOQh7u7u6Z48vHTpktzc3O7rtiZPnqygoCDNnTvXVhYcHHzH56SkpCglJcX2OCkp6b7GBABATrRr1y59+OGHDuWlSpVSXFycEyJyjuTkZF1PTVWRBtXk4lPI2eEgk9IuXlbilv1KTk7OlkRnQkKChg8bptTr17N8W86Uly+kkCQ3V1e9O2UKyXHkCCTGAQAAAADIQ9q2bat+/frpk08+UZ06dSRJO3bs0AsvvKCwsLD7uq2VK1eqZcuW6tKlizZu3KhSpUqpf//+6tu3722fM2nSJI0dO/a+xgEAQE7n7u6e7sVgMTEx8vX1dUJEzuXiU0iuxX2cHQZyuOTkZKVev65nKxaTf0HSWblR/JU0LfjjQrZdTAHcDd8kAAAAQCYxlFvuxjBuyOtmzJihHj16qF69enJ1dZUkpaWlKSwsTJGRkfd1W8eOHdPs2bM1dOhQvfbaa9q1a5cGDRokNzc39ejRI93njBw5UkOHDrU9TkpKUlBQ0H2NCwCAnCYsLEzjxo3TokWLJEkmk0knT57UiBEj1KlTJydHB+Rs/gVdFOR1f0c+ApA/kRgHAAAAMoGh3HI/hnFDXlekSBGtWLFChw8fVnR0tCSpUqVKKl++/H3flsViUe3atTVx4kRJUo0aNXTw4EF98MEHt02Mu7u7y93d/b7HAgBATjZlyhR17txZfn5+unr1qh577DHFxcWpXr16mjBhgrPDAwAgXyAxDgAAAGQCQ7nlbgzjhvwkJCREISEhWbqNkiVLqnLlynZllSpV0tKlS7N0uwAA5DY+Pj768ccftXnzZu3fv1+XLl1SzZo11bx5c2eHBgBAvsGZPAAAAOAeMJQbgJzq5mHK0zN16tT7tq0GDRrojz/+sCuLiYlRmTJl7ts2AADISxo2bKiGDRs6OwwAAPIlEuMAACDfy8vzRUvMGQ0A+c2ePXtsf2/evFm1atWSp6enpH/mM72fhgwZovr162vixInq2rWrdu7cqTlz5mjOnDn3dTsAAOQFH3/8sT766CMdOXJEhmHowQcfVJ8+fdSvX7/73kcDAABHJMYBAMBd/fXXX1q5cqVOnjyp1NRUu2X3864zZ0hISNCw4cN1/ZbXlRfl5TmjXd3cNOXdd0mOA4Ck9evX2/729vbWwoULVa5cuSzZ1iOPPKKvv/5aI0eO1Lhx4xQcHKzp06crPDw8S7YHAEBuNWjQIC1cuFDPP/+8Bg0aJEn67bffNGrUKB04cEDvvfeekyMEACDvIzEOAADuaN26dQoLC1O5cuUUHR2thx56SCdOnJBhGKpZs6azw/vXkpOTdT01VUUaVJOLTyFnh4N7kHbxshK37GfOaABwkrZt26pt27bODgMAgBzt008/1bJly9SiRQu78saNG6tz584kxgEAyAYkxgEAwB2NHDlSw4cP19ixY+Xt7a2lS5fKz89P4eHhevLJJ50d3n3j4lNIrsV9nB0GAAAAACAPqlixory9vR3Kvb29VbFiRSdEBABA/kNiHAAA3NHvv/+uL774QpLk4uKiq1evysvLS+PGjVP79u314osvOjlCAABws5UrV9r+tlgsWrdunQ4ePGgrCwsLc0ZYAADkSzNmzJAkNWnSRN26dVNERIRcXP45LZ+WlqYZM2aoa9eutnqSbEOtAwCA+4vEOAAAuKNChQrZ5hUvWbKkjh49qipVqkj6Z35uAACQs3To0MHu8fPPP2/722Qy6caNG9kcEQAA+de0adNsf58+fVrTpk2zS4zHx8dryZIlMgxD0j99NYlxAACyRrYmxps2baply5apSJEi2blZAADwL9StW1ebN29WpUqV1Lp1aw0bNkwHDhzQsmXLVLduXWeHBwAAbmGxWJwdAgAA+P+OHz8uSXr99ddlMpn01ltv2S1/8803JUnjxo3L9tgAAMhvsjUxvmHDBtsdZwAAIHeYOnWqLl26JEkaO3asLl26pK+++kohISGaOnWqk6MDAAAAACDni4yM1C+//OJQ/swzz+iRRx4hMQ4AQDYwZ/cGTSZTdm8SAAD8C+XKlVO1atUk/TOs+gcffKD9+/dr6dKlKlOmjJOjAwAAt/r77781cuRITZ48WdevX9egQYNUunRptWzZUidPnnR2eAAA5EsVK1bUK6+8YruDXJKOHTumV155RSEhIU6MDACA/CPb5xh/6qmn5Obmlu6yn376KZujAQAAAICslZCQoOTkZGeHkSVOnTpl939e5e3trRIlSjg7jAzr06ePdu7cKU9PT/34449KTEzUiBEj9MUXX2jQoEFavny5s0MEACDf+eKLL/Tss8+qfPnycnV1lSRdv35dNWrUUFRUlJOjAwAgf8j2xHi9evXk5eWV3ZsFAAD3qGjRoncc8eXChQvZGA0A5C4JCQkaNny4rufxKaVmzZrl7BCylKubm6a8+26uSY5v2LBBq1evVpkyZRQYGKjNmzerfv36atSokR5//HFnhwcAQL4UEhKiHTt26MCBAzp69Kgk+xHaAABA1svWxLjJZNLLL78sPz+/7NwsAAD4F6ZPny5JMgxDL774osaNG0dfDgAZlJycrOupqarwcHMV9Crq7HBwD65c+lsx+9YqOTk51yTG//77bwUHB8vPz0+FChVSQECAJMnf31+JiYnODQ4AgHyuatWqeuihhyQx7SgAANktWxPjhmFk5+YAAMB90KNHD9vfAwcOVKdOnVSuXDknRgQAuU9Br6Ly8vF1dhjIRw4dOqS4uDgZhqHo6GhdunRJCQkJzg4LAIB87bPPPtM777yjw4cPS5IqVKigl19+Wc8995yTIwMAIH/I1sT46NGjGUYdAAAAAIAs1qxZM9vF6W3btpXJZJJhGNyZBgCAk0ydOlVvvPGGBgwYoAYNGkiSNm/erBdeeEEJCQkaMmSIkyMEACDvy9bEePfu3XXq1CmFhITYlR8+fFiurq4qW7ZsdoYDAADuASfUAQDI2Y4fP+7sEAAAwC1mzpyp2bNnq3v37raysLAwValSRWPGjCExDgBANsjWxHjPnj3Vu3dvh8T4jh079PHHH2vDhg3ZGQ4AAMiAjh072v6+du2aXnjhBRUqVMhWtmzZMmeEBQAAbqNMmTLODgEAANzizJkzql+/vkN5/fr1debMGSdEBABA/pOtifE9e/bYhom5Wd26dTVgwIDsDAUAAGSQj4+P7e9nn33WiZEAAICMWLly5R2Xh4WFZVMkAADAqnz58lq0aJFee+01u/KvvvrK4UYyAACQNbI1MW4ymZScnOxQfvHiRd24cSM7QwEAABk0d+5cZ4cAAAAyoUOHDrapT6zzjFuZTCZ+fwMA4ARjx47V//3f/+nnn3+23Ty2ZcsWrVu3TosWLXJydAAA5A/m7NxY48aNNWnSJLsf4Tdu3NCkSZPUsGHD7AwFAABk0PHjx3X48GGH8sOHD+vEiRPZHxAAALij8PBweXt766233tLVq1dlsVhs/0iKAwDgHJ06ddKOHTtUokQJLV++XMuXL1eJEiW0c+dOPfXUU84ODwCAfCFb7xifPHmyGjdurIoVK6pRo0aSpE2bNikpKUk//fRTdoYCAAAyqGfPnurdu7fD0G47duzQxx9/rA0bNjgnMAAAkK7PP/9cu3fv1rBhw/Thhx9q4sSJCg8Pd3ZYAADke7Vq1dKCBQucHQYAAPlWtt4xXrlyZe3fv19du3bV2bNnlZycrO7duys6OloPPfRQdoYCAAAyaM+ePbZh3m5Wt25d7d27N/sDAgAAd1WrVi1t2LBBkZGRGjdunGrXrq2ff/7Z2WEBAJBvnTx5Mt3ytLQ0vf7669kcDQAA+VO23jEuSYGBgZo4cWJ2bxYAANwjk8mk5ORkh/KLFy8yHCsAADlQUlKS7e+mTZtqy5Ytmj17ttq2baumTZtq+fLlzgsOAIB8qmHDhlq7dq0qVKhgK9u9e7d69uwpwzA0fvx4J0YHAED+kO2JcUm6cuWKTp48qdTUVLvyatWqOSMcAABwB40bN9akSZP0xRdfqECBApKkGzduaNKkSWrYsKGTowMAALcqUqSITCaTQ7lhGPrmm2+cEBEAAOjevbsaNWqkH374QVWqVNHo0aM1ffp0RUREaOzYsc4ODwCAfCFbE+Pnzp1Tr1699N1336W7nLvOAADIeSZPnqzGjRurYsWKatSokSRp06ZNSkpK0k8//eTk6AAAwK3Wr1/v7BAAAMAtxo8fr6JFi6pJkyYqVaqUTCaTNm7cqEceecTZoQEAkG9ka2J88ODBSkxM1I4dO9SkSRN9/fXXio+P1/jx4zVlypTsDAUAAGRQ5cqVtX//fr333nvat2+fPD091b17dw0YMEDFihVzdngAAOAWwcHBCgoKSveucQAA4DzDhg2Tj4+PXnjhBS1atIikOAAA2SxbE+M//fSTVqxYodq1a8tsNqtMmTJ64oknVLhwYU2aNElt2rTJznAAAEAGBQYGauLEiXes079/f40bN04lSpTIpqgA54q/ct3ZIeAesN+QHwQHB+vMmTPy8/NzdigAAOD/mzFjhu3vxo0b65lnntHIkSNVtGhRSdKgQYOcFRoAAPlGtibGL1++bPthXrRoUZ07d04VKlRQ1apV9euvv2ZnKAAA4D5bsGCBhg8fTmIc+caCP/52dggAkC7DMJwdAgAAuMW0adPsHpcsWVLz5s2TJJlMJhLjAHAfXbnEOZvcKDv2W7YmxitWrKg//vhDZcuW1cMPP6wPP/xQZcuW1QcffKCSJUtmZygAAOA+4yQ88ptnKxaVf0FXZ4eBTIq/cp2LGpAv/PXXX7p27Vq6y0qXLp3N0QAAgOPHj9+X9cyePVuzZ8/WiRMnJElVqlTRm2++qVatWkmSrl27pmHDhunLL79USkqKWrZsqVmzZsnf39+2jpMnT+rFF1/U+vXr5eXlpR49emjSpElyccnWdAEAZJmYfWudHQJyqGzt6SIiInTmzBlJ0ujRo/Xkk08qKipKbm5utqvjAAAAgNzAv6CrgrzcnB0GAKQrvTlLDcOQyWTSjRs3nBARAADIiMKFC2vv3r0qV65cussfeOAB/fe//1VISIgMw9D8+fPVvn177dmzR1WqVNGQIUP07bffavHixfLx8dGAAQPUsWNHbdmyRZJ048YNtWnTRgEBAdq6davOnDmj7t27y9XV9a5TqAFAblHh4eYq6FXU2WEgk65c+jvLL2rI1sT4s88+a/u7Vq1a+vPPPxUdHa3SpUsz7CoAAAAAAPfJjh075Ovr6+wwAABAJt1tNLZ27drZPZ4wYYJmz56t7du364EHHtAnn3yihQsXqmnTppKkuXPnqlKlStq+fbvq1q2rNWvW6NChQ1q7dq38/f1VvXp1vfXWWxoxYoTGjBkjN7f0L/5NSUlRSkqK7XFSUtK/fKUAkHUKehWVlw+/h+DIaWOjGIYhT09P1axZ01khAACA/8fencfHdL7/H39PZLFkkogk1iBK7buqWFtr0aKUj6LWVlux01baqqWt0Fpra6u+6ActWkurWvtSSiliqV0ptStZhOzn94df5mMkIiGZSSav5+MxD+Y+95z7OjP35JqZ6yywiA+/Ze8Q8Ih47QDAmslkUvHixeXn52fvUAAAQCZKSEjQsmXLFBUVpcDAQO3du1dxcXFq2rSppU+5cuVUvHhx7dy5U3Xq1NHOnTtVuXJlq1Ort2jRQm+++ab+/PNPVa9ePcWxQkJCNGbMmEzfJgAAMpPNC+Nz587VlClTdPLkSUlSmTJlNHjwYL366qu2DgUAAMAibMche4cAAECGeNiRZgAAIHs7dOiQAgMDFR0dLXd3d61YsUIVKlRQaGioXF1d5eXlZdW/YMGCunz5siTp8uXLVkXxpOVJyx4kODhYQ4cOtdyPiIiQv79/Bm0RAAC2YdPC+AcffKDJkydrwIABCgwMlCTt3LlTQ4YM0blz5zR27FhbhgMAADJQt27d5OHhYe8wHplXvcpy9nS3dxh4BPHht9ixAQDucebMGS5XBgCAAytbtqxCQ0MVHh6u7777Tj169NDWrVszdUw3Nze5ubll6hgAAGQ2mxbGZ8+erTlz5ujll1+2tLVp00ZVqlTRgAEDKIwDAJAFbdu2LdXlDRs2lHQ3z2dnzp7ucingae8wAAB4bDdv3lSJEiVSbB8wYIAWLlxoh6gAAEBamEymh/ZxdXVV6dKlJUk1a9bUnj17NG3aNP3nP/9RbGyswsLCrI4av3LligoVKiRJKlSokHbv3m21vitXrliWAQDgyGxaGI+Li1OtWrWStdesWVPx8fG2DAUAAKTRM88888BlJpNJCQkJtgsGAAA81LPPPqvVq1erXr16lrZVq1bpjTfeUOXKle0YGQAAeJhHuSRKYmKiYmJiVLNmTbm4uGjjxo3q0KGDJOn48eM6d+6c5QyugYGB+vjjj3X16lX5+flJktavXy8PDw9VqFAh4zYEAIAsyMmWg73yyispHk325ZdfqmvXro+0zvHjx8tkMmnw4MGWtujoaAUFBalAgQJyd3dXhw4dLHu9AQCA9Ll58+YDbzdu3LB3eAAA4D6ffvqpWrVqpbVr1+rmzZvq0qWLunfvrtGjR2vdunX2Dg8AgBwtNjZWx48ff+CBYj///LOKFi36wMcHBwdr27ZtOnv2rA4dOqTg4GBt2bJFXbt2laenp/r06aOhQ4dq8+bN2rt3r3r16qXAwEDVqVNHktS8eXNVqFBBr7zyig4cOKC1a9fq/fffV1BQEKdKBwA4PJseMS5Jc+fO1bp16yyJ+Pfff9e5c+fUvXt3DR061NJv8uTJD13Xnj179MUXX6hKlSpW7UOGDNFPP/2kZcuWydPTU/3791f79u21Y8eOjN0YAAByAE/P/51ePDIyUu+9955CQ0NVuXJljRs3zo6RAQCAlLz66qvy8PBQhw4d5O7uripVqujQoUMqXry4vUMDACDHun37tgYMGKAFCxZIkk6cOKFSpUppwIABKlq0qEaMGCFJql+/fqrruXr1qrp3765Lly7J09NTVapU0dq1a9WsWTNJ0pQpU+Tk5KQOHTooJiZGLVq00KxZsyyPz5Url1avXq0333xTgYGBypcvn3r06MFlTgEAOYJNC+OHDx9WjRo1JEmnT5+WJPn4+MjHx0eHDx+29EvLdVRu3bqlrl27as6cOfroo48s7eHh4Zo7d64WL16sxo0bS5LmzZun8uXLa9euXZaCPAAASL9hw4Zp/fr16tixo37++WcNGDBAX3/9tb3DAgAA9+nUqZPMZrNeeuklvfTSSxTFAQCws+DgYB04cEBbtmzRc889Z2lv2rSpRo8ebSmMP8zcuXNTXZ47d27NnDlTM2fOfGCfEiVKaM2aNWkLHAAAB2LTwvjmzZszbF1BQUFq3bq1mjZtalUY37t3r+Li4tS0aVNLW7ly5VS8eHHt3LkzxcJ4TEyMYmJiLPcjIiIeK7b48FuP9XjYj71euyu34+wyLh4Prxtyog0bNmju3Llq3LixevfurUaNGtk7JAAAcJ97z8ZWrVo1vfnmm/rtt9/k7e0tKW1naAMAABlr5cqVWrJkierUqWN1YFjFihUtB5EBAIDMZfNTqd/vxo0bli/nafXtt99q37592rNnT7Jlly9flqurq7y8vKzaCxYsqMuXL6e4vpCQEI0ZMyZdMaQmbMehDFsXcoaFx2/aOwQASJPr16+rZMmSkqSAgABdv37dvgEBAIBk9u/fb/m/q6urGjZsqL///lt///13ms7QBgAAMt61a9fk5+eXrD0qKor8DACAjdi0ML5nzx517txZiYmJWr58uYKDg7Vu3TqVKFFCq1evVsWKFR+6jvPnz2vQoEFav369cufOnSFxBQcHW+1RHxERIX9//0den1e9ynL2dM+I0GBj8eG37LJjQ7ey+VUwr4vNx8XjuXI7jp0akCPcfyaVW7duKSIiQtHR0XaKCAAApCYjz9YGAAAyRq1atfTTTz9pwIABkv53OdGvvvpKgYGB9gwNAIAcw6aF8WHDhqlBgwYqUaKE2rVrp6eeekqhoaEaOXKk3nnnHa1evfqh69i7d6+uXr1quVa5JCUkJGjbtm2aMWOG1q5dq9jYWIWFhVkdNX7lyhUVKlQoxXW6ubnJzc3tsbcvibOnu1wKeGbY+uD4CuZ1kb+7q73DAIAUeXl5Wb6wG4ah6tWrW/7PXu0AAAAAADzcuHHj1LJlSx05ckTx8fGaNm2ajhw5ot9++01bt261d3gAAOQINi2M79+/X3PnzlWpUqU0btw4BQcHq0qVKho1apRatGiRpnU0adJEhw5ZH9Hbq1cvlStXTu+88478/f3l4uKijRs3qkOHDpKk48eP69y5c+x5BwDAI+CoMwAAsp8//vhDS5cu1blz5xQbG2u1bPny5XaKCgCAnKt+/foKDQ3V+PHjVblyZa1bt041atTQzp07VblyZXuHBwBAjmDza4w7OzsrV65cyp07t/Lnzy9JKlCggG7fvp2mx5vNZlWqVMmqLV++fCpQoIClvU+fPho6dKi8vb3l4eGhAQMGKDAwUHXq1MnYjQEAIAdo1KiRvUMAAADp8O2336p79+5q0aKF1q1bp+bNm+vEiRO6cuWKXnzxRXuHBwBAjvXEE09ozpw59g4DAIAcy6aF8SeeeEInTpxQQECAIiMjLe2nT59WyZIlM2ycKVOmyMnJSR06dFBMTIxatGihWbNmZdj6AQDISebNmyd3d3d17NjRqn3ZsmW6ffu2evToYafIAABASsaNG6cpU6YoKChIZrNZ06ZNU0BAgF5//XUVLlzY3uEBAJAjRUREpLrcw8PDRpEAAJBz2bQwvmzZMnl6Jr/2dq5cufTxxx8/8nq3bNlidT937tyaOXOmZs6c+cjrBAAAd4WEhOiLL75I1u7n56e+fftSGAcAIIs5ffq0WrduLUlydXVVVFSUTCaThgwZosaNG2vMmDF2jhAAgJwn6eyp9zMMQyaTSQkJCTaOCACAnMemhfEyZcqk2M4pWgEg7W7fumnvEPAIsvPrdu7cOQUEBCRrL1GihM6dO2eHiAAg+8nOeSCny46vXf78+S1naStatKgOHz6sypUrKywsLM2XMQMAABkrICBAV69e1YgRI1SvXj17hwMAQI5k82uMnz59WlOnTtXRo0clSRUqVNDgwYNVqlQpW4cCANnSiQMb7B0Cchg/Pz8dPHgw2WVPDhw4oAIFCtgnKADIZsjfsKWGDRtq/fr1qly5sjp27KhBgwZp06ZNWr9+vZo0aWLv8AAAyJGOHj2q6dOn6+OPP9b+/fv1ySefpLgTOgAAyDw2LYyvXbtWbdq0UbVq1Sx7xe3YsUMVKlTQjz/+qGbNmtkyHADIlp6s2lR53VM+/Rayrtu3bmbbosjLL7+sgQMHymw2q2HDhpKkrVu3atCgQercubOdowOA7IH8nX1lxxw+Y8YMRUdHS5Lee+89ubi46LffflOHDh30/vvv2zk6AAByJhcXFw0dOlQ9e/bU2LFjVaVKFfXt21cjR46Ul5eXvcMDACBHsGlhfMSIERoyZIjGjx+frP2dd96hMA4AaZDXPb/cPX3tHQZykA8//FBnz55VkyZN5Ox896NDYmKiunfvrnHjxtk5OgDIHsjfsCVvb2/L/52cnDRixIgU+40fP15vvPEGP8YDAGBD3t7emjp1qvr376933nlHpUuX1vvvv6/BgwfbOzQAAByeTQvjR48e1dKlS5O19+7dW1OnTrVlKAAAII1cXV21ZMkSffjhhzpw4IDy5MmjypUrq0SJEvYODQAAPIZx48apU6dOFMYBALCB6tWry2QyWbUZhqGYmBgNGzaMwjgAADZg08K4r6+vQkNDVaZMGav20NBQ+fn52TIUAACQTk8++aSefPJJe4cBAAAyiGEY9g4BAIAco127dvYOAQCAHM+mhfHXXntNffv21V9//aW6detKunuN8QkTJmjo0KG2DAUAAKTDP//8ox9++EHnzp1TbGys1bLJkyfbKSoAAAAAALKHUaNG2TsEAAByPJsWxkeOHCmz2axJkyYpODhYklSkSBGNHj1aAwcOtGUoAAAgjTZu3Kg2bdqoVKlSOnbsmCpVqqSzZ8/KMAzVqFHD3uEBAAAAAAAAAPBQNi2Mm0wmDRkyREOGDFFkZKQkac+ePSpdunSy66sAAICsITg4WMOHD9eYMWNkNpv1/fffy8/PT127dtVzzz1n7/AAAAAAAMjy8ufPn+pv4Ddu3LBhNAAA5Ew2LYyvXbtWPXv2lJeXl+bPn6+OHTvqn3/+kYuLixYvXqwOHTrYMhwAAJAGR48e1TfffCNJcnZ21p07d+Tu7q6xY8eqbdu2evPNN+0cIQAAAAAAWdvUqVMlSYZh6M0339TYsWPl5+dn36AAAMhhbFoYHzFihJo2bSo/Pz+1adNGPXv21AcffKBJkyZpzJgxFMYBAMiC8uXLZ7mueOHChXX69GlVrFhRknT9+nV7hgYAAB5DgwYNlCdPHnuHAQBAjtCjRw/L/wcMGKAOHTqoVKlSdozIvuLDb9k7BDwCe71uV27H2WVcPD5eO2Q1Ni2MHz9+XMuXL5e/v7+mT5+uHj16KF++fOrRo4dCQkJsGQoAAEijOnXqaPv27SpfvrxatWqlYcOG6dChQ1q+fLnq1Klj7/AAAMB9Dh48mOryKlWqSJLWrFlji3AAAACSCdtxyN4hIBtZePymvUMA4CBsWhiPjo6Wu7u7nJ2d5ebmZtkzPXfu3JYj0QAAQNYyefJk3bp1d4/gMWPG6NatW1qyZInKlCmjyZMn2zk6AABwv2rVqslkMskwDEmyXM/UMAyZTCYlJCTYM7wMdf36dUVGRto7jExx4cIFq38dkdlslo+Pj83GY75kb7aeL0BmS+164zmBV73KcvZ0t3cYSKf48Ft22amhW9n8KpjXxebj4vFduR3Hjg3IUmxaGJekkSNHKm/evIqNjdVHH30kT09P3b5929ZhAACANLr31G758uXT559/bsdoMk98eJS9Q8Ajstdrd+V2vF3GxePhdUNO8fvvv8vX11eGYahSpUpas2aNSpQoYe+wMtT169c1bPhwxTn4jvazZs2ydwiZxsXVVZMmTrRJsfP69esaPmyYYuMc+3SejjxfXF1cNHHSJIrjyLbat29v+X90dLTeeOMN5cuXz9K2fPlye4RlN86e7nIp4GnvMJBNFMzrIn93V3uHAcAB2LQw3rBhQx0/flySVLduXf31119WywAAAGzNbDbLxdVVYTtSP+0ssjYXV1eZzWabjGU2m+Xq4qKFx2/YZDxkPFcXF5vNF8BeihcvLj8/P0l3j0jLmzevwxXGIyMjFRcbK696VeTsme/hD0CWEh8epbAdBxUZGWmTQmdkZKRi4+LUray3Cua1+XEieExXbsdr4fEbNpsvQGbw9PxfEbhbt252jAQAgJzLpt8EtmzZYsvhAABABsifP3+qp3i7cSPjioMXLlzQO++8o59//lm3b99W6dKlNW/ePNWqVSvDxrifj4+PJk2c6LCn1ZTuPq+zZs1Sv379VLRoUXuHkylseWpNHx8fTZw0yWHnDPMFyP78/Px04sQJ+fn56eLFi4qKilLLli313//+V88995y9w8twzp75OOIMaVYwrzNHnAGwi3nz5tk7BAAAcjx2kQUAAKmaOnWq5f+GYejNN9/U2LFjLUehZZSbN2+qXr16evbZZ/Xzzz/L19dXJ0+eVP78+TN0nJT4+PjkiCJZ0aJFFRAQYO8wHEJOmDPMFyD7eu6559S5c2c9//zz2rJli5o2bapBgwapW7du6t+/v0aPHm3vEAEAyJHi4+O1ZcsWnT59Wl26dJHZbNbFixfl4eEhd3eutw0AQGajMA4AAFLVo0cPq/sDBgxQhw4drK49nhEmTJggf39/q73oUyvKxcTEKCYmxnI/IiIiQ+MBACC7mjlzpj7++GMdOHBATZs21QcffCA/Pz/t3r1bL730EoVxAADs4O+//9Zzzz2nc+fOKSYmRs2aNZPZbNaECRMUExOjzz//3N4hAgDg8JzsHQAAAMg+4uPjFRcXp1y5cmX4un/44QfVqlVLHTt2lJ+fn6pXr645c+Y8sH9ISIg8PT0tN39//wyPCQCA7ChfvnwaN26cfvrpJ82YMcNylpdSpUrpt99+s3N0AADkTIMGDVKtWrV08+ZN5cmTx9L+4osvauPGjXaMDACAnIMjxgEAQKp++OEHSdKdO3f03XffydPTU8WLF8/wcf766y/Nnj1bQ4cO1bvvvqs9e/Zo4MCBcnV1TXbUuiQFBwdr6NChlvsREREUxwEAeIjcuXPbOwQAAHKkX3/9Vb/99ptcXV2t2kuWLKkLFy7YKSoAAHIWCuMAACBV7dq1k3T3h/RKlSppxYoVMplMGT5OYmKiatWqpXHjxkmSqlevrsOHD+vzzz9PsTDu5uYmNze3DI8DAABH8Mcff2jp0qU6d+6cYmNjrZYtX74808YdP368goODNWjQIE2dOjXTxgEAILtJTExUQkJCsvZ//vlHZrPZDhEBAJDzcCp1AACQqsTERCUmJur27dvavXu36tatmynjFC5cWBUqVLBqK1++vM6dO5cp4wEA4Ki+/fZb1a1bV0ePHtWKFSsUFxenP//8U5s2bZKnp2emjbtnzx598cUXqlKlSqaNAQBAdtW8eXOrncZMJpNu3bqlUaNGqVWrVvYLDACAHITCOAAAyBLq1aun48ePW7WdOHFCJUqUsFNEAABkT+PGjdOUKVP0448/ytXVVdOmTdOxY8fUqVOnTLkciiTdunVLXbt21Zw5c5Q/f/5MGQMAgOxs0qRJ2rFjhypUqKDo6Gh16dLFchr1CRMm2Ds8AAByBArjAAAgSxgyZIh27dqlcePG6dSpU1q8eLG+/PJLBQUF2Ts0AACyldOnT6t169aSJFdXV0VFRclkMmnIkCH68ssvM2XMoKAgtW7dWk2bNn1o35iYGEVERFjdAABwdMWKFdOBAwf07rvvasiQIapevbrGjx+v/fv3y8/Pz97hAQCQI3CNcQAAkCU89dRTWrFihYKDgzV27FgFBARo6tSp6tq1q71DAwAgW8mfP78iIyMlSUWLFtXhw4dVuXJlhYWF6fbt2xk+3rfffqt9+/Zpz549aeofEhKiMWPGZHgcAABkdc7OzurWrZu9wwAAIMeiMA4AALKM559/Xs8//7y9wwAAIFtr2LCh1q9fr8qVK6tjx44aNGiQNm3apPXr16tJkyYZOtb58+c1aNAgrV+/Xrlz507TY4KDgzV06FDL/YiICPn7+2doXAAAZDWfffZZqssHDhxoo0gAAMi5KIwDAAAAAOBAZsyYoejoaEnSe++9JxcXF/3222/q0KGD3n///Qwda+/evbp69apq1KhhaUtISNC2bds0Y8YMxcTEKFeuXFaPcXNzk5ubW4bGAQAZ7fr165azbziiCxcuWP3riMxms3x8fOwdhsXgwYNVrFixZHlRkkwmE4VxAABsgMI4AAAAAAAOxNvb2/J/JycnjRgxItPGatKkiQ4dOmTV1qtXL5UrV07vvPNOij/+A0BWd/36dQ0bPlxxsbH2DiXTzZo1y94hZBoXV1dNmjgxSxXH//jjD64nDgCAHVEYBwAAAADAgZw7d07FixdP1h4fH6/Ro0fro48+yrCxzGazKlWqZNWWL18+FShQIFk7AGQXkZGRiouN1ZNVmyqve357h4NHcPvWTZ04sEGRkZFZpjBuMplkMpnsHQYAADkahXEAAAAAABxI/fr1tWHDBj355JOWtr1796pnz54yDCNDC+MA4MjyuueXu6evvcOAgzAMQyNHjpSnp6fy5cunIkWKqHr16qpZs6a9QwMAIMegMA4AAAAAgAPp3r27GjRooLVr16pixYoaNWqUpk6dqkGDBmnMmDGZPv6WLVsyfQwAALKbhg0b6tixY4qLi1NERIQuXryomzdvqmrVqvrpp59UpEgRe4cIAIDDozAOAAAAAIAD+eijj5Q/f34988wzKlq0qEwmk7Zu3aqnnnrK3qEBAJBjpbTj2OnTp9W9e3cNGzZM33zzje2DAgAgh3GydwAAAAAAACBjDRs2TBMnTtTx48c1duxYiuIAAGRBTzzxhKZNm6YLFy7YOxQAAHIEjhgHAAAAAMCBfPbZZ5b/N2zYUF26dFFwcLDy588vSRo4cKC9QgMAAPepVauWtm3bZu8wAADIESiMAwAAAADgQKZMmWJ1v3Dhwpo/f74kyWQyURgHAMBGTpw4oSeffNJy/+DBg5o4caKOHDkik8mkChUq6K233lKlSpXsGCUAADkHhXEAAAAAABzImTNn7B0CAAA5Xnx8vCpVqqTTp0/L399fP/zwg9q3b69nn31WL7zwgiRp+/btql69ulasWKHnn3/ezhEDAOD4KIwDAAAAAAAAAJCBnJ2d5eHhobi4OEnS+++/r5EjR2rUqFFW/UaPHq3333+fwjgAADbgZO8AAAAAAABAxunQoYMmTJiQrP2TTz5Rx44d7RARAAA5U8GCBfXvv/9Kkk6ePKmuXbsm69O1a1cdO3bM1qEBAJAjURgHAAAAAMCBbNu2Ta1atUrW3rJlS23bts0OEQEAkDM1atRIc+fOlST5+/tr3759yfrs27dPvr6+tg4NAIAciVOpAwAAAADgQG7duiVXV9dk7S4uLoqIiLBDRAAA5EzDhw9XrVq15OfnpxdffFGvv/66zpw5o7p160qSduzYoQkTJmjgwIF2jhQAgJyBwjgAAAAAAA6kcuXKWrJkiT744AOr9m+//VYVKlSwU1QAAOQ8pUqV0o4dOzRgwABt3rxZhmEoODjYsrxQoUJ69913NWzYMDtGCQBAzkFhHAAAAAAABzJy5Ei1b99ep0+fVuPGjSVJGzdu1DfffKNly5bZOToAAHKW8uXLa8OGDbp9+7b+/fdfJSYmSpLy588vDw8PO0cHAEDOwjXGAQAAAABwIC+88IJWrlypU6dOqV+/fho2bJj++ecfbdiwQe3atbN3eAAA5Eh58+aVv7+/4uLidOzYMbm4uEiSDMOwc2QAAOQcHDEOAAAAAICDad26tVq3bm3vMAAAwP/377//qlOnTtq8ebNMJpNOnjypUqVKqU+fPsqfP78mTZpk7xABAHB4HDEOAAAAAICDCQsL01dffaV3331XN27ckCTt27dPFy5csHNkAADkTEOGDJGLi4vOnTunvHnzWtr/85//6JdffknzekJCQvTUU0/JbDbLz89P7dq10/Hjx636REdHKygoSAUKFJC7u7s6dOigK1euWPU5d+6cWrdurbx588rPz09vvfWW4uPjH28jAQDI4iiMAwAAAADgQA4ePKgnn3xSEyZM0KeffqqwsDBJ0vLlyxUcHGzf4AAAyKHWrVunCRMmqFixYlbtZcqU0d9//53m9WzdulVBQUHatWuX1q9fr7i4ODVv3lxRUVGWPkOGDNGPP/6oZcuWaevWrbp48aLat29vWZ6QkKDWrVsrNjZWv/32mxYsWKD58+frgw8+ePwNBQAgC+NU6gAAAAAAOJChQ4eqZ8+e+uSTT2Q2my3trVq1UpcuXewYGQAAOVdUVJTVkeJJbty4ITc3tzSv5/6jy+fPny8/Pz/t3btXDRs2VHh4uObOnavFixercePGkqR58+apfPny2rVrl+rUqaN169bpyJEj2rBhgwoWLKhq1arpww8/1DvvvKPRo0fL1dU12bgxMTGKiYmx3I+IiEhzzAAAZBUUxgEAAAAAcCB79uzRF198kay9aNGiunz5sh0iAgAADRo00Ndff60PP/xQkmQymZSYmKhPPvlEzz777COvNzw8XJLk7e0tSdq7d6/i4uLUtGlTS59y5cqpePHi2rlzp+rUqaOdO3eqcuXKKliwoKVPixYt9Oabb+rPP/9U9erVk40TEhKiMWPGPHKcAGBLt2/dtHcIeAS2eN0ojAMAAAAA4EDc3NxSPIrrxIkT8vX1tUNEAADgk08+UZMmTfTHH38oNjZWb7/9tv7880/duHFDO3bseKR1JiYmavDgwapXr54qVaokSbp8+bJcXV3l5eVl1bdgwYKWHeQuX75sVRRPWp60LCXBwcEaOnSo5X5ERIT8/f0fKW4AyCxms1kurq46cWCDvUPBI3JxdbU681lGozAOAAAAAIADadOmjcaOHaulS5dKuntE2rlz5/TOO++oQ4cOdo4OAICcqVKlSjpx4oRmzJghs9msW7duqX379goKClLhwoUfaZ1BQUE6fPiwtm/fnsHRJufm5pauU74DgD34+Pho0sSJioyMtHcomeLChQuaNWuW+vXrp6JFi9o7nExhNpvl4+OTaeunMA4AAAAAmYzTuGVf2fG1mzRpkl566SX5+fnpzp07atSokS5fvqzAwEB9/PHH9g4PAIAcy9PTU++9916GrKt///5avXq1tm3bpmLFilnaCxUqpNjYWIWFhVkdNX7lyhUVKlTI0mf37t1W67ty5YplGQBkZz4+PplaWM0KihYtqoCAAHuHkS1RGAcAAACATMJp3BxDZp/KLaN5enpq/fr12r59uw4ePKhbt26pRo0aVtcaBQAAtnfz5k3NnTtXR48elSRVqFBBvXr1slwfPC0Mw9CAAQO0YsUKbdmyJVlhpGbNmnJxcdHGjRstZ4o5fvy4zp07p8DAQEmy7Cx39epV+fn5SZLWr18vDw8PVahQISM2FQCALInCOAAAAABkEk7j5hgy+1RumaV+/fqqX7++vcMAAACStm3bphdeeEGenp6qVauWJOmzzz7T2LFj9eOPP6phw4ZpWk9QUJAWL16sVatWyWw2W64J7unpqTx58sjT01N9+vTR0KFD5e3tLQ8PDw0YMECBgYGqU6eOJKl58+aqUKGCXnnlFX3yySe6fPmy3n//fQUFBXG6dACAQ6MwDgAAAACZiNO4wdY+++yzVJcPHDjQRpEAAIAkQUFB+s9//qPZs2crV65ckqSEhAT169dPQUFBOnToUJrWM3v2bEnSM888Y9U+b9489ezZU5I0ZcoUOTk5qUOHDoqJiVGLFi00a9YsS99cuXJp9erVevPNNxUYGKh8+fKpR48eGjt27ONvKAAAWRiFcQAAAAAAHMiUKVOs7p8/f16FCxeWs7OzTCYThXEAAOzg1KlT+u677yxFcelugXro0KH6+uuv07wewzAe2id37tyaOXOmZs6c+cA+JUqU0Jo1a9I8LgAAjoDCOAAAAAAADuTMmTNW981ms7Zu3apSpUrZKSIAAFCjRg0dPXpUZcuWtWo/evSoqlataqeoAADIWSiMAwAAAADgwEwmk71DAAAgxxs4cKAGDRqkU6dOWa71vWvXLs2cOVPjx4/XwYMHLX2rVKlirzABAHBoFMYBAAAAAHBQe/bsUVRUlLy9ve0dCgAAOdrLL78sSXr77bdTXGYymWQYhkwmkxISEmwdHgAAOQKFcQAAAAAAHEj16tVlMpl0584dnTp1Sl26dJGXl5e9wwIAIEe7/1InAADA9iiMAwAAAADgQNq1aydJypMnjypVqqRWrVrZNyAAAKC///5bdevWlbMzP8kDAGAvZGEAAAAAABzIqFGj7B2CTcWH37J3CHgE9nrdrtyOs8u4eDy8bnAEzz77rC5duiQ/Pz97hwIAQI5FYRwAAAAAAAdy8ODBVJdXqVLFRpHYRtiOQ/YOAdnIwuM37R0CgBzKMAx7hwAAQI5HYRwAAAAAAAdSrVo1mUwmSf/7Ed5kMskwDJlMJiUkJNgzvAznVa+ynD3d7R0G0ik+/JZddmroVja/CuZ1sfm4eDxXbsexUwMcws6dO5U/f/4UlzVs2NDG0QAAkPNQGAcAAAAAwIHUr19foaGhGjFihLp06WIpkjsqZ093uRTwtHcYyCYK5nWRv7urvcMAkEO9+OKLKbY74o5rAABkRU72DgAAAAAAAGScbdu2af78+Zo/f746deqkf/75RyVKlLDcAACAfVy+fFmJiYnJbhTFAQCwDQrjAAAAAAA4mPbt2+vIkSPq0qWL2rZtq/bt2+vUqVP2DgsAgBzL0c/gAgBAdkBhHAAAAAAAB+Ts7KzBgwfr1KlTCggIUI0aNTR48GB7hwUAQI5kGIa9QwAAIMfjGuMAAAAAADiQ/Pnzp3hUWkxMjKZPn66pU6faPigAAHK4xMREe4cAAECOR2EcAAAAAAAHQuEbAICs6fTp05o6daqOHj0qSapQoYIGDRqkJ554ws6RAQCQM1AYBwAAAADAgfTo0cPeIQAAgPusXbtWbdq0UbVq1VSvXj1J0o4dO1SxYkX9+OOPatasmZ0jBADA8VEYBwAAAADAwWzfvl0JCQlq1KiRjh8/rp9++kk1atTQM888Y+/QAADIkUaMGKEhQ4Zo/PjxydrfeecdCuMAANhAtiuMz549W7Nnz9bZs2clSRUrVtQHH3ygli1bSpKio6M1bNgwffvtt4qJiVGLFi00a9YsFSxY0I5RAwAAAABgG5MmTVJwcLBcXFw0cuRITZo0Sf7+/hoxYoQ+//xz9e7d294hAgCQ4xw9elRLly5N1t67d+8ceRmU+PAoe4eAR2Cv1+3K7Xi7jIvHx2uHrCbbFcaLFSum8ePHq0yZMjIMQwsWLFDbtm21f/9+VaxYUUOGDNFPP/2kZcuWydPTU/3791f79u21Y8cOe4cOAAAAAECmmz17tv773/+qbNmyql27tqZOnap+/frps88+09SpUymMAwBgB76+vgoNDVWZMmWs2kNDQ+Xn52enqGzPbDbLxdVVYTsO2jsUPCIXV1eZzWabjGU2m+Xq4qKFx2/YZDxkDlcXF5vNGeBhsl1h/IUXXrC6//HHH2v27NnatWuXihUrprlz52rx4sVq3LixJGnevHkqX768du3apTp16tgjZAAAAAAAbOaff/5RvXr1VKxYMTk7O1u+H7/wwgt699137RwdAAA502uvvaa+ffvqr7/+Ut26dSXdvcb4hAkTNHToUDtHZzs+Pj6aNHGiIiMj7R1Kprhw4YJmzZqlfv36qWjRovYOJ1OYzWb5+PjYZCwfHx9NnDSJ+ZLN2XLOAA+T7Qrj90pISNCyZcsUFRWlwMBA7d27V3FxcWratKmlT7ly5VS8eHHt3LnzgYXxmJgYxcTEWO5HRERkeuwAAAAAAGQGT09PhYWFqVixYurRo4flR6jY2Fi5ubnZOToAAHKmkSNHymw2Wy55IklFihTR6NGjNXDgQDtHZ1s+Pj4OXyQrWrSoAgIC7B2GQ2C+AMhI2bIwfujQIQUGBio6Olru7u5asWKFKlSooNDQULm6usrLy8uqf8GCBXX58uUHri8kJERjxozJ5KgBAAAAAMh8LVq00Pnz51WpUiXNnj3b0r5r1y5VqVLFjpEBAJBzmUwmDRkyREOGDLEc/cqphQEAsK1sWRgvW7asQkNDFR4eru+++049evTQ1q1bH3l9wcHBVqeriYiIkL+/f0aECgAAAACATX399dcptrdr105t27a1cTQAAECSatSokeryffv22SgSAAByrmxZGHd1dVXp0qUlSTVr1tSePXs0bdo0/ec//1FsbKzCwsKsjhq/cuWKChUq9MD1ubm5cTo5AAAAAIBD8/T0tHcIAADkWKGhoRo2bJjc3d3tHQoAADlWtiyM3y8xMVExMTGqWbOmXFxctHHjRnXo0EGSdPz4cZ07d06BgYF2jhIAAAAAgMzXvn37VJcvX77cRpEAAIB7vfXWW/Lz87N3GAAA5FjZrjAeHBysli1bqnjx4oqMjNTixYu1ZcsWrV27Vp6enurTp4+GDh0qb29veXh4aMCAAQoMDFSdOnXsHToAAAAAAJlu5cqVMpvNatu2rXLlymXvcAAAAAAAyBKyXWH86tWr6t69uy5duiRPT09VqVJFa9euVbNmzSRJU6ZMkZOTkzp06KCYmBi1aNFCs2bNsnPUAAAAAADYxvr16zVs2DDt3btXn3zyiVq3bm3vkAAAgCSTyWTvEAAAyNGyXWF87ty5qS7PnTu3Zs6cqZkzZ9ooIgAAAAAAso4mTZpo//79mj9/vl5//XWVK1dOkydPVpUqVewdGgAAOdrIkSOVN2/eFJdNnjzZxtEAAJDzZLvCeHYQHx5l7xDwiOz12l25HW+XcfF47PW63b510y7j4vHwugEAAFsymUzq1auXOnfurE8//VQNGzZU+/bt9dFHH6lIkSL2Dg8AsgW+x2VfWfG1a9iwoY4fP57iMo4kBwDANiiMZyCz2SwXV1eF7Tho71DwGFxcXWU2m20yltlslquLixYev2GT8ZDxXF1cbDpfXFxddeLABpuMh4xny78vAAAg5/rss8+s7nt5eemNN97QzJkztWzZMkVGRtopMgDIXvj+jYy0ZcsWe4cAAECOR2E8A/n4+GjSxIkO+yPDhQsXNGvWLPXr109Fixa1dziZxmw2y8fHxyZj+fj4aOKkScyZbMzW84W/MdmbLecLAADIuaZMmZJiO59DACB9nqzaVHnd89s7DDyC27dusmMDAABIhsJ4BvPx8XH4HxuKFi2qgIAAe4fhMJgzSA/mCwAAAB7mzJkzlv9HRkbKMAx5eHjYMSIAyJ7yuueXu6evvcMAAABABnGydwAAAAAAACDjxMTE6P3331fBggXl5eWl/Pnzy9fXV8HBwbpz5469wwMAAAAAwC44YhwAAAAAAAfSo0cP7d69Wx999JEqVKggSfrzzz81fvx4/fXXX1qyZImdIwQAAAAAwPYojAMAAAAA4EB++OEHbdq0SXXq1LG01atXT5UqVVLTpk3tGBkAAAAAAPbDqdQBAAAAAHAggYGBunnzZrL2mzdvqm7dunaICAAAAAAA++OIcQAAAAAAHMDQoUMlSSVKlFDXrl3VrVs3OTvf/dofHx+vRYsW6cUXX7T0k6TJkyfbJVYAAAAAAGyNwjgAAAAAAA5g//79kqTExETdunVL+/fvtyqM37p1S6dPn7b0N5lMdokTAAAAAAB7oDAOAAAAAIAD2Lx5sySpd+/eevnll/XGG29YLZ89e7b27t2rr776yh7hAQAAAABgV1xjHAAAAAAAB7JkyRI1aNAgWXv9+vW1ePFiO0QEAAAAAID9URgHAAAAAMCBPP300+rTp482b96sS5cu6dKlS9q0aZNee+01Pf300/YODwAAAAAAu6AwDgAAAACAA/n2229VokQJNW/eXMWKFVOxYsUs/8/oI8ZDQkL01FNPyWw2y8/PT+3atdPx48czdAwAAAAAADIC1xgHAAAAAMCB+Pn5acmSJQoPD9eZM2ckSSVLlpSXl1eGj7V161YFBQXpqaeeUnx8vN599101b95cR44cUb58+TJ8PAAAAAAAHhWFcQAAAAAAHJCnp6eqVauWqWP88ssvVvfnz58vPz8/7d27Vw0bNkzxMTExMYqJibHcj4iIyNQYAQAAAACQOJU6AADIosaPHy+TyaTBgwfbOxQAAJBG4eHhkiRvb+8H9gkJCZGnp6fl5u/vb6vwAAAAAAA5GIVxAACQ5ezZs0dffPGFqlSpYu9QAABAGiUmJmrw4MGqV6+eKlWq9MB+wcHBCg8Pt9zOnz9vwygBAAAAADkVhXEAAJCl3Lp1S127dtWcOXOUP39+e4cDAADSKCgoSIcPH9a3336baj83Nzd5eHhY3QAAAAAAyGxcYxwAAGQpQUFBat26tZo2baqPPvrogf2y8/VJY2JidPHiRZuMFR0drf/+97+SpDlz5uiVV15R7ty5bTJ2kSJF5ObmZpOxAAD21b9/f61evVrbtm1TsWLF7B0OAAAAAADJUBgHAABZxrfffqt9+/Zpz549D+0bEhKiMWPG2CCqjHfx4kW99957Nh/37Nmz+vDDD2023scff6yAgACbjQcAsD3DMDRgwACtWLFCW7Zs4e8+AAAAACDLojAOAACyhPPnz2vQoEFav359mo5oDg4O1tChQy33IyIi5O/vn5khZpgiRYro448/ztQxZs2apQsXLkiSqlWrpvr162v79u0KDQ2VJBUtWlT9+vXL1BiKFCmSqesHANhfUFCQFi9erFWrVslsNuvy5cuSJE9PT+XJk8fO0QEAAAAA8D8UxgEAQJawd+9eXb16VTVq1LC0JSQkaNu2bZoxY4ZiYmKUK1cuyzI3N7dse5puNze3TD2iLjo6WhcuXJDJZNLcuXMtOxrUrVtX0dHR6tOnjy5cuKDChQvb7LTqAADHNHv2bEnSM888Y9U+b9489ezZ0/YBAQAAAADwABTGAQBAltCkSRMdOnTIqq1Xr14qV66c3nnnHauiOFI3Y8YMSVK9evXk6uqqI0eOKCwsTF5eXipXrpzq1q2rHTt2aMaMGRo+fLido8XD2PKa9PHx8Vq3bp0kac2aNWrevLmcnW3zlYFr0gPZk2EY9g4BAAAAAIA0oTAOAACyBLPZrEqVKlm15cuXTwUKFEjWjtRdu3ZNklSiRAkNGTLEcl+SfH191axZM+3YscOqHVmXva5Jv2PHDu3YscNm43FNegAAAODhtm3bpk8//VR79+7VpUuXtGLFCrVr186y3DAMjRo1SnPmzFFYWJjq1aun2bNnq0yZMpY+N27c0IABA/Tjjz/KyclJHTp00LRp0+Tu7m6HLQIAwHYojAMAADgYX19fnT9/XosWLVKNGjXUv39/+fv76/z581q1apUWL15s6YeszxbXpP/ll1/066+/yt3dXU2bNlW5cuV07NgxbdiwQbdu3VKDBg303HPPZWoMXJMeAAAAeLioqChVrVpVvXv3Vvv27ZMt/+STT/TZZ59pwYIFCggI0MiRI9WiRQsdOXLEcimtrl276tKlS1q/fr3i4uLUq1cv9e3b1/JdEQAAR0VhHAAAZFlbtmyxdwjZUr9+/fTqq69a/p83b15JUpkyZZItQ9aX2dekj4+P144dO+Tp6anp06dbTp1epUoVtW/fXgMGDNCOHTv02muv2ey06gCQHvHhUfYOAY/AXq/bldvxdhkXj4fXDfifli1bqmXLlikuMwxDU6dO1fvvv6+2bdtKkr7++msVLFhQK1euVOfOnXX06FH98ssv2rNnj2rVqiVJmj59ulq1aqWJEyeywyoAwKHxyxYAAICDOXv2rOX/r732murWrauWLVvq559/1m+//WbVr0KFCnaIEFnJunXrlJiYqI4dO0q6e23xq1evys/PT82bN9dLL72kuXPnat26dWrVqpWdowWA/zGbzXJxdVXYjoP2DgWPyMXVVWaz2SZjmc1mubq4aOHxGzYZDxnP1cXFZvMFyK7OnDmjy5cvq2nTppY2T09PPf3009q5c6c6d+6snTt3ysvLy1IUl6SmTZvKyclJv//+u1588cUU1x0TE6OYmBjL/YiIiMzbEAAAMgmFcQAAAAcTFhYmSSpZsqTOnj2b7FrRSe1J/ZCzXb16VdLdHSX+7//+T4mJiZZlixcv1rPPPmvVDwCyCh8fH02aOFGRkZH2DiVTXLhwQbNmzVK/fv1UtGhRe4eTKcxms3x8fGwylo+PjyZOmsR8ycZsOV+A7Ory5cuSpIIFC1q1FyxY0LLs8uXL8vPzs1ru7Owsb29vS5+UhISEaMyYMRkcMQAAtkVhHAAAwMF4eXlJknr16iV/f3/NmDFD165dk6+vr/r3769z585p9OjRln7I2ZJ+FNuwYYM8PT3VsWNH1ahRQ/v27dOyZcu0ceNGq34AkJX4+Pg4fKGsaNGimXpJjZyE+QIAjy44OFhDhw613I+IiJC/v78dIwIAIP0ojAMAADiYcuXKydfXV6tWrdLQoUM1fPhwy7LExET98MMP8vX1Vbly5ewYJbKKxo0ba+HChTKZTJoyZYpy585taa9bt6769OkjwzDUuHFjO0cKAAAAIDWFChWSJF25ckWFCxe2tF+5ckXVqlWz9Ln/bFDx8fG6ceOG5fEpcXNzk5ubW8YHDQCADTnZOwAAAABkLCcnJ3Xt2lX79+/XpEmTtHbtWm3ZskVr167VpEmTtH//fnXt2lVOTnwUhLRp0yZJkmEYGjJkiDZu3KgbN25o48aNGjJkiAzDsOoHAAAAIGsKCAhQoUKFLGd9ku4e2f37778rMDBQkhQYGKiwsDDt3bvX0mfTpk1KTEzU008/bfOYAQCwJY4YBwAAcEC1a9dW69attWbNGu3fv9/S7uTkpNatW6t27dp2jA5ZSdLRIk2bNtWmTZs0d+5cyzInJyc1bdpUGzZs4BrjAAAAQBZw69YtnTp1ynL/zJkzCg0Nlbe3t4oXL67Bgwfro48+UpkyZRQQEKCRI0eqSJEiateunSSpfPnyeu655/Taa6/p888/V1xcnPr376/OnTurSJEidtoqAABsg8I4AACAA9q9e7d++uknVatWTVWrVpWrq6tiY2N14MAB/fTTTypdujTFcUj637XDS5Ysqfnz52vdunW6evWq/Pz81Lx5c23dutWqHwAAAAD7+eOPP/Tss89a7idd97tHjx6aP3++3n77bUVFRalv374KCwtT/fr19csvv1gumSRJixYtUv/+/dWkSRM5OTmpQ4cO+uyzz2y+LQAA2BqFcQAAAAeTmJioRYsWqXr16ho6dKjVKdObNm2qyZMna9GiRapVqxanU4eaN2+uxYsXa9myZWrYsKFatWplWRYfH6/vvvtOTk5Oat68uR2jBAAAACBJzzzzjOVyRykxmUwaO3asxo4d+8A+3t7eWrx4cWaEBwBAlsYvoQAAAA7m2LFjunbtmtq2bZus8O3k5KQ2bdro2rVrOnbsmJ0iRFbi7OysVq1aKTw8XAMGDLC6xviAAQMUHh6uVq1aydmZfWoBAAAAAACQffHrFgAAgIMJCwuTJPn7+6e4PKk9qR/QpUsXSdKaNWuSXWP8+eeftywHAAAAAAAAsiuOGAcAAHAwXl5ekqTz58+nuDypPakfkCQxMTHV+wAAAAAAAEB2RWEcAADAwZQrV06+vr5atWpVioXOH374Qb6+vipXrpydIkRWs3jxYq1evVqenp569dVXNWvWLL366qvy9PTU6tWruf4gAAAAAAAAsj0K4wAAAA7GyclJXbt21f79+zV58mSdOHFCd+7c0YkTJzR58mTt379fXbt2TXb9ceRM8fHxWrNmjTw9PTV9+nQ1btxYXl5eaty4saZPny5PT0+tWbNG8fHx9g4VAAAAAAAAeGRcYxwAAMAB1a5dW4MGDdKiRYs0evRoS7uvr68GDRqk2rVr2y84ZCnr1q1TYmKiOnbsKGdn668Hzs7OeumllzR37lytW7dOrVq1slOUAAAAAAAAwOOhMA4AAOCgateurVq1aunYsWMKCwuTl5eXypUrx5HisHL16lVJUo0aNVJcXr16dat+AAAAAAAAQHZEYRwAAMCBOTk5qUKFCvYOA1mYn5+fJGnfvn1q3LhxsuX79++36gcAAAAAAABkRxwuBAAAAORgzZs3l5OTk5YtW5bsOuLx8fH67rvv5OTkpObNm9spQgAAAAAAAODxURgHAAAAcjBnZ2e1atVK4eHhGjBggDZu3KgbN25o48aNGjBggMLDw9WqVatk1x8HAAAAAAAAshN+3QIAAAByuC5dukiS1qxZo7lz51ranZyc9Pzzz1uWAwAAAAAAANkVhXEAAAAA6tKlizp16qR169bp6tWr8vPzU/PmzTlSHAAAAAAAAA6BX7kAAAAASPrfadUBAAAAAAAAR0NhHAAAwIHFx8dzBDAAAAAAAACAHI9fRQEAABzU4sWLtWbNGiUmJlq1tWrVimtGAwAAAA9x+9ZNe4eAR8RrBwAAUkJhHAAAwAEtXrxYq1evlqenpzp27KgaNWpo3759WrZsmVavXi1JFMcBAACAFJjNZrm4uurEgQ32DgWPwcXVVWaz2d5hAACALITCOAAAgIOJj4/XmjVr5OnpqenTp1tOnd64cWM1bNhQAwYM0Jo1a9SpUydOqw4AAADcx8fHR5MmTlRkZKS9Q8k0Fy5c0KxZs9SvXz8VLVrU3uFkCrPZLB8fH3uHAQAAshB+CQUAAHAw69atU2Jiojp27CgnJycdOXJEYWFh8vLyUrly5fTSSy9p7ty5WrdunVq1amXvcAEAAIAsx8fHJ0cUVYsWLaqAgAB7hwEAAGATFMYBAAAczNWrVyVJJpNJQ4YM0bVr1yzLfH191bZtW6t+AAAAAAAAAODoKIwDAAA4GD8/P0nSnDlzVKNGDfXv31/+/v46f/68Vq1apa+++sqqHwAAAAAAAAA4Oid7BwAAAICM1bRpU0mSs7OzBg4cqDJlyih37twqU6aMBg4caLmueFI/AAAAAAAAAHB0FMYBAAAczKlTpyRJ8fHxGjRokDZu3KgbN25o48aNGjRokOLj4636AQAAAAAAAICj41TqAAAADiYsLEyS9Nxzz2ndunWaO3euZZmTk5NatGihtWvXWvoBAAAAAAAAgKOjMA4AAOBgvLy8JEmBgYHq0qWL1q1bp6tXr8rPz0/NmzfXX3/9pbVr11r6AQAAAAAAAICjozAOAADgYMqVKydfX1+tWrVKQ4cOVatWrSzLEhMT9cMPP8jX11flypWzY5QAAAAAAAAAYDtcYxwAAMDBODk5qWvXrtq/f78mT56sEydO6M6dOzpx4oQmT56s/fv3q2vXrnJy4qMgAAAAAAAAgJyBI8YBAAAcUO3atTVo0CAtWrRIo0ePtrT7+vpq0KBBql27tv2CQ5aVmJioY8eOKSwsTF5eXipXrhw7UAAAAAAAAMAhUBgHAABwULVr11atWrUodCJNdu/erUWLFunatWuWNl9fX3Xt2pUdKQAAAAAAAJDtURgHAABwYE5OTqpQoYK9w0AWt3v3bk2bNk3Vq1dX//795e/vr/Pnz2vVqlWaNm0aZxkAAAAAAABAtsfhQgAAAEAOlpiYqEWLFql69eoaOnSoypQpo9y5c6tMmTIaOnSoqlevrkWLFikxMdHeoQIAAAAAAACPjMI4AAAAkIMdO3ZM165dU9u2bZOdZt/JyUlt2rTRtWvXdOzYMTtFCAAAAAAAADw+CuMAAABADhYWFiZJ8vf3T3F5UntSPwAAAAAAACA7ojAOAAAA5GBeXl6SpPPnz6e4PKk9qR8AAAAAAACQHVEYBwAAAHKwcuXKydfXV6tWrUp2HfHExET98MMP8vX1Vbly5ewUIQAAAAAAAPD4KIwDAAAAOZiTk5O6du2q/fv3a/LkyTpx4oTu3LmjEydOaPLkydq/f7+6du2a7PrjAAAAAAAAQHbibO8AAAAAANhX7dq1NWjQIC1atEijR4+2tPv6+mrQoEGqXbu2/YIDAAAAAAAAMkC2K4yHhIRo+fLlOnbsmPLkyaO6detqwoQJKlu2rKVPdHS0hg0bpm+//VYxMTFq0aKFZs2apYIFC9oxcgAAACDrql27tmrVqqVjx44pLCxMXl5eKleuHEeKAwAAAAAAwCFku1+5tm7dqqCgIO3atUvr169XXFycmjdvrqioKEufIUOG6Mcff9SyZcu0detWXbx4Ue3bt7dj1AAAAEDW5+TkpAoVKqhu3bqqUKECRXEAAAAAAAA4jGx3xPgvv/xidX/+/Pny8/PT3r171bBhQ4WHh2vu3LlavHixGjduLEmaN2+eypcvr127dqlOnTrJ1hkTE6OYmBjL/YiIiMzdCAAAAAAAAAAAAACAzWT7Q0DCw8MlSd7e3pKkvXv3Ki4uTk2bNrX0KVeunIoXL66dO3emuI6QkBB5enpabv7+/pkfOAAAAAAAAAAAAADAJrJ1YTwxMVGDBw9WvXr1VKlSJUnS5cuX5erqKi8vL6u+BQsW1OXLl1NcT3BwsMLDwy238+fPZ3boAAAAAAAAAAAAAAAbyXanUr9XUFCQDh8+rO3btz/Wetzc3OTm5pZBUQEAAAAAAAAAAAAAspJse8R4//79tXr1am3evFnFihWztBcqVEixsbEKCwuz6n/lyhUVKlTIxlECAAAAAAAAAAAAAOwt2xXGDcNQ//79tWLFCm3atEkBAQFWy2vWrCkXFxdt3LjR0nb8+HGdO3dOgYGBtg4XAAAAAAAAAAAAAGBn2e5U6kFBQVq8eLFWrVols9lsuW64p6en8uTJI09PT/Xp00dDhw6Vt7e3PDw8NGDAAAUGBqpOnTp2jh4AAAAAAAAAAAAAYGvZrjA+e/ZsSdIzzzxj1T5v3jz17NlTkjRlyhQ5OTmpQ4cOiomJUYsWLTRr1iwbRwoAAAAAAAAAAAAAyAqyXWHcMIyH9smdO7dmzpypmTNn2iAiAAAAAAAAAAAAAEBWlu2uMQ4AAAAAAAAAAAAAQHpQGAcAAAAAAAAAAAAAODQK4wAAAAAAAAAAAAAAh0ZhHAAAAAAAAAAAAADg0CiMAwAAAAAAAAAAAAAcGoVxAAAAAADwWGbOnKmSJUsqd+7cevrpp7V79257hwQAAB6C/A0AyGkojAMAAAAAgEe2ZMkSDR06VKNGjdK+fftUtWpVtWjRQlevXrV3aAAA4AHI3wCAnIjCOAAAAAAAeGSTJ0/Wa6+9pl69eqlChQr6/PPPlTdvXv3f//2fvUMDAAAPQP4GAOREzvYOAI8uJiZGFy9etNl4Fy5csPrXlooUKSI3Nzebj+tocsqcYb5kDOYLAADZT07J3xI5PKuIjY3V3r17FRwcbGlzcnJS06ZNtXPnzhQfExMTo5iYGMv9iIiITI8zI+SU9xfvrYzBfEF6MWdgS+TvzMN7K3tjviC9mDPZD4XxbOzixYt67733bD7urFmzbD7mxx9/rICAAJuP62hyypxhvmQM5gsAANlPTsnfEjk8q7h+/boSEhJUsGBBq/aCBQvq2LFjKT4mJCREY8aMsUV4GSqnvL94b2UM5gvSizkDWyJ/Zz7eW9kT8wXpxZzJfkyGYRj2DiKriYiIkKenp8LDw+Xh4WHvcB7I1nui2JMj7Y1iTzllzjBfMgbzJWvILjkpK+C5AoCck78lcnhWcfHiRRUtWlS//fabAgMDLe1vv/22tm7dqt9//z3ZY1I64szf3z/LP1c55f2V1d9b2QXzBenFnMkayN/k7+wqq7+3sgvmC9KLOZM1pCd/c8R4Nubm5uYwe2jANpgzSA/mCwAA2Q/5G7bm4+OjXLly6cqVK1btV65cUaFChVJ8jJubW5b+UeVBeH8hPZgvSC/mDGyJ/A2kjPmC9GLOZD9O9g4AAAAAAABkT66urqpZs6Y2btxoaUtMTNTGjRutjkADAABZB/kbAJBTccQ4AAAAAAB4ZEOHDlWPHj1Uq1Yt1a5dW1OnTlVUVJR69epl79AAAMADkL8BADkRhXEAAAAAAPDI/vOf/+jatWv64IMPdPnyZVWrVk2//PKLChYsaO/QAADAA5C/AQA5EYVxAAAAAADwWPr376/+/fvbOwwAAJAO5G8AQE7DNcYBAAAAAAAAAAAAAA6NwjgAAAAAAAAAAAAAwKFRGAcAAFlCSEiInnrqKZnNZvn5+aldu3Y6fvy4vcMCAAAAAAAAADgACuMAACBL2Lp1q4KCgrRr1y6tX79ecXFxat68uaKiouwdGgAAAAAAAAAgm3O2dwAAAACS9Msvv1jdnz9/vvz8/LR37141bNgwWf+YmBjFxMRY7kdERGR6jAAAAAAAAACA7IkjxgEAQJYUHh4uSfL29k5xeUhIiDw9PS03f39/W4YHAAAAAAAAAMhGKIwDAIAsJzExUYMHD1a9evVUqVKlFPsEBwcrPDzccjt//ryNowQAAAAAAAAAZBecSh0AAGQ5QUFBOnz4sLZv3/7APm5ubnJzc7NhVAAAAAAAAACA7IrCOAAAyFL69++v1atXa9u2bSpWrJi9wwEAAAAAAAAAOAAK4wAAIEswDEMDBgzQihUrtGXLFgUEBNg7JAAAAAAAAACAg6AwDgAAsoSgoCAtXrxYq1atktls1uXLlyVJnp6eypMnj52jAwAAAAAAAABkZxTGU2AYhiQpIiLCzpEAAHK6pFyUlJsc2ezZsyVJzzzzjFX7vHnz1LNnz4c+nvwNAMhKclIOf1zkcABAVkH+TjvyNwAgq0hP/qYwnoLIyEhJkr+/v50jAQDgrsjISHl6eto7jEz1uD88kL8BAFlRTsjhj4scDgDIasjfD0f+BgBkNWnJ3yaD3d+SSUxM1MWLF2U2m2UymewdTpYREREhf39/nT9/Xh4eHvYOB9kAcwbpwXxJmWEYioyMVJEiReTk5GTvcLI08veD8f5CejBfkB7Mlwcjh6cdOTxlvL+QHswXpBdzJmXk77Qjf6eM9xbSg/mC9GLOpCw9+ZsjxlPg5OSkYsWK2TuMLMvDw4M3HNKFOYP0YL4kx17qaUP+fjjeX0gP5gvSg/mSMnJ42pDDU8f7C+nBfEF6MWeSI3+nDfk7dby3kB7MF6QXcya5tOZvdnsDAAAAAAAAAAAAADg0CuMAAAAAAAAAAAAAAIdGYRxp5ubmplGjRsnNzc3eoSCbYM4gPZgvQObh/YX0YL4gPZgvQObh/YX0YL4gvZgzQObgvYX0YL4gvZgzj89kGIZh7yAAAAAAAAAAAAAAAMgsHDEOAAAAAAAAAAAAAHBoFMYBAAAAAAAAAAAAAA6NwjgAAAAAAAAAAAAAwKFRGAcAAAAAAAAAAAAAODQK40iTbdu26YUXXlCRIkVkMpm0cuVKe4eELCokJERPPfWUzGaz/Pz81K5dOx0/ftzeYSELmz17tqpUqSIPDw95eHgoMDBQP//8s73DAhwC+RvpQQ5HepC/gcxD/kZ6kL+RHuRvIPOQv5Ee5G+kB/k7Y1EYR5pERUWpatWqmjlzpr1DQRa3detWBQUFadeuXVq/fr3i4uLUvHlzRUVF2Ts0ZFHFihXT+PHjtXfvXv3xxx9q3Lix2rZtqz///NPeoQHZHvkb6UEOR3qQv4HMQ/5GepC/kR7kbyDzkL+RHuRvpAf5O2OZDMMw7B0EsheTyaQVK1aoXbt29g4F2cC1a9fk5+enrVu3qmHDhvYOB9mEt7e3Pv30U/Xp08feoQAOg/yN9CKHI73I30DGI38jvcjfSC/yN5DxyN9IL/I30ov8/eic7R0AAMcWHh4u6e4fauBhEhIStGzZMkVFRSkwMNDe4QBAjkYOR1qRvwEg6yB/I63I3wCQdZC/kVbk78dHYRxApklMTNTgwYNVr149VapUyd7hIAs7dOiQAgMDFR0dLXd3d61YsUIVKlSwd1gAkGORw5EW5G8AyFrI30gL8jcAZC3kb6QF+TvjUBgHkGmCgoJ0+PBhbd++3d6hIIsrW7asQkNDFR4eru+++049evTQ1q1bSe4AYCfkcKQF+RsAshbyN9KC/A0AWQv5G2lB/s44FMYBZIr+/ftr9erV2rZtm4oVK2bvcJDFubq6qnTp0pKkmjVras+ePZo2bZq++OILO0cGADkPORxpRf4GgKyD/I20In8DQNZB/kZakb8zDoVxABnKMAwNGDBAK1as0JYtWxQQEGDvkJANJSYmKiYmxt5hAECOQg7H4yJ/A4Dtkb/xuMjfAGB75G88LvL3o6MwjjS5deuWTp06Zbl/5swZhYaGytvbW8WLF7djZMhqgoKCtHjxYq1atUpms1mXL1+WJHl6eipPnjx2jg5ZUXBwsFq2bKnixYsrMjJSixcv1pYtW7R27Vp7hwZke+RvpAc5HOlB/gYyD/kb6UH+RnqQv4HMQ/5GepC/kR7k74xlMgzDsHcQyPq2bNmiZ599Nll7jx49NH/+fNsHhCzLZDKl2D5v3jz17NnTtsEgW+jTp482btyoS5cuydPTU1WqVNE777yjZs2a2Ts0INsjfyM9yOFID/I3kHnI30gP8jfSg/wNZB7yN9KD/I30IH9nLArjAAAAAAAAAAAAAACH5mTvAAAAAAAAAAAAAAAAyEwUxgEAAAAAAAAAAAAADo3COAAAAAAAAAAAAADAoVEYBwAAAAAAAAAAAAA4NArjAAAAAAAAAAAAAACHRmEcAAAAAAAAAAAAAODQKIwDAAAAAAAAAAAAABwahXEAAAAAAAAAAAAAgEOjMA4AD/DKK69o3LhxmT7OL7/8omrVqikxMTHTxwIAwNGRvwEAyH7I3wAAZD/kb2RHFMYBIAUHDhzQmjVrNHDgQEvb8uXL1bx5cxUoUEAmk0mhoaFpWlebNm1UvHhx5c6dW4ULF9Yrr7yiixcvWpY/99xzcnFx0aJFizJ6MwAAyFHI3wAAZD/kbwAAsh/yN7IrCuMAkILp06erY8eOcnd3t7RFRUWpfv36mjBhQrrW9eyzz2rp0qU6fvy4vv/+e50+fVovvfSSVZ+ePXvqs88+y5DYAQDIqcjfAABkP+RvAACyH/I3si0DQJosWLDA8Pb2NqKjo63a27Zta3Tr1s0YNWqUUbVqVePzzz83ihUrZuTJk8fo2LGjERYWZumbkJBgjBkzxihatKjh6upqVK1a1fj5558ty8+cOWNIstzy589vvPjii8b169ctfW7evGn06dPH8PHxMcxms/Hss88aoaGhluVJcdxr8+bNhiTj5s2bhmEYxrx58wxPT89Hfi4OHz5stG7d2jCbzYa7u7tRv35949SpU8aoUaOs4r/31qhRI8MwDKNHjx5G27ZtjdGjR1u24fXXXzdiYmKsnqdx48YZJUuWNHLnzm1UqVLFWLZsWZpiSDJ37lyjQoUKhqurq1GoUCEjKCjIsmzSpElGpUqVjLx58xrFihUz3nzzTSMyMtKyPD4+3vD09DRWr16d4vYnvU779+9/pOdv1apVhslkMmJjYy1tf//9tyHJahsAAI+P/P0/5G/yNwBkF+Tv/yF/k78BILsgf/8P+Zv8jayLI8aBNOrYsaMSEhL0ww8/WNquXr2qn376Sb1795YknTp1SkuXLtWPP/6oX375Rfv371e/fv0s/adNm6ZJkyZp4sSJOnjwoFq0aKE2bdro5MmTVmNt2LBBly5d0k8//aTdu3frk08+sYrj6tWr+vnnn7V3717VqFFDTZo00Y0bNzL5GbjrwoULatiwodzc3LRp0ybt3btXvXv3Vnx8vIYPH65Lly7p0qVLGjZsmAIDAy33ly9fblnHxo0bdfToUW3ZskXffPONli9frjFjxliWh4SE6Ouvv9bnn3+uP//8U0OGDFG3bt20devWh8YgSbNnz1ZQUJD69u2rQ4cO6YcfflDp0qUt63dyctJnn32mP//8UwsWLNCmTZv09ttvW5YfPHhQ4eHhqlWrVoY/fzdu3NCiRYtUt25dubi4WNqLFy+uggUL6tdff83wMQEgJyN/30X+fjzkbwCwLfL3XeTvx0P+BgDbIn/fRf5+PORvZDp7V+aB7OTNN980WrZsabk/adIko1SpUkZiYqIxatQoI1euXMY///xjWf7zzz8bTk5OxqVLlwzDMIwiRYoYH3/8sdU6n3rqKaNfv36GYSTfk+rSpUtG6dKlLY/59ddfDQ8Pj2R73T3xxBPGF198YRhG5u/xFhwcbAQEBFjtrZWSUaNGWfZyu1ePHj0Mb29vIyoqytI2e/Zsw93d3UhISDCio6ONvHnzGr/99pvV4/r06WO8/PLLaYqhSJEixnvvvZfmbVq2bJlRoEABy/0VK1YYuXLlMhITE1Ps/yh7vL399ttG3rx5DUlGnTp1rPZiTFK9enVj9OjRaV4nACBtyN/kb8MgfwNAdkP+Jn8bBvkbALIb8jf52zDI38jaOGIcSIfXXntN69at04ULFyRJ8+fPV8+ePWUymSTd3WupaNGilv6BgYFKTEzU8ePHFRERoYsXL6pevXpW66xXr56OHj1q1Va3bl25u7urcOHC8vf317BhwyRJBw4c0K1bt1SgQAG5u7tbbmfOnNHp06ctjz906JDV8pYtWybblvDwcLm7u8vDw0NlypTR8OHDFRcX99DnIDQ0VA0aNLDaWyu9qlatqrx581ruBwYG6tatWzp//rxOnTql27dvq1mzZlbb8PXXX1u2MbUYrl69qosXL6pJkyYPHH/Dhg1q0qSJihYtKrPZrFdeeUX//vuvbt++LUm6c+eO3NzcLK9rWr3xxhtWMd/rrbfe0v79+7Vu3TrlypVL3bt3l2EYVn3y5MljiQEAkHHI3+Tv1JC/ASBrIn+Tv1ND/gaArIn8Tf5ODfkbWYGzvQMAspPq1auratWq+vrrr9W8eXP9+eef+umnnzJ8nCVLlqh8+fK6fPmyBg0apOHDh2v69Om6deuWChcurC1btiR7jJeXl+X/ZcuWtTplze+//65u3bpZ9Tebzdq3b58Mw9CRI0fUo0cPFSpUSMOHD081tjx58jzWtj3MrVu3JEk//fST1YckSXJzc3toDA+L7+zZs3r++ef15ptv6uOPP5a3t7e2b9+uPn36KDY2Vnnz5pWPj49u376t2NhYubq6pjn2sWPHPvD58/HxkY+Pj5588kmVL19e/v7+2rVrlwIDAy19bty4IV9f3zSPBwBIG/I3+Ts15G8AyJrI3+Tv1JC/ASBrIn+Tv1ND/kZWQGEcSKdXX31VU6dO1YULF9S0aVP5+/tblp07d04XL15UkSJFJEm7du2Sk5OTypYtKw8PDxUpUkQ7duxQo0aNLI/ZsWOHateubTWGv7+/SpcurdKlS6tXr14aP368pk+frho1aujy5ctydnZWyZIlHxijq6ur1TVB/vnnn2R9nJycLH3KlCmjZs2aKTQ09KHbX6VKFS1YsEBxcXGPvNfbgQMHdOfOHUsS3rVrl9zd3eXv7y9vb2+5ubnp3LlzVs9TWmMwm80qWbKkNm7cqGeffTbZY/fu3avExERNmjRJTk53T5qxdOlSqz7VqlWTJB05csTy/7Tw8/OTn5/fQ/slJiZKkmJiYixt0dHROn36tKpXr57m8QAAaUf+Jn8/CPkbALIu8jf5+0HI3wCQdZG/yd8PQv5GVsCp1IF06tKli/755x/NmTNHvXv3tlqWO3du9ejRQwcOHNCvv/6qgQMHqlOnTipUqJCku6cDmTBhgpYsWaLjx49rxIgRCg0N1aBBg6zW8++//+ry5cs6ePCgvvnmG5UrV06S1LRpUwUGBqpdu3Zat26dzp49q99++03vvfee/vjjj3RvS3R0tO7cuaO9e/dq+/btqlSp0kMf079/f0VERKhz5876448/dPLkSf33v//V8ePH0zxubGys+vTpoyNHjmjNmjUaNWqU+vfvLycnJ5nNZg0fPlxDhgzRggULdPr0ae3bt0/Tp0/XggUL0hTD6NGjNWnSJH322Wc6efKk5fGSVLp0acXFxWn69On666+/9N///leff/65VXy+vr6qUaOGtm/fbtV+48YNhYaG6siRI5Kk48ePKzQ0VJcvX37gtv7++++aMWOGQkND9ffff2vTpk16+eWX9cQTT1jt7bZr1y65ublZtQEAMg75m/xN/gaA7If8Tf4mfwNA9kP+Jn+Tv5Gl2e/y5kD29corrxje3t5GdHS0pW3UqFFG1apVjVmzZhlFihQxcufObbz00kvGjRs3LH0SEhKM0aNHG0WLFjVcXFyMqlWrGj///LNl+ZkzZwxJlpuXl5fx/PPPG2fOnLH0iYiIMAYMGGAUKVLEcHFxMfz9/Y2uXbsa586ds4rjXps3bzYkGTdv3jQMwzDmzZtnGcNkMhmFChUy3nzzTSMmJiZN23/gwAGjefPmRt68eQ2z2Ww0aNDAOH36tFWfUaNGGY0aNUr22B49ehht27Y1PvjgA6NAgQKGu7u78dprr1k9l4mJicbUqVONsmXLGi4uLoavr6/RokULY+vWrWmO4fPPP7c8vnDhwsaAAQMsyyZPnmwULlzYyJMnj9GiRQvj66+/tnp+DMMwZs2aZdSpU8cq9nuft3tvo0aNeuBzdfDgQePZZ581vL29DTc3N6NkyZLGG2+8Yfzzzz9W/fr27Wu8/vrrD1wPAODxkb/J3+RvAMh+yN/kb/I3AGQ/5G/yN/kbWZXJMO67ej2Ah2rSpIkqVqyozz77zNI2evRorVy5Mk2nU8nJevbsqbCwMK1cudLeoaTqzp07Klu2rJYsWZLpe6Fdv35dZcuW1R9//KGAgIBMHQsAcjLy96MjfydH/gYA2yB/Pzryd3LkbwCwDfL3oyN/J0f+RkbiGuNAOty8eVNbtmzRli1bNGvWLHuHg0yUJ08eff3117p+/Xqmj3X27FnNmjWLpA4AmYT8nXOQvwHAcZC/cw7yNwA4DvJ3zkH+RnZFYRxIh+rVq+vmzZuaMGGCypYta+9wMsUbb7yhhQsXprisW7duya4n4sieeeYZm4xTq1Yt1apVyyZjAUBORP4mf2cG8jcAZC7yN/k7M5C/ASBzkb/J35mB/I2MxKnUAVi5evWqIiIiUlzm4eEhPz8/G0cEAAAehvwNAED2Q/4GACD7IX8D2RuFcQAAAAAAAAAAAACAQ3OydwAAAAAAAAAAAAAAAGQmCuMAAAAAAAAAAAAAAIdGYRwAAAAAAAAAAAAA4NAojAMAAAAAAAAAAAAAHBqFcQAAAAAAAAAAAACAQ6MwDgAAAAAAAAAAAABwaBTGAQAAAAAAAAAAAAAOjcI4AAAAAAAAAAAAAMChURgHAAAAAAAAAAAAADg0CuMAAAAAAAAAAAAAAIdGYRwAAAAAAAAAAAAA4NAojAMAAAAAAAAAAAAAHBqFcQAOJyoqSufPn9fNmzftHQoAAAAAAAAAAACyAArjABzCsmXL1KRJE5nNZrm7u6t48eL65JNP7B0WAAAAAAAAAAAAsgAK49nI/PnzZTKZLLfcuXPrySefVP/+/XXlyhV7hwfYzYgRI9SpUyeZzWbNmTNH69ev14YNG9SvXz97hwYAWR6fLwAAsA9yMAAAGYvcCgB4GGd7B4D0Gzt2rAICAhQdHa3t27dr9uzZWrNmjQ4fPqy8efPaOzzAprZu3aoJEyYoJCREI0aMsHc4AJBt8fkCAAD7IAcDAJCxyK0AgAehMJ4NtWzZUrVq1ZIkvfrqqypQoIAmT56sVatW6eWXX7ZzdIBtTZw4UXXr1qUoDgCPic8XAADYBzkYAICMRW4FADwIp1J3AI0bN5YknTlzRpJ048YNDR8+XJUrV5a7u7s8PDzUsmVLHThwINljo6OjNXr0aD355JPKnTu3ChcurPbt2+v06dOSpLNnz1qdfub+2zPPPGNZ15YtW2QymbRkyRK9++67KlSokPLly6c2bdro/Pnzycb+/fff9dxzz8nT01N58+ZVo0aNtGPHjhS38Zlnnklx/NGjRyfru3DhQtWsWVN58uSRt7e3OnfunOL4qW3bvRITEzV16lRVrFhRuXPnVsGCBfX666/r5s2bVv1Kliyp559/Ptk4/fv3T7bOlGL/9NNPkz2nkhQTE6NRo0apdOnScnNzk7+/v95++23FxMRY9bt+/bqOHTum27dvJ4vhfqm9piVLlrTqGxUVpWHDhsnf319ubm4qW7asJk6cKMMw0rS+e7cpM+bIrl27VKlSJXXu3Fne3t7KkyePnnrqKa1cuTLFbe/Zs2ea5tKxY8f00ksvydvbW7lz51atWrX0ww8/WPVJOj3TH3/8YdV+/fr1ZOscPXp0snlw69YtFSpUSCaTSVu2bEn3tqdF0o4DBQoUUJ48eVSzZk199913Kfa9/3RTKb3Pk/qcPXvW0vbnn38qf/78ev755xUfH29p/+uvv9SxY0d5e3srb968qlOnjn766SerMZPmREq37du3W/rt379fLVu2lIeHh9zd3dWkSRPt2rUrxe140N+L+fPnW/WbPXu2KlWqpLx581r1e9DzA+Q0fL6wxueLjPl8YRiGSpYsqbZt2yZ7fHR0tDw9PfX6669btacld/fs2VPu7u4PjVGSfv75ZzVq1Ehms1keHh566qmntHjx4jQ99q+//pLJZNKUKVOSLfvtt99kMpn0zTffWLWnZ56lJul5qFatWrJlISEhMplMyZ6DtM6JpPdZSjnQ3d1dPXv2TFesAB4POdgaOTj1HJz0Ot3/nbJnz57Jvt+n5/vhwoULVbt2beXNm1f58+dXw4YNtW7dOkl3n5u0/q6Qkb8pxMbG6oMPPlDNmjXl6empfPnyqUGDBtq8eXOqz1FqHjTmvc9nankyyf3P96hRo+Tk5KSNGzda9evbt69cXV0t79+0blPS/J44cWKysStVqpTie/f+OdG6desU5+rmzZvVoEED5c+f3+o56N+//wO3F8huyK3WyK2p59ZGjRqpatWqKS4rW7asWrRoIcn6b/OUKVNUokQJ5cmTR40aNdLhw4eTPXbTpk1q0KCB8uXLJy8vL7Vt21ZHjx616pP0G3LSzWw2q3bt2in+1p2W+ZG0vuvXr1u1//HHH8l+L03P9+rU3L8N99/u/432Yc/Lw9Z3f85btmyZZX77+PioW7duunDhQrI40/J6JMnJ76+k3/iLFCkiJycnS4yVKlVK8bnKDjhi3AEkJeECBQpIujtRV65cqY4dOyogIEBXrlzRF198oUaNGunIkSMqUqSIJCkhIUHPP/+8Nm7cqM6dO2vQoEGKjIzU+vXrdfjwYT3xxBOWMV5++WW1atXKatzg4OAU4/n4449lMpn0zjvv6OrVq5o6daqaNm2q0NBQ5cmTR9LdPzotW7ZUzZo1LV8W5s2bp8aNG+vXX39V7dq1k623WLFiCgkJkXS3oPjmm2+mOPbIkSPVqVMnvfrqq7p27ZqmT5+uhg0bav/+/fLy8kr2mL59+6pBgwaSpOXLl2vFihVWy19//XXNnz9fvXr10sCBA3XmzBnNmDFD+/fv144dO+Ti4pLi85AeYWFhlm27V2Jiotq0aaPt27erb9++Kl++vA4dOqQpU6boxIkTVglxxowZGjNmjDZv3pzsj1dKmjVrpu7du1u1TZo0yeoPqmEYatOmjTZv3qw+ffqoWrVqWrt2rd566y1duHDB8qPwf//7X8tjfv31V3355ZeaMmWKfHx8JEkFCxa0Gicj58i///6rL7/8Uu7u7ho4cKB8fX21cOFCtW/fXosWLUpxL1AfHx+rH7RfeeUVq+V//vmn6tWrp6JFi2rEiBHKly+fli5dqnbt2un777/Xiy+++NDnNy0mTZqU4vWNHuX98SDTpk1TmzZt1LVrV8XGxurbb79Vx44dtXr1arVu3TrFx9z72n388ceprv/8+fN67rnnVK5cOS1dulTOznfTypUrV1S3bl3dvn1bAwcOVIECBbRgwQK1adNG3333XbLncODAgXrqqaes2sqWLSvp7uvRoEEDeXh46O2335aLi4u++OILPfPMM9q6dauefvrpZHGVK1dO7733nqS7H3qHDBlitXzJkiXq16+fnnnmGQ0YMED58uXT0aNHNW7cuFS3F8hJ+HxhPTafLzLm84XJZFK3bt30ySef6MaNG/L29rb0+/HHHxUREaFu3bolW+/DcndazZ8/X71791bFihUVHBwsLy8v7d+/X7/88ou6dOny0MeXKlVK9erV06JFi5LllkWLFslsNqdY9E/LPEsLZ2dn/fnnn9q/f7+qV69utV25c+d+6OMfNCcAZC3kYOuxycFpy8Fpkdbvh2PGjNHo0aNVt25djR07Vq6urvr999+1adMmNW/eXFOnTtWtW7ckyfI96t1331X58uUlyfKjekb/phAREaGvvvpKL7/8sl577TVFRkZq7ty5atGihXbv3p3izmNpce/nlz179uizzz57pPXc6/3339ePP/6oPn366NChQzKbzVq7dq3mzJmjDz/80FJwyaxtut+2bdu0Zs2aZO1nzpxR69atVbhwYX3wwQfy9fWV9OiftYCsitxqPTa5NfXc+sorr+i1117T4cOHrYp/e/bs0YkTJ/T+++9b9f/6668VGRmpoKAgRUdHa9q0aWrcuLEOHTpkyWEbNmxQy5YtVapUKY0ePVp37tzR9OnTVa9ePe3bty/ZzmxJufH69euaNWuWOnbsqMOHD1t+L83I348zy+zZs60K7WfOnNEHH3xg1Sctz0v79u1VunRpy2OGDBmi8uXLq2/fvpa2pM8gSfPwqaeeUkhIiK5cuaJp06Zpx44dVvM7va+HlDPfXwkJCWrTpo3+/vtvDR48WE8++aRMJtNDawZZnoFsY968eYYkY8OGDca1a9eM8+fPG99++61RoEABI0+ePMY///xjGIZhREdHGwkJCVaPPXPmjOHm5maMHTvW0vZ///d/hiRj8uTJycZKTEy0PE6S8emnnybrU7FiRaNRo0aW+5s3bzYkGUWLFjUiIiIs7UuXLjUkGdOmTbOsu0yZMkaLFi0s4xiGYdy+fdsICAgwmjVrlmysunXrGpUqVbLcv3btmiHJGDVqlKXt7NmzRq5cuYyPP/7Y6rGHDh0ynJ2dk7WfPHnSkGQsWLDA0jZq1Cjj3rfFr7/+akgyFi1aZPXYX375JVl7iRIljNatWyeLPSgoyLj/rXZ/7G+//bbh5+dn1KxZ0+o5/e9//2s4OTkZv/76q9XjP//8c0OSsWPHjmSxb968OVkM95NkBAUFJWtv3bq1UaJECcv9lStXGpKMjz76yKrfSy+9ZJhMJuPUqVPJ1pE0T8+cOZNsWWbMEUmGJGPLli1W/cqXL28UKlTIiI2NtYqha9euRkBAQLLn497Xo0mTJkblypWN6OhoS1tiYqJRt25do0yZMsm2dc+ePVbrS2l+3j+3rl69apjNZqNly5ZWr9ujvD9Sc/v2bav7sbGxRqVKlYzGjRsn6ztnzhxDkvH3339b2ho1amQ1J+99fW/cuGFUqFDBKFu2rHH9+nWrdQ0ePNiQZDV3IyMjjYCAAKNkyZKWv1FJc2LZsmUP3IZ27doZrq6uxunTpy1tFy9eNMxms9GwYcNk/evVq2c8++yzlvtJf8fmzZtnaXv55ZcNLy8v486dO5a2tMQCOCI+X/D5IomtPl8cP37ckGTMnj3bql+bNm2MkiVLWr1+hpG23N2jRw8jX758qcYXFhZmmM1m4+mnn7b6+28YRrIxU/PFF18YkoyjR49a2mJjYw0fHx+jR48eyfqnZZ6lRdI2vvDCC0b//v0t7b/++quRJ08eo127dsmeg7TOidRyYL58+VLcLgCPjxxMDk7yODl469athiRj06ZNVu09evSwyr+GkbbvhydPnjScnJyMF198Mdm8SylfJs2TlOLM6N8U4uPjjZiYGKu2mzdvGgULFjR69+6drP/DxMbGGpKs8uqyZcuSbU9avium9HwfOnTIcHV1NV599VXj5s2bRtGiRY1atWoZcXFx6d6mR3nv3rsNTz/9tOX3h3vnatLnmp07d1qt80Gf64CsjtxKbk3yOLk1LCzMyJ07t/HOO+9YtQ8cONDIly+fcevWLcMw/vfa3zu3DMMwfv/9d0OSMWTIEEtbtWrVDD8/P+Pff/+1tB04cMBwcnIyunfvnizGe61bt86QZCxdutQwjPTNj6T1Xbt2zWqde/bsSfZ7aVq+V6dFesZM6/NyrxIlSqT4HTU2Ntbw8/MzKlWqZPWdf/Xq1YYk44MPPnjkcXPq+yvp95uQkBCrxzdq1MioWLFisrGyC06lng01bdpUvr6+8vf3V+fOneXu7q4VK1aoaNGikiQ3Nzc5Od19aRMSEvTvv//K3d1dZcuW1b59+yzr+f777+Xj46MBAwYkG+P+UyukR/fu3WU2my33X3rpJRUuXNiyZ2poaKhOnjypLl266N9//9X169d1/fp1RUVFqUmTJtq2bZsSExOt1hkdHf3Qo2CWL1+uxMREderUybLO69evq1ChQipTpkyy01DFxsZKuvt8PciyZcvk6empZs2aWa2zZs2acnd3T7bOuLg4q37Xr19XdHR0qnFfuHBB06dP18iRI5OdqmTZsmUqX768ypUrZ7XOpNP/3Dv+6NGjZRhGhu1JLklr1qxRrly5NHDgQKv2YcOGyTAM/fzzz4+03oyeI0899ZQaNWpkuZ8nTx7169dPly9ftprz0t3XPbXX/MaNG9q0aZM6deqkyMhIy9j//vuvWrRooZMnTyY79Up4eLjV63Pjxo2HPgcffvihPD09kz23j/L+SE3SXqaSdPPmTYWHh6tBgwbJnhcpbe+JJNHR0WrTpo2uXbumX375xbLHbZI1a9aodu3aql+/vqXN3d1dffv21dmzZ3XkyJE0xZ+QkKB169apXbt2KlWqlKW9cOHC6tKli7Zv366IiIhk2/GwbYiMjFTevHnTdHQdkFPw+SJlfL7I+M8XTz75pJ5++mktWrTI0nbjxg39/PPP6tq1a7J5kpa/60lSe37Wr1+vyMhIjRgxItnrnp652alTJ+XOndsq/rVr1+r69espHu2elnmWHr1799bixYstpwWcN2+e2rdvL09Pz1Qfl9qcSHLvZ5+kG4DMRw5OGTk4bTnYz89PkvTPP/+k2k9K2/fDlStXKjExUR988IFl3iVJ7zzK6N8UcuXKJVdXV0l3jxC8ceOG4uPjVatWrRS/4z5M0muZ1jydlCfDwsLS1L9SpUoaM2aMvvrqK7Vo0ULXr1/XggULLGdak9K/Tbdv3042JxMSElKNY/ny5dqzZ4/Gjx+f4jZJSvadHsjuyK0pI7emLbd6enqqbdu2+uabbyyX/khISNCSJUvUrl075cuXz6p/u3btLHNLkmrXrq2nn37a8npeunRJoaGh6tmzp9VZ06pUqaJmzZqleEaPpO04evSoPv/8c+XLl0916tSR9Gjz48aNG1bPT3h4+AO3P62vy+N6lOclNX/88YeuXr2qfv36Wb0XWrdurXLlylku8fko4+bU95ejfk7gVOrZ0MyZM/Xkk0/K2dlZBQsWVNmyZa2+rCQmJmratGmaNWuWzpw5Y/UB+d4JfPr0aZUtW9bqA3lGKFOmjNV9k8mk0qVLW65JfPLkSUlSjx49HriO8PBw5c+f33L/+vXrydZ7v5MnT8owjAf2u/+UEklfZFK7bsbJkycVHh5u+aJ5v6tXr1rdX7duneW0U2k1atQoFSlSRK+//nqy61WdPHlSR48efeA67x8/o/39998qUqSI1Qc16X+nJvn7778fab0ZPUfKlSuXbHlSjGfPnrU61XZYWFiqr/mpU6dkGIZGjhypkSNHptjn6tWrVh92mjZt+sD1peTMmTP64osvNHv27GQJ9VHeH6lZvXq1PvroI4WGhlpdVyelD+9peU8k6dWrl3bt2qXcuXNbXVc8yd9//53iKc7vnTtpuQ7JtWvXdPv2bctpgu5fV2Jios6fP6+KFStabUeJEiVSXW9gYKBWr16t0aNHq3fv3sqbN2+qHwiBnIDPFynj80Xm6N69u/r376+///5bJUqU0LJlyxQXF5fiaTsflruTREVFWW2Tv7+/hg0bpkGDBkn63+kTH/c6WF5eXnrhhRe0ePFiffjhh5Lunka9aNGilh9f7pWWeZYerVu3lrOzs1atWqXWrVtr6dKlWrlypdVpaFOS2pxI0rt37wyLE0DakYNTRg5Om1KlSqlQoUKaOHGiqlatajn97/3XVZXS9v3w9OnTcnJyUoUKFdIdy/0y4zeFBQsWaNKkSTp27Jji4uIs7QEBAeleV9IOYA/buSzJvXnS3d1dL7zwgqZMmZLs8nH3euutt/Ttt99q9+7dGjduXIrPa3q2adSoURo1alSy9gfFkJCQoHfffVddu3ZVlSpVki0PDAy0xBkSEpLu+Q5kVeTWlJFb06579+5asmSJfv31VzVs2FAbNmzQlStXUvzOmtLz+eSTT2rp0qWS/pfvHvT75tq1axUVFWVVcL93ezw8PLRo0SL5+/tLerT5kdLYKXnY9+qM9CjPy6Our1y5ctq+ffsjj5tT319ly5ZV/vz5NWnSJFWoUMFyKvV7P69kRxTGs6HatWurVq1aD1w+btw4jRw5Ur1799aHH34ob29vOTk5afDgwek60jSzJMXw6aefPvBaSff+MYiNjdWlS5fUrFmzh67XZDLp559/Vq5cuVJdpyRdvnxZklSoUKFU1+nn52d1RNC97v8j8/TTT+ujjz6yapsxY4ZWrVqV4uOPHj2q+fPna+HChSleCyIxMVGVK1fW5MmTU3x8UjJ0NOmZI/fu8Z4Wly9fTrVomjT28OHD1aJFixT73HtNE+l/H7aTREREqEOHDg8c47333lOZMmXUo0cP/frrrymOn9b3R2p+/fVXtWnTRg0bNtSsWbNUuHBhubi4aN68eVq8eHGy/pcvX5a7u3uaPmzs27dPq1atUv/+/dW3b19t2rQpTTHZwuXLlx/42iUZMmSIjh8/rg8//FBjxoyxUWRA1sbniwevl88XGa9z584aMmSIFi1apHfffVcLFy5UrVq1Uvxi+rDcnSR37tz68ccfJd3dq/n//u//NHjwYBUuXFidOnXK0Pi7d++uZcuW6bffflPlypX1ww8/qF+/fsmOrEvrPEsPFxcXdevWTfPmzdPt27dVoEABNW7cONXC+MPmRJIPPvjAcm2zJC+88EKGxQ4gZeTgB6+XHPxwrq6umjNnjrp06WK5bnWSe/Nner8fZkULFy5Uz5491a5dO7311lvy8/NTrly5FBISYtkBLj2SClApXUc0JUl5Mi4uTnv37tXYsWMVFhaW6hFtf/31l6WAcejQocfepr59+6pjx45Wba+99toDx587d67Onj2rtWvXpri8bt26+vTTTzVmzJgM2RkCyCrIrQ9eL7k1bVq0aKGCBQtq4cKFatiwoRYuXKhChQql+wCpR7V+/XpJdwvV33//vTp16qTVq1erWbNmj/T78ffffy8PDw/L/RMnTigoKCjZ42z5vTq7yMnvL3d3dy1ZskS9e/e2OjOsJKsD1bIbCuMO6LvvvtOzzz6ruXPnWrWHhYXJx8fHcv+JJ57Q77//rri4uFR/IEuvpA/8SQzD0KlTpyx7pj7xxBOS7u7plJZEcuDAAcXFxaX6YSZpvYZhKCAgwKpI+SBHjhyRyWRKdW+pJ554Qhs2bFC9evXSVID18fFJtk0rV658YP/g4GBVq1ZN//nPfx44/oEDB9SkSZPHOj3PoypRooQ2bNigyMhIqz28jx07Zln+KDJyjgQEBOj48ePJ2pNivPcLblxcnE6dOqXnnnvugetLOl23i4tLmj/o3P9hO7XTju7fv1/ffvutVq5cmWKCTO/7IzXff/+9cufOrbVr11qdkmXevHkp9j9y5Ihlz/2H+eqrr9SmTRvlypVLzz//vObOnas+ffpYlpcoUSLV1yWtc8fX11d58+Z94LqcnJysPuD+888/ioyMfOh25MmTR3PmzNH+/fvl6empUaNG6cCBAxo+fHia4gJyIj5f8PkiI3l7e6t169ZatGiRunbtqh07dmjq1KnJ+qUldyfJlSuX1fPUunVreXt765dfflGnTp0sc+Tw4cPJdnJLr+eee06+vr5atGiRnn76ad2+fTvFIwfSOs/Sq3fv3qpatarOnz+vHj16PPR1fNicSFK5cuVkcy2lzysAbIscTA5+mOeff14XLlzQwYMHdefOHUl3fyy/93tUWr8fPvHEE0pMTNSRI0ce+GN7WmX0bwrfffedSpUqpeXLl1s9fykdQZ0Wf/zxhySlOU/fmydbtmypc+fOacGCBSmeRU26+2N2z5495eHhocGDB2vcuHF66aWX1L59+0fepjJlyiSbkw/auf327dsaM2aM+vXrl+pzPXz4cJ08eVLff/+9vv76a7m6umboTn1AVkRuJbc+TK5cudSlSxfNnz9fEyZM0MqVK/Xaa6+l+P3o/tdTult4TvpdOulv8IN+3/Tx8Un2t/ze56ht27b6/fffNXHiRDVr1uyRfj9u2LCh1dz28vJKsd/DvldnpEd5XtK6vvvP5nb8+HHL8vSOm5PfX5LUrFkzffLJJ+ratas+//xzlSpVSsOGDXvopVyyMq4x7oBy5cplufZFkmXLliW7LnKHDh10/fp1zZgxI9k67n98enz99deWaw9Idz9oXLp0SS1btpQk1axZU0888YQmTpyoW7duJXv8tWvXksWeVHxLTfv27ZUrVy6NGTMmWfyGYejff/+13I+Pj9f333+v2rVrp3r0badOnZSQkGA5Tea94uPj03xdqZTs3LlTq1at0vjx4x+YtDt16qQLFy5ozpw5yZbduXNHUVFRlvvXr1/XsWPHdPv27UeO6X6tWrVSQkJCsjkyZcoUmUwmy2uaXhk5R1q1aqXdu3frt99+s7RFR0dr9uzZKlSokGrWrGlpX7Vqle7cuZPiaU6T+Pn56ZlnntEXX3yhS5cupTr2oxgxYoTq1aunNm3apLg8ve+P1OTKlUsmk8kqSZ09ezbFZHj+/Hnt2LEj1efmXklHk7Vu3VqdO3fWW2+9pStXrliWJ70uO3futLRFRUXpyy+/VMmSJdO8J3quXLnUvHlzrVq1yrI3vyRduXJFixcvVv369a32dvz2228lKU3bERwcrHPnzmnhwoVq2rSp1VwBkByfL/h8kdFeeeUVHTlyRG+99ZZy5cqlzp07J+uTltz9IEmvV9IPF82bN5fZbFZISEiya2yld246Ozvr5Zdf1tKlSzV//nxVrlw5xdOTpnWepVfFihVVs2ZNHTlyRD179ky1b1rmBICsjRxMDk4Ls9msevXqqWnTpmratKkKFy5stTyt3w/btWsnJycnjR07NtlRk+mdRxn9m0JSTr83jt9//93qe2d6fPfddypbtmyKl2dLi8TERDk5OT3w9Z48ebJ+++03ffnll/rwww9Vt25dvfnmm1Y702f0Nt1r2rRpioqK0nvvvZdqvx9//FFffvmlvvrqK7Vq1cpmR0MC9kRuJbemxSuvvKKbN2/q9ddf161bt9StW7cU+61cudJq7uzevVu///675fUsXLiwqlWrpgULFlg9H4cPH9a6devUqlWrVONISEhQbGys5TIoGfn78cPc/706Iz3u83K/WrVqyc/PT59//rnVJWN+/vlnHT16VK1bt36kcXPy+0u6Wzfo16+fBg4cqL59+6pp06ZpvsxrVsUR4w7o+eef19ixY9WrVy/VrVtXhw4d0qJFiyxHwibp3r27vv76aw0dOlS7d+9WgwYNFBUVpQ0bNqhfv35q27btI43v7e2t+vXrq1evXrpy5YqmTp2q0qVLW07t5OTkpK+++kotW7ZUxYoV1atXLxUtWlQXLlzQ5s2b5eHhoR9//FFRUVGaOXOmPvvsMz355JPasmWLZYykP/gHDx7Uzp07FRgYqCeeeEIfffSRgoODdfbsWbVr105ms1lnzpzRihUr1LdvXw0fPlwbNmzQyJEjdfDgQctpQR6kUaNGev311xUSEqLQ0FA1b95cLi4uOnnypJYtW6Zp06bppZdeeqTnad26dWrWrFmqXzheeeUVLV26VG+88YY2b96sevXqKSEhQceOHdPSpUu1du1ay55KM2bM0JgxY7R582Y988wzjxTT/V544QU9++yzeu+993T27FlVrVpV69at06pVqzR48GDL3mnplVFzRJLefvttLVq0SC1bttTAgQPl4+OjhQsX6siRI1q0aJGcnZ11+/ZtjRo1SrNmzVLdunXVvHnzVOObOXOm6tevr8qVK+u1115TqVKldOXKFe3cuVP//POPDhw48EjbLd193Xfs2PHA5enZ9odp3bq1Jk+erOeee05dunTR1atXNXPmTJUuXVoHDx609Js9e7ZCQkKUN29eDRw4MN3bNG3aNJUvX14DBgywXDtnxIgR+uabbyyvi7e3txYsWKAzZ87o+++/T3aq2dR89NFHWr9+verXr69+/frJ2dlZX3zxhWJiYvTJJ59IulsoHzVqlL766it17tz5oT9sbNiwQVOmTNF///vfRz7zAZDT8PmCzxcZ9fkiSevWrVWgQAEtW7ZMLVu2tLpmVnpzt3T3x4JffvlF0t1Tvs2bN09RUVFq166dpLt700+ZMkWvvvqqnnrqKXXp0kX58+fXgQMHdPv2bS1YsCBd8Xfv3l2fffaZNm/erAkTJlgtS+88exSbNm1STEyMvL29U+2XljkBIGsjB5ODMyIHp/X7YenSpfXee+/pww8/VIMGDdS+fXu5ublpz549KlKkiEJCQtI8Zkb/pvD8889r+fLlevHFF9W6dWudOXNGn3/+uSpUqJBiYeBB/vrrL33yySfavXu32rdvr4ULF1qW7dmzR9LdU9gWL17c6n0WGhoqd3d3xcfHa+/evfr666/Vtm3bFIsFR48e1ciRI9WzZ0/LZUnmz5+vatWqqV+/fpbvzhm1TSlZt26dPv74Y6vrJd/v8uXL6tOnj1599VXLZyYgJyC3klvTklurV6+uSpUqadmyZSpfvrxq1KiRYr/SpUurfv36evPNNxUTE6OpU6eqQIECevvtty19Pv30U7Vs2VKBgYHq06eP7ty5o+nTp8vT01OjR49Ots6k3BQVFaWVK1fq7NmzGjx4sKSM/f34fg/7Xp3R0vu8pMbFxUUTJkxQr1691KhRI7388su6cuWKpk2bppIlS2rIkCHpGpf3192dAF955RUVK1ZM48ePf6RxsiQD2ca8efMMScaePXtS7RcdHW0MGzbMKFy4sJEnTx6jXr16xs6dO41GjRoZjRo1sup7+/Zt47333jMCAgIMFxcXo1ChQsZLL71knD592jAMwzhz5owhyfj000+TjVOxYkWr9W3evNmQZHzzzTdGcHCw4efnZ+TJk8do3bq18ffffyd7/P79+4327dsbBQoUMNzc3IwSJUoYnTp1MjZu3Gg19sNuPXr0sFrv999/b9SvX9/Ily+fkS9fPqNcuXJGUFCQcfz48f/H3p3HVVH2fRz/HhABFRAXQBQN99zRTFFTS0rRXNK70ux2TVvccaXcy1DTRNOszFwyszK37L71MRPNXMqFtFxSU3EDc2FVUeE8f/R4nohFORwYOHzer9d5xVwzc53vyNDA+c1cl9lsNpuHDBlibtmypXnTpk3pMk2aNMmc0Y/FRx99ZG7UqJHZ1dXV7ObmZq5bt655zJgx5osXL1q2qVSpkrlDhw7p9h00aFC6PiWZTSaTef/+/WnaM/oe3b592zxjxgxz7dq1zc7OzmZPT09zo0aNzFOmTDHHxcWly75t27Z0Gf5JknnQoEHp2jt06GCuVKlSmraEhATziBEjzL6+vlDece4AAQAASURBVGYnJydztWrVzO+88445NTU1w77vnaenT59Ot87W58g9p06dMv/rX/8ye3h4mF1cXMyNGzc2r1u3zrL+/PnzZj8/P/Pw4cPT/Jv9/d9j0qRJ6frs1auX2cfHx+zk5GQuX768+emnnzavXr063bH+82fyzz//TNfnve9P586dM/w3+ef37UGP/X4WL15srlatmtnZ2dlcs2ZN85IlS9Kd548++qj52WefNR87dizd/v88JzP7/i5btswsybxhwwZL273vS8mSJc0uLi7mRx991Lxx48YMj/+rr77K8jgOHDhgbtu2rblEiRLmYsWKmR9//HHzrl27LOt//PFHc9WqVc2TJ082Jycnp9n33v9LlixZYjabzeYrV66YfX19zT169LAqC2Bv+P2C3y+M+P3intdee80sybxy5co07dm9dvfu3TvN969EiRLmhg0bmj/99NN0+27YsMHcrFkzs6urq9nd3d386KOPmj///PP7Hl9GateubXZwcDCfP38+Tbu151lWevfubS5evHi21j/oOZHVNbB48eLZygngwXEN5hpsq2twRnr37p3u+vsgfx/e88knn5gDAgIsGVu1amXesmVLuu0y+5v2Hlt+ppCammp+++23zZUqVTI7OzubAwICzBs3bszwWLNy7z3u97r3N+S9Y7z3KlKkiLlSpUrmoUOHmq9fv242m9P+e9+9e9fcuHFjc4UKFcyxsbFp3nvu3LlmSeYvvvgiW8dkzc9uuXLlzElJSWm2/fvvUKmpqeZ27dqZq1WrZk5MTEy3XUa/1wH5HddWrq22vrbOnDnTLMn89ttvp1v39+/97NmzzX5+fmZnZ2fzY489Zv7ll1/Sbf/dd9+ZmzdvbvlbtGPHjuYjR46k2eZexnsvV1dXc61atcxz5sxJd+18kM+P7/X3559/ptn3559/TnOtM5uz93d1VrLzng/67/J3lSpVyvJv1C+++MLyO0ypUqXMPXv2TPc3+4O8Lz9fZvPbb79tdnZ2Tnc+t2rVyly7du1071VQmMzmHIz5AfxNRESEHn/8cX311VdW36Xyd2fOnJG/v79Onz6dZp7ov5s8ebLOnDmjpUuX5vj9kPtsfY4AAOwfv1/YtxEjRmjx4sWKjo5WsWLFjI6TbQEBASpVqpS2bt2app3zDIA94BoMe7V06VLLuZaZ1q1bq0+fPvedsgQAsoNra8Ezd+5cjRgxQmfOnFHFihXTrLv37//OO+9o1KhRBiVEbuHny34xxzgAAACAPHfr1i2tWLFC3bp1K5BF8X379ikyMlK9evUyOgoAAAAAwMbMZrMWL16sVq1apSuKAyi4mGMc+VaJEiXUs2dPlShRItNt6tWrJ19f3zxMBRgvJSVFf/75Z5bblChRIsufHQAorPj9wniXL1/Wd999p9WrV+vq1asaNmyY0ZEkSTdv3lRcXFyW25QqVUq///679u/fr9mzZ6tcuXJ6/vnn022XnfMsLi5ON2/ezPJ9fXx8HuwgACAf4xqMvHDt2jXdvn070/WOjo6qUqWKnnnmmSz7efLJJ7M9BzoA5DWurbkjKSlJGzZs0LZt23T48GGtX7/e6Ej5QmJiomVu7cyULVtWjo6OeZQod/HzZb8ojCPfKlOmjFasWJHlNl27ds2jNED+ce7cOfn7+2e5zaRJkzR58uS8CQQABQi/XxjvyJEj6tmzp7y8vDRv3jw1aNDA6EiSpC+++EJ9+/bNcptt27YpIiJCU6dOVY0aNfT555/LxcUl3XbZOc/69OmjZcuWZbkts18BsAdcg5EXunbtqu3bt2e6vlKlSjpz5owee+yxLPt54403bB0NAGyOa2vu+PPPP/XCCy+oZMmSev3119WpUyejI+ULs2bN0pQpU7LcJqthxwsafr7sF3OMA0ABc+vWLe3cuTPLbSpXrqzKlSvnUSIAAAq+S5cu6bfffstym0aNGsnT09Om73vkyBFdvHgxy22CgoJs+p4AANir/fv36/r165mud3V1VfPmzfMwEQAA9uGPP/7QH3/8keU2LVq0yPDmcSA/oTAOAAAAAAAAAAAAALBrDkYHAAAAAAAAAAAAAAAgNzHHeAZSU1N18eJFubm5yWQyGR0HAFCImc1mJSQkyNfXVw4O3M+WFa7fAID8hGv4g+MaDgDIL7h+Pziu3wCA/CI7128K4xm4ePGi/Pz8jI4BAIDFuXPnVKFCBaNj5GtcvwEA+RHX8PvjGg4AyG+4ft8f128AQH7zINdvCuMZcHNzk/TXP6C7u7vBaQAAhVl8fLz8/Pws1yZkjus3ACA/4Rr+4LiGAwDyC67fD47rNwAgv8jO9ZvCeAbuDf3i7u7ORR0AkC8wLNn9cf0GAORHXMPvj2s4ACC/4fp9f1y/AQD5zYNcv5koBQAAAAAAAAAAAABg1yiMAwAAAAAAAAAAAADsGoVxAAAAAAAAAAAAAIBdozAOAAAAAAAAAAAAALBrFMYBAAAAAAAAAAAAAHaNwjgAAAAAAAAAAAAAwK5RGAcAADm2Y8cOdezYUb6+vjKZTFq3bp1l3Z07dzR27FjVrVtXxYsXl6+vr3r16qWLFy+m6ePatWvq2bOn3N3dVbJkSfXv31+JiYl5fCQAAAAAAAAAAHtEYRwAAORYUlKS6tevrwULFqRbd+PGDR04cEATJkzQgQMHtGbNGh0/flydOnVKs13Pnj3122+/acuWLdq4caN27NihgQMH5tUhAAAAAAAAAADsWBGjAwAAgIIvODhYwcHBGa7z8PDQli1b0rTNnz9fjz76qKKiolSxYkUdPXpUmzZt0s8//6xHHnlEkvTee++pffv2mjVrlnx9fdP1m5ycrOTkZMtyfHy8DY8IAAAAAAAAAGBPeGIcAADkubi4OJlMJpUsWVKStHv3bpUsWdJSFJekoKAgOTg4aO/evRn2ERYWJg8PD8vLz88vL6IDAAAAAAAAAAogCuMAACBP3bp1S2PHjlWPHj3k7u4uSYqOjpaXl1ea7YoUKaJSpUopOjo6w35CQ0MVFxdneZ07dy7XswMAAAAAAAAACiaGUgcAAHnmzp07eu6552Q2m7Vw4cIc9eXs7CxnZ2cbJQMAAAAAAAAA2DOeGAcAAHniXlH87Nmz2rJli+VpcUny8fHR5cuX02x/9+5dXbt2TT4+PnkdFQAAAACAAmHy5MkymUxpXjVr1sxyn6+++ko1a9aUi4uL6tatq//85z95lBYAAGNRGAcAALnuXlH8xIkT+u6771S6dOk06wMDAxUbG6v9+/db2r7//nulpqaqSZMmeR0XAAAAAIACo3bt2rp06ZLltXPnzky33bVrl3r06KH+/fvr4MGD6tKli7p06aJff/01DxMDAGAMhlIvwJKTk3Xx4kWjY+QJX19fhsu1gcJyznC+2AbnC7IjMTFRJ0+etCyfPn1akZGRKlWqlMqVK6d//etfOnDggDZu3KiUlBTLvOGlSpVS0aJF9fDDD6tdu3YaMGCAPvjgA925c0eDBw9W9+7d5evra9Rh5Rp+vpAdnC/IjsJyvkicM8h7heXni58t2+B8QXZxziAnihQp8sCjrc2dO1ft2rXT6NGjJUlvvvmmtmzZovnz5+uDDz7IdL/k5GQlJydbluPj43MWOo/ws4Xs4HxBdnHOFDwUxguwixcv6o033jA6Rp6YNm2a/P39jY5R4BWWc4bzxTY4X5Ad+/bt0+OPP25ZDgkJkST17t1bkydP1oYNGyRJDRo0SLPftm3b1Lp1a0nSZ599psGDB6tNmzZycHBQt27dNG/evDzJn9f4+UJ2cL4gOwrL+SJxziDvFZafL362bIPzBdnFOYOcOHHihHx9feXi4qLAwECFhYWpYsWKGW67e/duy9/s97Rt21br1q3L8j3CwsI0ZcoUW0XOM/xsITs4X5BdnDMFj8lsNpuNDpHfxMfHy8PDQ3FxcWnmP81v8vpOlAsXLuj999/Xa6+9pvLly+fZ+0r2dTeKkQrLOcP5YhucL/lDQbkm5QcF6d+Kny9kB+cLsqOwnC9S/j9nCtJ1yWgF5d+qsPx85fefrYKC8wXZxTmTPxSUa9Lf/fe//1ViYqJq1KihS5cuacqUKbpw4YJ+/fVXubm5pdu+aNGiWrZsmXr06GFpe//99zVlyhTFxMRk+j4ZPTHu5+eX7/+t+NlCdnC+ILs4Z/KH7Fy/eWK8AHN2djbkDo3y5cvbzZ0hhQ3nDLKD8wXIPfx8ITs4X5AdnC9A7uHnC9nB+YLs4pyBtYKDgy1f16tXT02aNFGlSpX05Zdfqn///jZ7H2dn53xdFMkMP1vIDs4XZBfnTMHjYHQAAAAAAAAAAACQcyVLllT16tV18uTJDNf7+PikezI8JibmgecoBwCgIKMwDgAAAAAAAACAHUhMTNSpU6dUrly5DNcHBgZq69atadq2bNmiwMDAvIgHAIChKIwDAAAAAAAAAFAAjRo1Stu3b9eZM2e0a9cuPfPMM3J0dLTMId6rVy+FhoZath82bJg2bdqk2bNn69ixY5o8ebL27dunwYMHG3UIAADkGeYYBwAAAAAAAACgADp//rx69Oihq1evqmzZsmrRooX27NmjsmXLSpKioqLk4PD/z8c1a9ZMK1eu1Pjx4/X666+rWrVqWrdunerUqWPUIQAAkGcojAMAAAAAAAAAUACtWrUqy/URERHp2p599lk9++yzuZQIAID8i6HUAQAAAAAAAAAAAAB2jcI4AAAAAAAAAAAAAMCuURgHAAAAAAAAAAAAANg1CuMAAAAAAAAAAAAAALtGYRwAAAAAAAAAAAAAYNcojAMAAAAAAAAAAAAA7BqFcQAAAAAAAAAAAACAXaMwDgAAAAAAAAAAAACwaxTGAQAAAAAAAAAAAAB2jcI4AAAAAAAAAAAAAMCuURgHAAAAAAAAAAAAANg1CuMAAAAAAAAAAAAAALtGYRwAAAAAAAAAAAAAYNcojAMAAAAAAAAAAAAA7BqFcQAAAAAAAAAAAACAXaMwDgAAAAAAAAAAAACwaxTGAQAAAAAAAAAAAAB2jcI4AAAAAAAAAAAAAMCuURgHAAAAAAAAAAAAANg1QwvjO3bsUMeOHeXr6yuTyaR169alWW8ymTJ8vfPOO5n2OXny5HTb16xZM5ePBAAAAAAAAAAAAACQXxlaGE9KSlL9+vW1YMGCDNdfunQpzeuTTz6RyWRSt27dsuy3du3aafbbuXNnbsQHAAAAAAAAAAAAABQARYx88+DgYAUHB2e63sfHJ83y+vXr9fjjj6ty5cpZ9lukSJF0+2YlOTlZycnJluX4+PgH3hcAAAAAAAAAAAAAkL8VmDnGY2Ji9O2336p///733fbEiRPy9fVV5cqV1bNnT0VFRWW5fVhYmDw8PCwvPz8/W8UGAAAAAMBwYWFhaty4sdzc3OTl5aUuXbro+PHjlvVnzpzJdDqzr776KtN++/Tpk277du3a5cUhAQAAAACQLQWmML5s2TK5ubmpa9euWW7XpEkTLV26VJs2bdLChQt1+vRpPfbYY0pISMh0n9DQUMXFxVle586ds3V8AAAAAAAMs337dg0aNEh79uzRli1bdOfOHT311FNKSkqSJPn5+aWbzmzKlCkqUaJEliO9SVK7du3S7Pf555/nxSEBAAAAAJAthg6lnh2ffPKJevbsKRcXlyy3+/sf7PXq1VOTJk1UqVIlffnll5k+be7s7CxnZ2eb5gUAAAAAIL/YtGlTmuWlS5fKy8tL+/fvV8uWLeXo6JhuSrK1a9fqueeeU4kSJbLs29nZOVvTmQEAAAAAYIQC8cT4Dz/8oOPHj+ull17K9r4lS5ZU9erVdfLkyVxIBgAAAABAwRMXFydJKlWqVIbr9+/fr8jIyAeaziwiIkJeXl6qUaOGXn31VV29ejXL7ZOTkxUfH5/mBQAAAABAbisQhfHFixerUaNGql+/frb3TUxM1KlTp1SuXLlcSAYAAAAAQMGSmpqq4cOHq3nz5qpTp06G2yxevFgPP/ywmjVrlmVf7dq10/Lly7V161bNmDFD27dvV3BwsFJSUjLdJywsTB4eHpaXn59fjo4HAAAAAIAHYWhhPDExUZGRkYqMjJQknT59WpGRkYqKirJsEx8fr6+++irTp8XbtGmj+fPnW5ZHjRql7du368yZM9q1a5eeeeYZOTo6qkePHrl6LAAAAAAAFASDBg3Sr7/+qlWrVmW4/ubNm1q5cuUDPS3evXt3derUSXXr1lWXLl20ceNG/fzzz4qIiMh0n9DQUMXFxVle586ds/ZQAAAAAAB4YIbOMb5v3z49/vjjluWQkBBJUu/evbV06VJJ0qpVq2Q2mzMtbJ86dUpXrlyxLJ8/f149evTQ1atXVbZsWbVo0UJ79uxR2bJlc+9AAAAAAAAoAAYPHqyNGzdqx44dqlChQobbrF69Wjdu3FCvXr2y3X/lypVVpkwZnTx5Um3atMlwG2dnZzk7O2e7bwAAAAAAcsLQwnjr1q1lNpuz3GbgwIEaOHBgpuvPnDmTZjmzO94BAAAAACiszGazhgwZorVr1yoiIkL+/v6Zbrt48WJ16tTJqhvMz58/r6tXrzKdGQAAAAAg3ykQc4wDAAAAAADrDRo0SCtWrNDKlSvl5uam6OhoRUdH6+bNm2m2O3nypHbs2JHpdGY1a9bU2rVrJf01Pdro0aO1Z88enTlzRlu3blXnzp1VtWpVtW3bNtePCQAAAACA7KAwDgAAAACAnVu4cKHi4uLUunVrlStXzvL64osv0mz3ySefqEKFCnrqqacy7Of48eOKi4uTJDk6OurQoUPq1KmTqlevrv79+6tRo0b64YcfGCodAAAAAJDvGDqUOgAAAAAAyH33m8bsnrfffltvv/32A/Xj6uqqzZs35zgbAAAAAAB5gSfGAQAAAAAAAAAAAAB2jcI4AAAAAAAAAAAAAMCuURgHAAAAAAAAAAAAANg1CuMAAAAAAAAAANiB6dOny2Qyafjw4Zlus3TpUplMpjQvFxeXvAsJAIBBihgdAAAAAAAAAAAA5MzPP/+sDz/8UPXq1bvvtu7u7jp+/Lhl2WQy5WY0AADyBZ4YBwAAAAAAAACgAEtMTFTPnj21aNEieXp63nd7k8kkHx8fy8vb2zvL7ZOTkxUfH5/mBQBAQUNhHAAAAAAAAACAAmzQoEHq0KGDgoKCHmj7xMREVapUSX5+furcubN+++23LLcPCwuTh4eH5eXn52eL2AAA5CkK4wAAAAAAAAAAFFCrVq3SgQMHFBYW9kDb16hRQ5988onWr1+vFStWKDU1Vc2aNdP58+cz3Sc0NFRxcXGW17lz52wVHwCAPMMc4wAAAAAAAAAAFEDnzp3TsGHDtGXLFrm4uDzQPoGBgQoMDLQsN2vWTA8//LA+/PBDvfnmmxnu4+zsLGdnZ5tkBgDAKBTGAQAAAAAAAAAogPbv36/Lly+rYcOGlraUlBTt2LFD8+fPV3JyshwdHbPsw8nJSQEBATp58mRuxwUAwFAUxgEAAAAAAAAAKIDatGmjw4cPp2nr27evatasqbFjx963KC79VUg/fPiw2rdvn1sxAQDIFyiMAwAAAAAAAABQALm5ualOnTpp2ooXL67SpUtb2nv16qXy5ctb5iCfOnWqmjZtqqpVqyo2NlbvvPOOzp49q5deeinP8wMAkJcojAMAAAAAAAAAYKeioqLk4OBgWb5+/boGDBig6OhoeXp6qlGjRtq1a5dq1aplYEoAAHKfw/03AQAAyNqOHTvUsWNH+fr6ymQyad26dWnWr1mzRk899ZRKly4tk8mkyMjIdH3cunVLgwYNUunSpVWiRAl169ZNMTExeXMAAAAAAADYiYiICIWHh6dZXrp0qWV5zpw5Onv2rJKTkxUdHa1vv/1WAQEBeR8UAIA8RmEcAADkWFJSkurXr68FCxZkur5FixaaMWNGpn2MGDFC33zzjb766itt375dFy9eVNeuXXMrMgAAAAAAAACgEGEodQAAkGPBwcEKDg7OdP2///1vSdKZM2cyXB8XF6fFixdr5cqVeuKJJyRJS5Ys0cMPP6w9e/aoadOmNs8MAAAAAAAAACg8eGIcAAAYbv/+/bpz546CgoIsbTVr1lTFihW1e/fuDPdJTk5WfHx8mhcAAAAAAAAAABmhMA4AAAwXHR2tokWLqmTJkmnavb29FR0dneE+YWFh8vDwsLz8/PzyICkAAAAAAAAAoCCiMA4AAAqk0NBQxcXFWV7nzp0zOhIAAAAAAAAAIJ9ijnEAAGA4Hx8f3b59W7GxsWmeGo+JiZGPj0+G+zg7O8vZ2TmPEgIAAAAAAAAACjKeGAcAAIZr1KiRnJyctHXrVkvb8ePHFRUVpcDAQAOTAQAAAAAAAADsAU+MAwCAHEtMTNTJkycty6dPn1ZkZKRKlSqlihUr6tq1a4qKitLFixcl/VX0lv56UtzHx0ceHh7q37+/QkJCVKpUKbm7u2vIkCEKDAxU06ZNDTkmAAAAAAAAAID94IlxAACQY/v27VNAQIACAgIkSSEhIQoICNDEiRMlSRs2bFBAQIA6dOggSerevbsCAgL0wQcfWPqYM2eOnn76aXXr1k0tW7aUj4+P1qxZk/cHAwAAAAAAAACwOzwxDgAAcqx169Yym82Zru/Tp4/69OmTZR8uLi5asGCBFixYYON0AAAAAAAAAIDCjifGAQAAAAAAAAAAAAB2jSfGAQAAAAAAAOBvrly5ooSEBKNj5JoLFy6k+a89cnNzU5kyZYyOAQAA8hEK4wAAAAAAAADwf65cuaKRo0bpzu3bRkfJde+//77REXKNU9Gimj1rFsVxAABgQWEcAAAAAAAAAP5PQkKC7ty+rer1g1SshKfRcWCFG4nX9fsv3ykhIYHCOAAAsKAwDgAAAAAAAAD/UKyEp0p4lDU6BgAAAGyEwjgAAAAA5CJ7nqO0MMxPKjFHKQAAAAAA9oDCOAAAAADkksIyR6k9z08qMUcpAAAAAAD2gMI4AAAAAOQS5igt+JijFAAAAAAA+0BhHAAAAAByGXOUAgAAAAAAGMvB6AAAAAAAAAAAAAAAAOQmCuMAAAAAAAAAAAAAALtmaGF8x44d6tixo3x9fWUymbRu3bo06/v06SOTyZTm1a5du/v2u2DBAj300ENycXFRkyZN9NNPP+XSEQAAAAAAAAAAAAAA8jtDC+NJSUmqX7++FixYkOk27dq106VLlyyvzz//PMs+v/jiC4WEhGjSpEk6cOCA6tevr7Zt2+ry5cu2jg8AAAAAAAAAAAAAKACKGPnmwcHBCg4OznIbZ2dn+fj4PHCf7777rgYMGKC+fftKkj744AN9++23+uSTTzRu3Lgc5QUAAAAAAAAAAAAAFDyGFsYfREREhLy8vOTp6aknnnhCb731lkqXLp3htrdv39b+/fsVGhpqaXNwcFBQUJB2796d6XskJycrOTnZshwfH2+7AwDu48qVK0pISDA6Rq64cOFCmv/aIzc3N5UpUybP3o/zpWDL6/MFAAAAAAAAAAD8JV8Xxtu1a6euXbvK399fp06d0uuvv67g4GDt3r1bjo6O6ba/cuWKUlJS5O3tnabd29tbx44dy/R9wsLCNGXKFJvnB+7nypUrGjVypG7fuWN0lFz1/vvvGx0h1xR1ctKs2bPzpNh55coVjRw1Sndu38719zKSPZ8vTkWLavasWRTHAQAAAAAAAADIY/m6MN69e3fL13Xr1lW9evVUpUoVRUREqE2bNjZ7n9DQUIWEhFiW4+Pj5efnZ7P+gcwkJCTo9p07erFGKXkXy9c/jshAzI27WnH8mhISEvKk0JmQkKA7t2+rev0gFSvhmevvB9u6kXhdv//yXZ6dLwAAAAAAAAAA4P8VqEpc5cqVVaZMGZ08eTLDwniZMmXk6OiomJiYNO0xMTFZzlPu7OwsZ2dnm+cFHpR3sSLyK1HU6BgoIIqV8FQJj7JGxwAAAAAAAAAAACgwHIwOkB3nz5/X1atXVa5cuQzXFy1aVI0aNdLWrVstbampqdq6dasCAwPzKiYAAAAAAAAAAAAAIB8xtDCemJioyMhIRUZGSpJOnz6tyMhIRUVFKTExUaNHj9aePXt05swZbd26VZ07d1bVqlXVtm1bSx9t2rTR/PnzLcshISFatGiRli1bpqNHj+rVV19VUlKS+vbtm9eHBwAAAAAAAAAAAADIBwwtjO/bt08BAQEKCAiQ9FdROyAgQBMnTpSjo6MOHTqkTp06qXr16urfv78aNWqkH374Ic2w56dOndKVK1csy88//7xmzZqliRMnqkGDBoqMjNSmTZvk7e2d58cHAAAAAEB+EBYWpsaNG8vNzU1eXl7q0qWLjh8/nmab1q1by2QypXm98sorWfZrNps1ceJElStXTq6urgoKCtKJEydy81AAAAAAALCKoXOMt27dWmazOdP1mzdvvm8fZ86cSdc2ePBgDR48OCfRAAAAAACwG9u3b9egQYPUuHFj3b17V6+//rqeeuopHTlyRMWLF7dsN2DAAE2dOtWyXKxYsSz7nTlzpubNm6dly5bJ399fEyZMUNu2bXXkyBG5uLjk2vEAAAAAAJBdhhbGAQAAAABA7tu0aVOa5aVLl8rLy0v79+9Xy5YtLe3FihWTj4/PA/VpNpsVHh6u8ePHq3PnzpKk5cuXy9vbW+vWrVP37t1tdwAAAAAAAOQQhXEAAAAAAAqZuLg4SVKpUqXStH/22WdasWKFfHx81LFjR02YMCHTp8ZPnz6t6OhoBQUFWdo8PDzUpEkT7d69O9PCeHJyspKTky3L8fHxVh/HlStXlJCQYPX++dmFCxfS/Nceubm5qUyZMnn2fpwvBVteny8AAACwPxTGAQAAgGzig/WCjQ/WUdilpqZq+PDhat68uerUqWNpf+GFF1SpUiX5+vrq0KFDGjt2rI4fP641a9Zk2E90dLQkydvbO027t7e3ZV1GwsLCNGXKlBwfx5UrVzRy1CjduX07x33lZ++//77REXKNU9Gimj1rVp78P/nKlSsaNXKkbt+5k+vvZSR7Pl+KOjlp1uzZXMMBAABgNQrjAAAAQDbwwXrBxwfrKOwGDRqkX3/9VTt37kzTPnDgQMvXdevWVbly5dSmTRudOnVKVapUsdn7h4aGKiQkxLIcHx8vPz+/bPeTkJCgO7dvq2TzeiriUfz+OyBfuRuXpNgfDykhISFP/n+ckJCg23fu6MUapeRdjI/DCpqYG3e14vi1PDtfAAAAYJ/4SwAAAADIBj5YL9j4YB2F3eDBg7Vx40bt2LFDFSpUyHLbJk2aSJJOnjyZYWH83lzkMTExKleunKU9JiZGDRo0yLRfZ2dnOTs7W5E+Y0U8isuptIfN+oN98y5WRH4lihodAwByzfTp0xUaGqphw4YpPDw80+2++uorTZgwQWfOnFG1atU0Y8YMtW/fPu+CAgBgAD7JAwAAAKzAB+sAChKz2awhQ4Zo7dq1ioiIkL+//333iYyMlKQ0Re+/8/f3l4+Pj7Zu3WophMfHx2vv3r169dVXbRUdAAA8oJ9//lkffvih6tWrl+V2u3btUo8ePRQWFqann35aK1euVJcuXXTgwIE006wAAGBvKIwDAAAAAGDnBg0apJUrV2r9+vVyc3OzzAHu4eEhV1dXnTp1SitXrlT79u1VunRpHTp0SCNGjFDLli3TfLhes2ZNhYWF6ZlnnpHJZNLw4cP11ltvqVq1avL399eECRPk6+urLl26GHSkAAAUTomJierZs6cWLVqkt956K8tt586dq3bt2mn06NGSpDfffFNbtmzR/Pnz9cEHH2S4T3JyspKTky3L8fHxVme9cuWKEhISrN4/P7tw4UKa/9ojNze3PB19i/Ol4OOcsZ3CcM7k9vlCYRwAAAAAADu3cOFCSVLr1q3TtC9ZskR9+vRR0aJF9d133yk8PFxJSUny8/NTt27dNH78+DTbHz9+XHFxcZblMWPGKCkpSQMHDlRsbKxatGihTZs2ycXFJdePCQAA/L9BgwapQ4cOCgoKum9hfPfu3QoJCUnT1rZtW61bty7TfcLCwjRlypQc57xy5YpGjhqlO7dv57iv/Oz99983OkKucSpaVLNnzcqTQueVK1c0auRI3b5zJ9ffy0j2fL5IUlEnJ82aPTvPzhn+H1Ow5fb/YyiMAwCAQs+e7ySVuJsUAPDXUOpZ8fPz0/bt27Pdj8lk0tSpUzV16tQc5QMAANZbtWqVDhw4oJ9//vmBto+Ojpa3t3eaNm9vb8uIMhkJDQ1NU0yPj4+Xn59ftrMmJCTozu3bKtm8nop4FM/2/jDW3bgkxf54SAkJCXnyN3hCQoJu37mjF2uUkncxylkFUcyNu1px/FqenjN3bt9W9fpBKlbCM9ffD7Z1I/G6fv/lu1w9X/g/CQAAKNQKy52kEneTAgAAAIC9OXfunIYNG6YtW7bk6ogtzs7OcnZ2tll/RTyKy6m0h836g33zLlZEfiWKGh0DBUixEp4q4VHW6BjIhyiMAwCAQo271Qu+vL5jHQAAAADyi/379+vy5ctq2LChpS0lJUU7duzQ/PnzlZycLEdHxzT7+Pj4KCYmJk1bTEyMfHx88iQzAABGoTBuY/Y8FGthGIZVYihWACisuFsdAAAAAFDQtGnTRocPH07T1rdvX9WsWVNjx45NVxSXpMDAQG3dulXDhw+3tG3ZskWBgYG5HRcAAENRGLehwjIUqz0PwyoxFCsAAAAAAACAgsHNzU116tRJ01a8eHGVLl3a0t6rVy+VL19eYWFhkqRhw4apVatWmj17tjp06KBVq1Zp3759+uijj/I8PwAAeYnCuA0xFGvBx1CsAAAAAAAAAOxJVFSUHBwcLMvNmjXTypUrNX78eL3++uuqVq2a1q1bl67ADgCAvaEwngsYihUAAAAAAAAAYISIiIgslyXp2Wef1bPPPps3gQAAyCcc7r8JAAAAAAAAAAAAAAAFF4VxAAAAAAAAAAAAAIBdozAOAAAAAAAAAAAAALBrFMYBAAAAAAAAAAAAAHatiNEBAAAAAAAAAAAoTA4dOpTl+nr16uVREgAACg8K4wAAAAAAAAAA5KEGDRrIZDLJbDZLkkwmkyTJbDbLZDIpJSXFyHgAANglqwrjISEhWa5/9913rQoDAAAAAAAAAEBhsHfvXpUtW1Zms1l16tTRf/7zH1WqVMnoWAAA2C2rCuPh4eEKDAxU0aJFJUk7d+5Uo0aN5OrqarmzDQAAAAAAAAAAZKxixYry8vKS9NcT48WKFaMwDgBALrJ6KPW1a9daLtpubm5auXKlKleubLNgAAAAAAAAAADYIy8vL/3+++/y8vLSxYsXlZSUpODgYH366adq166d0fEAALBLDtbs5OTkpNu3b1uW79y5o6+//tpmoQAAAAAAAAAAsFft2rVT9+7d9corr+iJJ55QUFCQli5dqhdffFGTJ082Oh4AAHbJqsK4v7+/Vq1aJUn6+uuv5eTkpEWLFqlHjx66ceOGTQMCAAAAAAAAAGBPFixYoF69euncuXMKCgrSihUr1KFDB/3000/asGGD0fEAALBLVhXGx44dq3HjxsnFxUXPPfecxo0bp3379unGjRt69NFHbZ0RAAAAAAAAAAC7Ubx4cb399tv69ttvNX/+fMu0pZUrV9auXbsMTgcAgH2yao7xvn37qlmzZjp06JD8/f31yCOPSJLWr1+v6dOn2zQgAAAAAAAAAACFhYuLi9ERAACwS1YVxiWpRo0aqlGjRrr2cePG5SgQAAAAAAAAAAD2rGvXrlmuX7NmTR4lAQCg8LCqMH7o0KEs19erV8+qMAAAAAAAAAAA2Lt169bJzc1NnTt3lqOjo9FxAAAoFKwqjDdo0EAmk0lms9nSdm/ZZDIpJSXFZgEBAAAAAAAAALAnW7Zs0ciRI7V//37NnDlTHTp0MDoSAAB2z8HaHffu3avTp09bXn/88YflvwAAoHDZsWOHOnbsKF9fX5lMJq1bty7NerPZrIkTJ6pcuXJydXVVUFCQTpw4kWaba9euqWfPnnJ3d1fJkiXVv39/JSYm5uFRAAAAAACQN9q0aaODBw9q1KhRevnllxUUFHTfkVoBAEDOWF0Yr1ixoipVqpThCwAAFC5JSUmqX7++FixYkOH6mTNnat68efrggw+0d+9eFS9eXG3bttWtW7cs2/Ts2VO//fabtmzZoo0bN2rHjh0aOHBgXh0CAAAAAAB5ymQyqW/fvjpx4oRatmypli1bql+/frp48aLR0QAAsEtWDaUuSZs3b1aZMmVUvHhx+fr6qkqVKjKZTLbMBgAACojg4GAFBwdnuM5sNis8PFzjx49X586dJUnLly+Xt7e31q1bp+7du+vo0aPatGmTfv75Zz3yyCOSpPfee0/t27fXrFmz5Ovrm2fHAgAAAABAbps3b16a5ZIlS+qVV17RggUL9NVXXykhIcGgZAAA2C+rC+O9e/e2fG0ymeTm5qbevXtr1qxZcnJyskk4AABQ8J0+fVrR0dEKCgqytHl4eKhJkybavXu3unfvrt27d6tkyZKWorgkBQUFycHBQXv37tUzzzyTrt/k5GQlJydbluPj43P3QAAAAAAAsJE5c+Zk2F6mTJk8TgIAQOFhVWE8NTVVknTnzh3Fx8fr4sWL+umnn/TGG2+oWLFiCgsLs2lIAABQcEVHR0uSvL2907R7e3tb1kVHR8vLyyvN+iJFiqhUqVKWbf4pLCxMU6ZMyYXEAAAAAADkrtOnTxsdAQCAQsfqOcYlycnJSaVLl1bdunXVv39/ffTRR1qxYoWtsgEAAGQqNDRUcXFxlte5c+eMjgQAAAAAAAAAyKesHko9Ix07dlSLFi1s2SUAACjgfHx8JEkxMTEqV66cpT0mJkYNGjSwbHP58uU0+929e1fXrl2z7P9Pzs7OcnZ2zp3QAAAAAADkopCQkCzXv/vuu3mUBACAwsPqwnhKSorWrVuno0ePSpJq1aqlzp07q1SpUjYLBwAACj5/f3/5+Pho69atlkJ4fHy89u7dq1dffVWSFBgYqNjYWO3fv1+NGjWSJH3//fdKTU1VkyZNjIoOAAAAAECuOHjwoOXrnTt3qlGjRnJ1dZUkmUwmo2IBAGDXrBpK/eTJk6pVq5Z69eqlNWvWaM2aNfr3v/+t2rVr69SpUw/cz44dO9SxY0f5+vrKZDJp3bp1lnV37tzR2LFjVbduXRUvXly+vr7q1auXLl68mGWfkydPlslkSvOqWbOmNYcJAAAeUGJioiIjIxUZGSnpr7nSIiMjFRUVJZPJpOHDh+utt97Shg0bdPjwYfXq1Uu+vr7q0qWLJOnhhx9Wu3btNGDAAP3000/68ccfNXjwYHXv3l2+vr7GHRgAAAAAALlg27ZtlpeLi4tWrlxpWf7++++NjgcAgF2yqjA+dOhQVa5cWefOndOBAwd04MABRUVFyd/fX0OHDn3gfpKSklS/fn0tWLAg3bobN27owIEDmjBhgg4cOKA1a9bo+PHj6tSp0337rV27ti5dumR57dy5M1vHBwAAsmffvn0KCAhQQECApL+GhAsICNDEiRMlSWPGjNGQIUM0cOBANW7cWImJidq0aZNcXFwsfXz22WeqWbOm2rRpo/bt26tFixb66KOPDDkeAAAAAAAAAIB9sWoo9e3bt2vPnj1phk0vXbq0pk+frubNmz9wP8HBwQoODs5wnYeHh7Zs2ZKmbf78+Xr00UcVFRWlihUrZtpvkSJFMp2PNCPJyclKTk62LMfHxz/wvgAAQGrdurXMZnOm600mk6ZOnaqpU6dmuk2pUqW0cuXK3IgHAECBxhykAAAAAADknFWFcWdnZyUkJKRrT0xMVNGiRXMcKjNxcXEymUwqWbJkltudOHFCvr6+cnFxUWBgoMLCwrIspIeFhWnKlCk2TgsAAAAAQM6Fh4crMDDQ8vf23+chZQ5SAAAKpg0bNli+Tk1N1datW/Xrr79a2h5k5FQAAJA9VhXGn376aQ0cOFCLFy/Wo48+Kknau3evXnnllVy7YN+6dUtjx45Vjx495O7unul2TZo00dKlS1WjRg1dunRJU6ZM0WOPPaZff/1Vbm5uGe4TGhqa5g78+Ph4+fn52fwYAAAAAACwxtq1a+Xl5SVJcnNz08qVK1W5cmWDUwEAAGt16dIlzfLLL79s+dpkMiklJSWPEwEAYP+smmN83rx5qlKligIDA+Xi4iIXFxc1b95cVatW1dy5c22dUXfu3NFzzz0ns9mshQsXZrltcHCwnn32WdWrV09t27bVf/7zH8XGxurLL7/MdB9nZ2e5u7uneQEAAAAAkB84OTnp9u3bluU7d+7o66+/NjARAADIqdTU1ExfFMUBAMgdVj0xXrJkSa1fv14nT57U0aNHJUkPP/ywqlatatNw0v8Xxc+ePavvv/8+20XrkiVLqnr16jp58qTNswEAAAAAkNv8/f21atUqjRo1Sl9//bWcnJy0aNEiHThwQIsXL1axYsWMjggAAHLg1q1bcnFxMToGAAB2z6onxo8cOaLU1FRVrVpVHTt2VMeOHXO1KH7ixAl99913Kl26dLb7SExM1KlTp1SuXDmb5wMAAAAAILeNHTtW48aNk4uLi5577jmNGzdO+/bt040bNyzTmwEAgIIlJSVFb775psqXL68SJUrojz/+kCRNmDBBixcvNjgdAAD2yarCeN26dXXlypUcv3liYqIiIyMVGRkpSTp9+rQiIyMVFRWlO3fu6F//+pf27dunzz77TCkpKYqOjlZ0dHSaIeTatGmj+fPnW5ZHjRql7du368yZM9q1a5eeeeYZOTo6qkePHjnOCwAAAABAXuvbt69+++03ffrpp9q7d6/eeOMNubu7a/369XrxxReNjgcAAKwwbdo0LV26VDNnzlTRokUt7XXq1NHHH39sYDIAAOyXVUOpm81mm7z5vn379Pjjj1uWQ0JCJEm9e/fW5MmTtWHDBklSgwYN0uy3bds2tW7dWpJ06tSpNEX68+fPq0ePHrp69arKli2rFi1aaM+ePSpbtqxNMgMAAAAAkNdq1KihGjVqpGsfN26cAWkAAEBOLV++XB999JHatGmjV155xdJev359HTt2zMBkAADYL6sK47bSunXrLIvsD1KAP3PmTJrlVatW5TQWAAAAAAD5Rnx8fJbr3d3d8ygJAACwlQsXLmQ4PWlqaqru3LljQCIAAOyfVYVxk8mkhIQEubi4ZLieP8oBAAAAALANT0/PDNvNZrNMJpNSUlLyOBEAAMipWrVq6YcfflClSpXStK9evVoBAQEGpQIAwL5ZPZR69erVM2znj3IAAAAAAGzH399fly9f1rhx49S8eXOj4wAAABuYOHGievfurQsXLig1NVVr1qzR8ePHtXz5cm3cuPGB+1m4cKEWLlxoGVm1du3amjhxooKDgzPcfunSperbt2+aNmdnZ926dcvqYwEAoKCwqjC+bds2W+cAAAAAAAAZOHr0qN577z1NmzZNBw8e1MyZM+Xv7290LAAAkAOdO3fWN998o6lTp6p48eKaOHGiGjZsqG+++UZPPvnkA/dToUIFTZ8+XdWqVZPZbNayZcvUuXNnHTx4ULVr185wH3d3dx0/ftyybDKZcnw8AAAUBFYVxlu1amXrHAAAAAAAIANOTk4KCQlRnz59NHXqVNWrV08DBw7UhAkTVLJkSaPjAQAAKz322GPasmVLjvro2LFjmuVp06Zp4cKF2rNnT6aFcZPJJB8fnxy9LwAABZGDtTvGxsZq9uzZeumll/TSSy9pzpw5iouLs2U2AAAAAADwf0qVKqXw8HAdPHhQZ86cUdWqVRUeHv5A+4aFhalx48Zyc3OTl5eXunTpkuZJsWvXrmnIkCGqUaOGXF1dVbFiRQ0dOvS+f+f36dNHJpMpzatdu3Y5OUwAAAqF+Pj4LF/WSElJ0apVq5SUlKTAwMBMt0tMTFSlSpXk5+enzp0767fffrtv38nJyTbJCACAkax6Ynzfvn1q27atXF1d9eijj0qS3n33XU2bNk3/8z//o4YNG9o0JAAAyB3z5s3Lcv3QoUPzKAkAAMhMQEBAuiFOzWazkpOTNXLkSA0fPvy+fWzfvl2DBg1S48aNdffuXb3++ut66qmndOTIERUvXlwXL17UxYsXNWvWLNWqVUtnz57VK6+8oosXL2r16tVZ9t2uXTstWbLEsuzs7GzVcQIAUJiULFkywyHMzWazTCaTUlJSHrivw4cPKzAwULdu3VKJEiW0du1a1apVK8Nta9SooU8++UT16tVTXFycZs2apWbNmum3335ThQoVMn2PsLAwTZky5YEzAQCQH1lVGB8xYoQ6deqkRYsWqUiRv7q4e/euXnrpJQ0fPlw7duywaUgAAJA75syZY/n63LlzKleunOXabjKZKIwDAJAPdOnSJcd9bNq0Kc3y0qVL5eXlpf3796tly5aqU6eOvv76a8v6KlWqaNq0aXrxxRd19+5dy+8HGXF2ds7WcKzJyclKTk62LPPEGQCgsFq9erVKlSqV435q1KihyMhIxcXFafXq1erdu7e2b9+eYXE8MDAwzdPkzZo108MPP6wPP/xQb775ZqbvERoaqpCQEMtyfHy8/Pz8cpwdAIC8ZPUT438viktSkSJFNGbMGD3yyCM2CwcAAHLX6dOnLV+7ublp+/btqly5soGJAADAP02aNMnmfd4bIj2rD+Pj4uLk7u6eZVFckiIiIuTl5SVPT0898cQTeuutt1S6dOlMt+eJMwAA/tK8eXN5eXnluJ+iRYuqatWqkqRGjRrp559/1ty5c/Xhhx/ed18nJycFBATo5MmTWW7n7OzMqDAAgALPqjnG3d3dFRUVla793LlzcnNzy3EoAAAAAACQO1JTUzV8+HA1b95cderUyXCbK1eu6M0339TAgQOz7Ktdu3Zavny5tm7dqhkzZmj79u0KDg7OcvjX0NBQxcXFWV7nzp3L0fEAAFBQHTlyREePHlVUVJRu375ts35TU1PTjM6SlZSUFB0+fFjlypWz2fsDAJBfWfXE+PPPP6/+/ftb5h+RpB9//FGjR49Wjx49bBoQAAAAAIDCzNPTM8M5SO+5du1atvobNGiQfv31V+3cuTPD9fHx8erQoYNq1aqlyZMnZ9lX9+7dLV/XrVtX9erVU5UqVRQREaE2bdpkuA9PnAEA8Jc2bdpY5hR3cHBQzZo11a9fP40YMeKB+wgNDVVwcLAqVqyohIQErVy5UhEREdq8ebMkqVevXipfvrzCwsIkSVOnTlXTpk1VtWpVxcbG6p133tHZs2f10ksv5coxAgCQn1hVGJ81a5ZMJpN69eqlu3fvSvpryJVXX31V06dPt2lAAACQew4dOmT52mw269ixY0pMTLS01atXz4hYAADgb8LDwyX9da1+9dVXNXXqVKuHXR08eLA2btyoHTt2qEKFCunWJyQkqF27dnJzc9PatWvl5OSUrf4rV66sMmXK6OTJk5kWxgEAwF9Tm5nNZt25c0fx8fG6ePGifvrpJ02YMEF3797V6NGjH6ify5cvq1evXrp06ZI8PDxUr149bd68WU8++aQkKSoqSg4O/z9w7PXr1zVgwABFR0fL09NTjRo10q5duzKcjxwAAHtjVWG8aNGimjt3rsLCwnTq1ClJUpUqVVSsWDGbhgMAALmrQYMGMplMMpvNkqSnn37asmwymbIcBhUAAOSN3r17W74eMmSIunXrpsqVK2erD7PZrCFDhmjt2rWKiIiQv79/um3i4+PVtm1bOTs7a8OGDXJxccl21vPnz+vq1asMxwoAwH1UqlQpzXKjRo3UsWNHVa9eXVOnTn3gwvjixYuzXB8REZFmec6cOZozZ062sgIAYC+sKozfU6xYMdWtWzdN25EjR7i7DACAAuL06dNGRwAAAHlg0KBBWrlypdavXy83NzdFR0dLkjw8POTq6qr4+Hg99dRTunHjhlasWKH4+HjFx8dLksqWLStHR0dJUs2aNRUWFqZnnnlGiYmJmjJlirp16yYfHx+dOnVKY8aMUdWqVdW2bVvDjhUAgIKse/fuql27ttExAACwS1YVxvv06aNPPvkkzRAsqampCgsL09tvv62kpCSbBQQAALnnn3eoAwCA/C+r+cYzs3DhQklS69at07QvWbJEffr00YEDB7R3715JUtWqVdNsc/r0aT300EOSpOPHjysuLk6S5OjoqEOHDmnZsmWKjY2Vr6+vnnrqKb355pvMIQ4AwAOIjY3V6tWrderUKY0ePVqlSpXS4cOH5e3tbXQ0AADsklWF8YMHD+rZZ5/VqlWr5OTkpN9++019+vRRbGys/vvf/9o6IwAAyCUbNmzIcn2nTp3yKAkAAMhM165dLV/funVLr7zyiooXL25pW7NmzX37uDdtSmZat259323+2Y+rq6s2b958330AAEB6hw4dUlBQkDw8PHTmzBkNGDBApUqV0po1axQVFaXly5cbHREAALtjVWE8IiJCHTp0UPv27dWqVStNmzZNAwYM0PTp05lnHACAAqRLly6Wp87++WE4c4wDgO3cSLxudARYKT987zw8PCxfv/jiiwYmAQAAthISEqI+ffpo5syZcnNzs7S3b99eL7zwgoHJAACwX1YVxj09PbVlyxZ17txZkyZN0tdff60uXbrYOBoAAMhtPXv21DfffKMxY8Zo5MiRDHsKALnk91++MzoCCrAlS5YYHQEAANjYzz//rA8//DBde/ny5RUdHW1AIgAA7J9VhfH4+HhJ0sqVK9WzZ09NmjRJAQEB8vT0lCS5u7vbLiEAAMg1n376qfbv36+RI0fqww8/1Ntvv62ePXsaHQsA7E71+kEqVsLT6Biwwo3E69zYAACFVH4YNQTWKQjfO2dnZ8vn7H/3+++/q2zZsgYkAgDA/llVGC9ZsmS6YVcrV64ss9nMsKsAABQwjRo1UkREhNatW6exY8dqzpw5evfdd9WyZUujowGA3ShWwlMlPPiAE9ZbvXq1vvzyS0VFRen27dtp1h04cMCgVABg37gxCrmpU6dOmjp1qr788ktJf01nFhUVpbFjx6pbt24GpwMAwD5ZVRjftm2brXMAAAAD/P3u9CeeeEI//vijFi5cqKefflpPPPGE1q1bZ1w4AAAgSZo3b57eeOMN9enTR+vXr1ffvn116tQp/fzzzxo0aJDR8QDAbjHiS8FVEEZ8mT17tv71r3/Jy8tLN2/eVKtWrRQdHa3AwEBNmzbN6HgAANglqwrjrVq1snUOAABggL+PAvN3ZrNZ33zzjQGJAADAP73//vv66KOP1KNHDy1dulRjxoxR5cqVNXHiRF27ds3oeABgtxjxBbnJw8NDW7Zs0c6dO3Xo0CElJiaqYcOGCgoKMjoaAAB2y6rC+IYNG7Jc36lTJ6vCAACAvMUoMAAA5H9RUVFq1qyZJMnV1VUJCQmSpH//+99q2rSp5s+fb2Q8AACQAy1atFCLFi2MjgEAQKFgVWG8S5cuma5jjnEAAAoORoEBACD/8/Hx0bVr11SpUiVVrFhRe/bsUf369XX69GmZzWaj4wEAACv8fWqzv7t8+bJq1KghDw8PeXt76+jRo3mcDAAA+2VVYVySLl26JG9vb1tmAQAAeWzHjh1Zrm/ZsmUeJQEAAJl54okntGHDBgUEBKhv374aMWKEVq9erX379qlr165GxwMAAFbIamozk8nEdCkAAOQCqwvjDg4OtswBAAAM0Lp1a8sf4v984oxRYAAAyB8++ugjpaamSpIGDRqk0qVLa9euXerUqZNefvllg9MBAABrrV69WqVKlUrTdvXqVT377LMGJQIAwL5ZXRhftGiRPD09Vbx4cfn6+qpBgwYqU6aMLbMBAIBcVr9+fV25ckX9+/dXr169VLp0aaMjAQCAf3BwcEhzc3r37t3VvXt3AxMBAABbaN68uby8vNK0xcTEGJQGAAD7Z9Vj3xUrVtRHH32kt956S4MGDdJTTz0lHx8fde7cOdO5UQAAQP5z8OBBrVmzRhcuXFCTJk302muvKTIyUh4eHvLw8DA6HgAAkDR58mTLE+N/FxcXpx49ehiQCAAA2MKRI0d09OhRXbhwId0obgAAwPasKoyfOXNGZ86c0YULF5SQkKC4uDht3rxZv//+u8aMGWPrjAAAIBc1btxYixYt0h9//KFmzZqpc+fOCg8PNzoWAAD4P4sXL1aLFi30xx9/WNoiIiJUt25dnTp1ysBkAAAgJ9q0aaM6deqoYsWKKlasmNq0aaPVq1cbHQsAALtl9VDqf+fm5qY2bdro/fffV//+/W3RJQAAyEPnzp3Txx9/rE8++UQNGzZUixYtjI4EAAD+z6FDh/Tyyy+rQYMGmj17tn7//XfNnTtXo0eP1pQpU4yOBwAArHD69GlJUnJysq5evao//vhD27dv19ixYw1OBgCA/bJJYfyexx9/PM0d7AAAIH9bt26dPvroIx08eFD//ve/9f3336tatWpGxwIAAH/j6empL7/8Uq+//rpefvllFSlSRP/973/Vpk0bo6MBAAArVapUKc1yYGCgevbsqRdffFGtW7dW5cqVVbZsWe3du9eghAAA2J8cFcZv3LihqKgo3b59O017vXr1chQKAADkja5du6pChQrq1q2b7t69q4ULF6ZZ/+677xqUDAAA/N17772nuXPnqkePHtq/f7+GDh2qlStXqn79+kZHAwAANtSiRQvL0+SOjo4GpwEAwL5YVRj/888/1bdvX/33v//NcH1KSkqOQgEAgLzRsmVLmUwm/fbbb+nWmUwmAxIBAIB/ateunfbt26dly5bpX//6l27evKmQkBA1bdpUU6ZM0ZgxY4yOCAAArPTnn3/q+PHjkqQaNWqobNmy6Z4mBwAAtmFVYXz48OGKjY3V3r171bp1a61du1YxMTF66623NHv2bFtnBAAAuSQiIuKBtjt//rx8fX3l4OCQu4EAAEA6KSkpOnTokHx9fSVJrq6uWrhwoZ5++mm99NJLFMYBACiAkpKSNGTIEH366aeWB80cHR3Vq1cvvffeeypWrJjBCQEAsD9Wfbr9/fff691339UjjzwiBwcHVapUSS+++KJmzpypsLAwW2cEAAAGq1Wrls6cOWN0DAAACqUtW7ZYiuJ/16FDBx0+fNiARAAAIKdCQkK0fft2bdiwQbGxsYqNjdX69eu1fft2jRw50uh4AADYJasK40lJSfLy8pIkeXp66s8//5Qk1a1bVwcOHLBdOgAAkC+YzWajIwAAgAyUKVPG6AgAAMAKX3/9tRYvXqzg4GC5u7vL3d1d7du316JFi7R69Wqj4wEAYJesKozXqFHDMu9J/fr19eGHH+rChQv64IMPVK5cOZsGBAAAAACgMHNwcJCjo2OmLwAAUPDcuHFD3t7e6dq9vLx048YNAxIBAGD/rJpjfNiwYbp06ZIkadKkSWrXrp0+++wzFS1aVEuXLrVlPgAAAAAACrW1a9caHQEAANhYYGCgJk2apOXLl8vFxUWSdPPmTU2ZMkWBgYEGpwMAwD5ZVRh/8cUXLV83atRIZ8+e1bFjx1SxYkWGcQMAAAAAwIY6d+6cZnnNmjWKjIxUnTp19NxzzxmUCgAA5MTcuXPVtm1bVahQQfXr15ck/fLLL3JxcdHmzZsNTgcAgH2yaij1fypWrJgaNmyYriju7u6uP/74I9P9duzYoY4dO8rX11cmk0nr1q1Ls95sNmvixIkqV66cXF1dFRQUpBMnTtw3z4IFC/TQQw/JxcVFTZo00U8//WTVcQEAgL+YTCajIwAAAEkzZsxQjx49tGnTJvXv319TpkwxOhIAALBCnTp1dOLECYWFhalBgwZq0KCBpk+frhMnTqh27dpGxwMAwC7ZpDCeGbPZnOX6pKQk1a9fXwsWLMhw/cyZMzVv3jx98MEH2rt3r4oXL662bdvq1q1bmfb5xRdfKCQkRJMmTdKBAwdUv359tW3bVpcvX87RsQAAUJjd75oOAADyxrJly/Txxx/rp59+0vr167VkyRKjIwEAACsVK1ZMAwYM0OzZszV79my99NJLcnV1NToWAAB2y6qh1G0lODhYwcHBGa4zm80KDw/X+PHjLcPGLV++XN7e3lq3bp26d++e4X7vvvuuBgwYoL59+0qSPvjgA3377bf65JNPNG7cuNw5EAAA7MydO3e0e/duSVLRokV15MgR+fr6GpwKAABcvHhRTZs2lSQ1bdpUFy5cMDiR8e7GJRodAVYw6vsWc+OOIe+LnOH7Bnt16tQphYeH6+jRo5Kk2rVra+jQoapSpYrByQAAsE+GFsazcvr0aUVHRysoKMjS5uHhoSZNmmj37t0ZFsZv376t/fv3KzQ01NLm4OCgoKAgy4f7GUlOTlZycrJlOT4+3kZHAQC2dyPxutERYIX8+n3bsGFDhu2xsbHq27evOnfuLE9PTy1evDiPkwEAgIykpKSoSJG//pR3dHRUamqqwYmMF/vjYaMjoABZcTx//l4OoPDZvHmzOnXqpAYNGqh58+aSpB9//FEffvihvvnmGz355JMGJwQAwP7k28J4dHS0JMnb2ztNu7e3t2XdP125ckUpKSkZ7nPs2LFM3yssLIx52QAUGL//8p3REWBHunTpkuk6k8mkNWvW5F0YAACQoYCAAJlMJknSzZs31bFjRxUtWpSpTv5PyeZ1VcSjhNExkE134xINuanhxRqe8i7mlOfvi5yJuXGHmxpgd8aNG6cRI0Zo+vTp6drHjh1LYRwAgFyQq4Xxe3+453ehoaEKCQmxLMfHx8vPz8/ARACQuer1g1SshKfRMZBNNxKv59ubGi5dupTuprLo6GiVL1/eoEQAAODv/n4j272pxjJaV1gV8Sghp9IeRsdAAeFdzEl+JYoaHQMAdPToUX355Zfp2vv166fw8PC8DwQAQCGQq4XxnNy97uPjI0mKiYlRuXLlLO0xMTFq0KBBhvuUKVNGjo6OiomJSdMeExNj6S8jzs7OcnZ2tjorAOSlYiU8VcKjrNExYEccHBzStRWUm9sAACgMJk2aZHQEAABgY2XLllVkZKSqVauWpj0yMlJeXl4GpQIAwL6l/yQ8G27fvq3jx4/r7t27Ga7/73//a/XTZv7+/vLx8dHWrVstbfHx8dq7d68CAwMz3Kdo0aJq1KhRmn1SU1O1devWTPcBAKCwW7RokRYuXKjPPvtMu3bt0u3bt3PlfRISEjR8+HBVqlRJrq6uatasmX7++WfLerPZrIkTJ6pcuXJydXVVUFCQTpw4kStZAACwBzdu3NDUqVM1depUvfvuu0bHAQAA2TBgwAANHDhQM2bM0A8//KAffvhB06dP18svv6wBAwYYHQ8AALtk1RPjN27c0JAhQ7Rs2TJJ0u+//67KlStryJAhKl++vMaNGydJatGiRZb9JCYm6uTJk5bl06dPKzIyUqVKlVLFihU1fPhwvfXWW6pWrZr8/f01YcIE+fr6phkqrk2bNnrmmWc0ePBgSVJISIh69+6tRx55RI8++qjCw8OVlJSkvn37WnOoAADYtYoVK2rRokVKTk7WtWvXdPv2bRUrVizdMK228NJLL+nXX3/Vp59+Kl9fX61YsUJBQUE6cuSIypcvr5kzZ2revHlatmyZ5brftm1bHTlyRC4uLjbPAwBAQfH3qb/+7saNG1q0aJHeffddFS9ePI9TAQCAnJgwYYLc3Nw0e/ZshYaGSpJ8fX01efJkDR061OB0AADYJ6sK46Ghofrll18UERGhdu3aWdqDgoI0efJkS2H8fvbt26fHH3/csnzvj/3evXtr6dKlGjNmjJKSkjRw4EDFxsaqRYsW2rRpU5oPx0+dOqUrV65Ylp9//nn9+eefmjhxoqKjo9WgQQNt2rQp3dypAABAOnPmTJrlCxcuKCIiQjNmzJAknTt3Tg4ODjmeb/zmzZv6+uuvtX79erVs2VKSNHnyZH3zzTdauHCh3nzzTYWHh2v8+PGWovzy5cvl7e2tdevWqXv37un6TE5OVnJysmU5Pj4+RxmB7Iq5ccfoCLAC3zcUROHh4QoMDFTRomnnRb43ysuwYcOMiAUAAHLAZDJpxIgRGjFihBISEiRJbm5uBqcCAMC+WVUYX7dunb744gs1bdo0zRyktWvX1qlTpx64n9atW2c5D7nJZLIMC5eZf36gL0mDBw+2PEEOAAAeXPny5dWzZ081bdpUbdq0UcuWLeXl5aW9e/fmqN+7d+8qJSUl3ZPfrq6u2rlzp06fPq3o6GgFBQVZ1nl4eKhJkybavXt3hoXxsLAwTZkyJUe5gJxYcfy60REAFCJr165NN99odHR0jm9eAwAAxnjiiSe0Zs0alSxZMkcF8YULF2rhwoWWz8lr166tiRMnKjg4ONN9vvrqK02YMEFnzpxRtWrVNGPGDLVv397qDAAAFBRWFcb//PPPdH+QS1JSUlKaQjkAACiYqlSpkuHNZ9Zyc3NTYGCg3nzzTT388MPy9vbW559/rt27d6tq1aqKjo6WpHQjvHh7e1vW/VNoaGiaoWXj4+Pl5+dns8zA/bxYw1PexZyMjoFsirlxh5saUOCYTKYM/9bm728AAAquiIgIy+gvOVGhQgVNnz5d1apVk9ls1rJly9S5c2cdPHhQtWvXTrf9rl271KNHD4WFhenpp5/WypUr1aVLFx04cEB16tTJcR4AAPIzqwrjjzzyiL799lsNGTJE0v//Mf7xxx8rMDDQdukAAECuatWqlfr3769nn31Wrq6uufpen376qfr166fy5cvL0dFRDRs2VI8ePbR//36r+nN2dpazs7ONUwIPzruYk/xKFL3/hgCQQ2azWX369FGJEiXk7u4uf39/tWzZUlWrVjU6GgAAyAFb3OTWsWPHNMvTpk3TwoULtWfPngwL43PnzlW7du00evRoSdKbb76pLVu2aP78+frggw9ynAcAgPzMqsL422+/reDgYB05ckR3797V3LlzdeTIEe3atUvbt2+3dUYAAJBLAgICNGrUKA0ZMkTPPfec+vfvr6ZNm+bKe1WpUkXbt29XUlKS4uPjVa5cOT3//POqXLmyfHx8JEkxMTEqV66cZZ+YmBg1aNAgV/IAAFBQ9O7dW5KUnJysqKgoRUREaMKECXrooYeMDQYAAHLkmWeeUdGiGd9s+/3332e7v5SUFH311VdKSkrK9AG23bt3pxl9TZLatm2rdevWZdl3cnKykpOTLcvx8fHZzvd3d+MSc7Q/jGHU9y3mxh1D3hc5Z9T37kYiI8UVRHnxfbOqMN6iRQtFRkZq+vTpqlu3rv7nf/5HDRs21O7du1W3bl1bZwQAALkkPDxcs2bN0oYNG7Rs2TLL02f9+vXTv//973RDm9tC8eLFVbx4cV2/fl2bN2/WzJkz5e/vLx8fH23dutVSCI+Pj9fevXv16quv2jwDAAAFyZIlS9K1nT9/XmPHjtWZM2e0fPlyubq66tlnnzUgHQAAsFZgYKBKlCiR434OHz6swMBA3bp1SyVKlNDatWtVq1atDLeNjo7O1jRm94SFhWnKlCk5znpP7I+HbdYX7B/TYSG7fv/lO6MjIJ+yqjAu/fXU16JFi2yZBQAAGKBIkSLq2rWrunbtqsuXL+ujjz7ShAkT9Prrr6t9+/YaOnSonnjiiRy/z+bNm2U2m1WjRg2dPHlSo0ePVs2aNdW3b1+ZTCYNHz5cb731lqpVqyZ/f39NmDBBvr6+6tKlS84PEgAAO1OhQgUtWLBARYsW1bZt21SyZEkK4wAAFCAmk0mjR4+Wl5dXjvuqUaOGIiMjFRcXp9WrV6t3797avn17psVxa4SGhqZ50jw+Pl5+fn5W91eyeV0V8cj5TQHIW3fjEg25qeHFGp7yLuaU5++LnIu5cceQGxuq1w9SsRKeef6+yJkbiddz/aYGqwrj9xsmxd3d3aowAADAOD/99JOWLFmiVatWycvLS3369NGFCxf09NNP67XXXtOsWbNy1H9cXJxCQ0N1/vx5lSpVSt26ddO0adPk5PTXHzZjxoxRUlKSBg4cqNjYWLVo0UKbNm2Si4uLLQ7vvhjGreDiewegsCpZsmSap8k7dOigjz/+OM20JAAAIH8ym80266to0aKqWrWqJKlRo0b6+eefNXfuXH344YfptvXx8VFMTEyatpiYGMsUZ5lxdnaWs7OzzTIX8Sghp9IeNusP9s27mJP8SmQ87QCQkWIlPFXCo6zRMZAPWVUY9/TM+C4Ls9ksk8mklJSUHIUCAAB54/Lly/r000+1ZMkSnThxQh07dtTnn3+utm3bymQySZL69Omjdu3a5bgw/txzz+m5557LdL3JZNLUqVM1derUHL2PtRjGDQBQ0O3YsUM3b940OgYAAHgAkyZNsskw6hlJTU1NMx/43wUGBmrr1q0aPny4pW3Lli2ZzkkOAIA9saow7u/vr8uXL2vcuHFq3ry5rTMBAIA8UqFCBVWpUkX9+vVTnz59VLZs+jsp69Wrp8aNGxuQLm8xjFvBZdRQbgAAAABgrUmTJkmS/vzzTx0/flzSX0OiZ/R3eVZCQ0MVHBysihUrKiEhQStXrlRERIQ2b94sSerVq5fKly+vsLAwSdKwYcPUqlUrzZ49Wx06dNCqVau0b98+ffTRRzY8OgAA8ierCuNHjx7Ve++9p2nTpungwYOaOXOm/P39bZ0NAADksq1bt+qxxx7Lcht3d3e99dZbSk5OtumwafkNw7gBAAAAAPLKjRs3NHjwYH366aeWEVgdHR3Vq1cvvffeeypWrNgD9XP58mX16tVLly5dkoeHh+rVq6fNmzfrySeflCRFRUXJwcHBsn2zZs20cuVKjR8/Xq+//rqqVaumdevWqU6dOrY/SAAA8hmH+2+SnpOTk0JCQnTixAmVL19e9erV08iRIxUbG2vjeAAAIDfdryh+T3BwsC5cuJDLaQAAAAAAKBxGjBih7du3a8OGDYqNjVVsbKzWr1+v7du3a+TIkQ/cz+LFi3XmzBklJyfr8uXL+u677yxFcUmKiIjQ0qVL0+zz7LPP6vjx40pOTtavv/6q9u3b2+qwAADI16wqjN9TqlQphYeH6+DBgzpz5oyqVq2q8PBwG0UDAAD5hdlsNjoCAADIgbCwMDVu3Fhubm7y8vJSly5dLMO23nPr1i0NGjRIpUuXVokSJdStWzfFxMRk2a/ZbNbEiRNVrlw5ubq6KigoSCdOnMjNQwEAwC58/fXXWrx4sYKDg+Xu7i53d3e1b99eixYt0urVq42OBwCAXbJqKPWAgACZTKY0bWazWcnJyRo5cqSGDx9ui2wF1t24RKMjwEpGfe9ibtwx5H2RM3zfAAAAUFBs375dgwYNUuPGjXX37l29/vrreuqpp3TkyBEVL15c0l9Prn377bf66quv5OHhocGDB6tr16768ccfM+135syZmjdvnpYtWyZ/f39NmDBBbdu21ZEjR+Ti4pJXhwcAQIFz48YNeXt7p2v38vLSjRs3DEgEAID9s6ow3qVLFxvHsC+xPx42OgIKmBXHrxsdAQAAAEAB9/rrr6tUqVIZrtu0aVOa5aVLl8rLy0v79+9Xy5YtFRcXp8WLF2vlypV64oknJElLlizRww8/rD179qhp06bp+jSbzQoPD9f48ePVuXNnSdLy5cvl7e2tdevWqXv37jY+QgAA7EdgYKAmTZqk5cuXW24mu3nzpqZMmaLAwECD0wEAYJ+sKoxPmjTJ1jnsSsnmdVXEo4TRMWCFu3GJhtzY8GINT3kXc8rz90XOxNy4w00NAAAAyDNHjhxRVFSUbt++naa9U6dOkqTQ0NAH7isuLk6SLIX0/fv3686dOwoKCrJsU7NmTVWsWFG7d+/OsDB++vRpRUdHp9nHw8NDTZo00e7duzMtjCcnJys5OdmyHB8f/8C5AQCwF3PnzlXbtm1VoUIF1a9fX5L0yy+/yMXFRZs3bzY4HQAA9smqwjiyVsSjhJxKexgdAwWIdzEn+ZUoanQMAMjUP6dQAQAAeeePP/7QM888o8OHD8tkMslsNkv6/+tzSkpKtvpLTU3V8OHD1bx5c9WpU0eSFB0draJFi6pkyZJptvX29lZ0dHSG/dxr/+cwsFntI/013/mUKVOylRkAAHtTp04dnThxQp999pmOHTsmSerRo4d69uwpV1dXg9MBAGCfrCqMe3p6ZvkB+bVr16wOBAAA8p97H8ADAIC8N2zYMPn7+2vr1q3y9/fXTz/9pKtXr2rkyJGaNWtWtvsbNGiQfv31V+3cuTMX0t5faGioQkJCLMvx8fHy8/MzJAsAAEYqVqyYBgwYYHQMAAAKDasK4+Hh4ZL++pD81Vdf1dSpU+Xl5WXLXAAAIA+cPn1ad+/eVbVq1dK0nzhxQk5OTnrooYckSQkJCQakAwAAkrR79259//33KlOmjBwcHOTg4KAWLVooLCxMQ4cO1cGDBx+4r8GDB2vjxo3asWOHKlSoYGn38fHR7du3FRsbm+ap8ZiYGPn4+GTY1732mJgYlStXLs0+DRo0yDSDs7OznJ2dHzgzAAD2aMOGDVmuvzdVCgAAsB2rCuO9e/e2fD1kyBB169ZNlStXtlkoAACQN/r06aN+/fqlK4zv3btXH3/8sSIiIowJBgAALFJSUuTm5iZJKlOmjC5evKgaNWqoUqVKOn78+AP1YTabNWTIEK1du1YRERHy9/dPs75Ro0ZycnLS1q1b1a1bN0nS8ePHFRUVpcDAwAz79Pf3l4+Pj7Zu3WophMfHx2vv3r169dVXrTxaAAAKhy5dumS6zmQyZXuqFAAAcH8ORgcAAADGOXjwoJo3b56uvWnTpoqMjMz7QAAAIJ06derol19+kSQ1adJEM2fO1I8//qipU6c+8E3qgwYN0ooVK7Ry5Uq5ubkpOjpa0dHRunnzpiTJw8ND/fv3V0hIiLZt26b9+/erb9++CgwMVNOmTS391KxZU2vXrpX014f2w4cP11tvvaUNGzbo8OHD6tWrl3x9fbP8sB8AAPwlOjpaqamp6V4UxQEAyB1WPTH+T1nNNw4AAPIvk8mU4TDpcXFx/CEOAEA+MX78eCUlJUmSpk6dqqefflqPPfaYSpcurS+++OKB+li4cKEkqXXr1mnalyxZoj59+kiS5syZIwcHB3Xr1k3Jyclq27at3n///TTbHz9+XHFxcZblMWPGKCkpSQMHDlRsbKxatGihTZs2ycXFxcqjBQAAAAAgd1hVGO/atavl61u3bumVV15R8eLFLW1r1qzJeTIAAJDrWrZsqbCwMH3++edydHSU9NdwrWFhYWrRooXB6QAAgCS1bdvW8nXVqlV17NgxXbt2TZ6eng98o7rZbL7vNi4uLlqwYIEWLFjwwP2YTCZNnTpVU6dOfaAcAAAAAAAYxarCuIeHh+XrF1980WZhAABA3poxY4ZatmypGjVq6LHHHpMk/fDDD4qPj9f3339vcDoAACBJ/fr109y5cy3zjEtSqVKlDEwEAABy6t4IbpmNsuLu7p7HiQAAsH9WFcaXLFli6xwAAMAAtWrV0qFDhzR//nz98ssvcnV1Va9evTR48GA+cAcAIJ9YtmyZpk+fnqYwDgAACjaz2azq1atn2G4ymZjeDACAXGD1HON3795VRESETp06pRdeeEFubm66ePGi3N3dVaJECVtmBAAAucjX11dvv/220TEAAEAm7n1ADgAA7Me2bduMjgAAQKFjVWH87NmzateunaKiopScnKwnn3xSbm5umjFjhpKTk/XBBx/YOicAAMhlKSkpmjt3riIjI1W3bl2NGDFCRYpYfQ8dAACwoaFDh8rV1TXDdZ988kkepwEAADnVqlWrB9rutdde09SpU1WmTJlcTgQAgP1zsGanYcOG6ZFHHtH169fT/GH+zDPPaOvWrTYLBwAA8s64ceP05ptv6tatW5ozZ45GjBhhdCQAAPB/zGZzpi8AAGC/VqxYofj4eKNjAABgF6x6DOyHH37Qrl27VLRo0TTtDz30kC5cuGCTYAAAIG+tX79ey5cvV8eOHbV//3516tRJ7733ntGxAAAo9Ewmk+bNmycvLy+jowAAgDzGTXAAANiOVU+Mp6amKiUlJV37+fPn5ebmluNQAAAg78XExKhWrVqSpNq1aysmJsbgRAAAQOIDcQAAAAAAbMGqwvhTTz2l8PBwy7LJZFJiYqImTZqk9u3b2yobAADIQ2azWQ4Of/1qYDKZ+BAeAIB8onfv3pnOLw4AAAAAAB6MVUOpz549W23btlWtWrV069YtvfDCCzpx4oTKlCmjzz//3NYZAQBALvH09JTJZJIkJSYmKiAgwFIcBwAA+cOSJUssX58/f16SVKFCBaPiAAAAAABQIFlVGK9QoYJ++eUXrVq1SocOHVJiYqL69++vnj17chc7AAAFyJw5cyyFcQAAkD+lpqbqrbfe0uzZs5WYmChJcnNz08iRI/XGG29wUxsAAAAAAA/AqsK4JBUpUkQvvviiLbMAAIA81qdPH6MjAACA+3jjjTe0ePFiTZ8+Xc2bN5ck7dy5U5MnT9atW7c0bdo0gxMCAIDc8uKLL8rd3d3oGAAA2AWrCuPz5s3Lcv3QoUOtCgMAAPLWoUOHslxfr169PEoCAAAys2zZMn388cfq1KmTpa1evXoqX768XnvtNQrjAAAUcCkpKZo7d64iIyNVt25djRgxQkWK/PXR/cKFCw1OBwCA/bCqMD58+HBVqFBBjo6O6daZTCYK4wAAFBANGjSQyWSS2WxOt85kMiklJcWAVAAA4O+uXbummjVrpmuvWbOmrl27ZkAiAABgS+PGjdPHH3+sJ598UnPmzFFUVJTee+89o2MBAGB3rB5Kfd++ffLy8rJlFgAAYIC9e/eqbNmyRscAAACZqF+/vubPn59u9Lb58+erfv36BqUCAAC2sn79ei1fvlwdO3bU/v371alTJwrjAADkAqsK4yaTSSaTydZZAACAASpWrMjNbgAA5GMzZ85Uhw4d9N133ykwMFCStHv3bp07d07/+c9/DE4HAAByKiYmRrVq1ZIk1a5dWzExMQYnAgDAPllVGDebzZowYYI8PDxUvHhx+fr6KiAgQI0aNbJ1PgAAkMs2b96sMmXKWK7pVapU4QY4AADykVatWun333/XggULdOzYMUlS165d9dprr8nX19fgdAAAIKfMZrMcHBwkKdPpzgAAQM5ZVRhv2bKljh07pjt37ig+Pl4XL17U9evXVb9+fX377bf8YQ4AQAHSu3dvy9cmk0lubm7q3bu3Zs2aJScnJwOTAQAASYqKipKfn5+mTZtmdBQAAGAjnp6elpvSExMTFRAQYCmOAwCA3GFVYTwiIiJd26lTp9SrVy+NHDlSn3/+eU5zAQCAPJCamipJaW52++mnn/TGG2+oWLFiCgsLMzghAADw9/fXpUuXmPoEAAA7Eh4ebnQEAAAKHasK4xmpUqWK5s6dq5CQEFt1KUl66KGHdPbs2XTtr732mhYsWJCufenSperbt2+aNmdnZ926dcumuQAAsCdOTk4qXbq0Spcurbp166ps2bIaNGgQhXEAAPIBhlMFAMD+/H30NgAAkDdsVhiXpEceeUQ7duywZZf6+eeflZKSYln+9ddf9eSTT+rZZ5/NdB93d3cdP37cssw8qQAAZE/Hjh3VokULo2MAAID/c/78+Uxv+K5YsWIepwEAADkVHx+f5Xp3d/c8SgIAQOHxwIXx33//XdWrV7csHzp0SLNmzdKRI0dkMplUq1YtjR49WnXq1LFpwLJly6ZZnj59uqpUqaJWrVpluo/JZJKPj88Dv0dycrKSk5Mty/f7pQQAAHvRqlUr9e/fX88++6xcXV0t7SaTSaVKlTIwGQAA+LvGjRunazObzTKZTGluJgcAAAVDyZIlM3ygi+s7AAC5x+FBNrp7967q1Kmjc+fOSZI2bNighg0b6tKlS+rYsaOefvppXbx4UQEBAdq4cWOuhb19+7ZWrFihfv36ZfkUeGJioipVqiQ/Pz917txZv/32W5b9hoWFycPDw/Ly8/OzdXQAAPKlgIAAjRo1Sj4+PhowYID27NljdCQAAJCBvXv36o8//kjzOn36tP744w+jowEAACts27ZN33//vbZu3SpnZ2d9+umn+v777y3tAADA9h7oifEiRYrI3d1dd+7ckSSNHz9eEyZM0KRJk9JsN3nyZI0fP15PP/207ZNKWrdunWJjY9WnT59Mt6lRo4Y++eQT1atXT3FxcZo1a5aaNWum3377TRUqVMhwn9DQ0DRzo8fHx1McBwAUCuHh4Zo1a5Y2bNigZcuWqWXLlqpatar69eunf//73/L29jY6IgAAhZ7JZFLFihXl5eVldBQAAGAjfx8R1dHRUU2bNlXlypUNTAQAgP17oCfGJcnb21tXr16VJJ04cUI9e/ZMt03Pnj117Ngx26X7h8WLFys4OFi+vr6ZbhMYGKhevXqpQYMGatWqldasWaOyZcvqww8/zHQfZ2dnubu7p3kBAFBYFClSRF27dtX69et1/vx5vfDCC5owYYL8/PzUpUsX7lQHAMBgZrPZ6AgAAAAAABR4D1wYb9WqlRYvXixJ8vPz04EDB9Jtc+DAgXRzgtvK2bNn9d133+mll17K1n5OTk4KCAjQyZMncyUXAAD24qefftKkSZM0e/ZseXl5KTQ0VGXKlNHTTz+tUaNGGR0PAIBC6/Tp07n2tzYAAMgfspo6FAAA2MYDDaUuSaNGjdIjjzwiLy8vPfPMM3r55Zd1+vRpNWvWTJL0448/asaMGRo6dGiuBF2yZIm8vLzUoUOHbO2XkpKiw4cPq3379rmSCwCAguzy5cv69NNPtWTJEp04cUIdO3bU559/rrZt21r+KO/Tp4/atWunWbNmGZwWAIDC6fvvv1eJEiX07LPPpmn/6quvdOPGDfXu3dugZAAAwFoBAQGWv7tv3rypjh07qmjRopb1GT2YlpGwsDCtWbNGx44dk6urq5o1a6YZM2aoRo0ame6zdOlS9e3bN02bs7Ozbt26ZcWRAABQcDxwYbxy5cr68ccfNWTIEG3btk1ms1mhoaGW9T4+Pnr99dc1cuRIm4dMTU3VkiVL1Lt3bxUpkjZyr169VL58eYWFhUmSpk6dqqZNm6pq1aqKjY3VO++8o7Nnz2b7SXMAAAqDChUqqHLlyurfv7/69OmT4dNo9erVU+PGjQ1IBwAApL8+8M5oejAvLy8NHDiQwjgAAAVQly5dLF937tzZ6n62b9+uQYMGqXHjxrp7965ef/11PfXUUzpy5IiKFy+e6X7u7u46fvy4ZZkn1gEAhcEDF8Yl6eGHH9Z3332nGzdu6OrVq0pNTZUkeXp65uq83N99952ioqLUr1+/dOuioqLk4PD/I8Jfv35dAwYMUHR0tDw9PdWoUSPt2rVLtWrVyrV8AAAUVFu3btVjjz2W5Tbu7u7atm1bHiUCAAD/FBUVJX9//3TtlSpVUlRUlAGJAABATk2aNMkm/WzatCnN8tKlS+Xl5aX9+/erZcuWme5nMpnk4+NjkwwAABQU2SqM31OsWDEVK1ZMJ0+e1KlTpywXWLPZnCt3lj311FMym80ZrouIiEizPGfOHM2ZM8fmGQAAsEfDhg3Lcv2DDt0GAAByj5eXlw4dOqSHHnooTfsvv/yi0qVLGxMKAADkWGxsrFavXq1Tp05p9OjRKlWqlA4cOCBvb2+VL1/eqj7j4uIkSaVKlcpyu8TERFWqVEmpqalq2LCh3n77bdWuXTvT7ZOTk5WcnGxZjo+PtyofAABGsqowfvXqVT333HPatm2bTCaTTpw4YRmG1dPTU7Nnz7Z1TgAAkAsiIyM1cuRIlShRwugoAAAgEz169NDQoUPl5uZmuTF9+/btGjZsmLp3725wOgAAYI1Dhw4pKChIHh4eOnPmjAYMGKBSpUppzZo1ioqK0vLly7PdZ2pqqoYPH67mzZurTp06mW5Xo0YNffLJJ6pXr57i4uI0a9YsNWvWTL/99psqVKiQ4T5hYWGaMmVKtjMBAJCfWFUYHzFihJycnBQVFaWHH37Y0v78888rJCSEwjgAAAXI6NGj5eXlZXQMAACQiTfffFNnzpxRmzZtVKTIX3/Gp6amqlevXnr77bcNTgcAAKwREhKiPn36aObMmXJzc7O0t2/fXi+88IJVfQ4aNEi//vqrdu7cmeV2gYGBCgwMtCw3a9ZMDz/8sD788EO9+eabGe4TGhqqkJAQy3J8fLz8/PysygkAgFGsKoz/z//8jzZv3pzu7rFq1arp7NmzNgkGAAAAAACkokWL6osvvtCbb76pX375Ra6urqpbt64qVapkdDQAAGCln3/+WR9++GG69vLlyys6Ojrb/Q0ePFgbN27Ujh07Mn3qOzNOTk4KCAjQyZMnM93G2dlZzs7O2c4FAEB+YlVhPCkpScWKFUvXfu3aNS6OAAAUMCaTyegIAADgAVSvXl3Vq1c3OgYAALABZ2fnDOfp/v3331W2bNkH7sdsNmvIkCFau3atIiIi5O/vn+0sKSkpOnz4sNq3b5/tfQEAKEisKow/9thjWr58uWVYFZPJpNTUVM2cOVOPP/64TQMCAIDcNWHChAxveJOkd999N4/TAACAjJw/f14bNmxQVFSUbt++nWYd12sAAAqeTp06aerUqfryyy8l/fUZe1RUlMaOHatu3bo9cD+DBg3SypUrtX79erm5uVmeNvfw8JCrq6skqVevXipfvrzCwsIkSVOnTlXTpk1VtWpVxcbG6p133tHZs2f10ksv2fgoAQDIX6wqjM+cOVNt2rTRvn37dPv2bY0ZM0a//fabrl27ph9//NHWGQEAQC5p2bKljh8/nuE6niQHACB/2Lp1qzp16qTKlSvr2LFjqlOnjs6cOSOz2ayGDRsaHQ8AAFhh9uzZ+te//iUvLy/dvHlTrVq1UnR0tAIDAzVt2rQH7mfhwoWSpNatW6dpX7Jkifr06SNJioqKkoODg2Xd9evXNWDAAEVHR8vT01ONGjXSrl27VKtWrRwfFwAA+ZlVhfE6dero999/1/z58+Xm5qbExER17dpVgwYNUrly5WydEQAA5JKIiAijIwAAgPsIDQ3VqFGjNGXKFLm5uenrr7+Wl5eXevbsqXbt2hkdDwAAWMHDw0NbtmzRzp07dejQISUmJqphw4YKCgrKVj9ms/m+2/zzb/85c+Zozpw52XofAADsgVWFcemvC/cbb7xhyywAAAAAAOAfjh49qs8//1ySVKRIEd28eVMlSpTQ1KlT1blzZ7366qsGJwQAANZq0aKFWrRoYXQMAAAKBYf7b5Kx69eva9asWerfv7/69++v2bNn69q1a7bMBgAAAABAoVe8eHHLvOLlypXTqVOnLOuuXLliVCwAAJAD169fV2hoqGbMmKE7d+5o2LBhqlixotq2bauoqCij4wEAYJesKozv2LFDDz30kObNm6fr16/r+vXrmjdvnvz9/bVjxw5bZwQAAAAAoNBq2rSpdu7cKUlq3769Ro4cqWnTpqlfv35q2rSpwekAAIA1XnrpJa1YsUKLFy9WcHCwfvzxR40dO1ZJSUkaOnSo0fEAALBLVg2lPmjQID3//PNauHChHB0dJUkpKSl67bXXNGjQIB0+fNimIQEAQMGWkpKiyZMna8WKFYqOjpavr6/69Omj8ePHy2QySfprXrRJkyZp0aJFio2NVfPmzbVw4UJVq1bN4PQAABjr3XffVWJioiRpypQpSkxM1BdffKFq1arp3XffNTgdAACwRkREhP7zn/+oUqVK8vX11c6dO9WsWTM99thjevzxx42OBwCAXbKqMH7y5EmtXr3aUhSXJEdHR4WEhGj58uU2CwcAAOzDjBkztHDhQi1btky1a9fWvn371LdvX3l4eFjuhJ85c6bmzZunZcuWyd/fXxMmTFDbtm115MgRubi4GHwEAAAYp3Llypavixcvrg8++MDANAAAwBauX78uf39/eXl5qXjx4vLx8ZEkeXt7KzY21thwAADYKasK4w0bNtTRo0dVo0aNNO1Hjx5V/fr1bRIMAADYj127dqlz587q0KGDJOmhhx7S559/rp9++knSX0+Lh4eHa/z48ercubMkafny5fL29ta6devUvXv3dH0mJycrOTnZshwfH58HRwIAAAAAgG0cOXJE0dHRMpvNOnbsmBITE3XlyhWjYwEAYLesKowPHTpUw4YN08mTJy3zme3Zs0cLFizQ9OnTdejQIcu29erVs01SAABQYDVr1kwfffSRfv/9d1WvXl2//PKLdu7caRn+9fTp04qOjlZQUJBlHw8PDzVp0kS7d+/OsDAeFhamKVOm5NkxAABgFE9PT8vUIxm5du1aHqYBAAC20qZNG5nNZknS008/LZPJJLPZnOV1HwAAWM+qwniPHj0kSWPGjMlw3d8v4CkpKTlLCAAACrxx48YpPj5eNWvWlKOjo1JSUjRt2jT17NlTkhQdHS3pryHj/s7b29uy7p9CQ0MVEhJiWY6Pj5efn18uHQEAAMYJDw+3fG02m/Xqq69q6tSp8vLyMi4UAADIkdOnTxsdAQCAQseqwjgXbQAAkB1ffvmlPvvsM61cuVK1a9dWZGSkhg8fLl9fX/Xu3duqPp2dneXs7GzjpAAA5D//vFYOGTJE3bp1SzP3+IPYsWOH3nnnHe3fv1+XLl3S2rVr1aVLF8v6zJ5OmzlzpkaPHp3husmTJ6cbwaVGjRo6duxYtrIBAFDYVKpUyegIAAAUOlYVxs+ePatmzZqpSBGrdgcAAIXM6NGjNW7cOMuQ6HXr1tXZs2cVFham3r17y8fHR5IUExOjcuXKWfaLiYlRgwYNjIgMAEC+dPfuXd25c0eOjo7Z3jcpKUn169dXv3791LVr13TrL126lGb5v//9r/r3769u3bpl2W/t2rX13XffWZb5rAAAgAdz6tQphYeH6+jRo5KkWrVqadiwYapSpYrByQAAsE9W/bX6+OOP69KlSwzbBgAAHsiNGzfk4OCQps3R0VGpqamSJH9/f/n4+Gjr1q2WQnh8fLz27t2rV199Na/jAgCQr2zYsEGSdPPmTa1evVoeHh6qWLFitvsJDg5WcHBwpuvv3ah2z/r16/X444/f98n0IkWKpNsXAABkbfPmzerUqZMaNGig5s2bS5J+/PFH1a5dW998842efPJJgxMCAGB/rCqMm81mW+cAAAB2rGPHjpo2bZoqVqyo2rVr6+DBg3r33XfVr18/SX8N3Tp8+HC99dZbqlatmvz9/TVhwgT5+vqmGeIVAIDC6N610MXFRXXq1NHatWszHfbcVmJiYvTtt99q2bJl9932xIkT8vX1lYuLiwIDAxUWFpZl4T45OVnJycmW5fj4eJtkBgCgIBk3bpxGjBih6dOnp2sfO3YshXEAAHKB1eOb7d69W56enhmua9mypdWBAACA/Xnvvfc0YcIEvfbaa7p8+bJ8fX318ssva+LEiZZtxowZo6SkJA0cOFCxsbFq0aKFNm3aJBcXFwOTA4Bt3Ei8bnQEWCk/fO/ujbCSl5YtWyY3N7cMh1z/uyZNmmjp0qWqUaOGLl26pClTpuixxx7Tr7/+Kjc3twz3CQsLSzcvOQAAhc3Ro0f15Zdfpmvv16+fwsPD8z4QAACFgNWF8WeeeSbDdpPJpJSUFKsDAQAA++Pm5qbw8PAs/7g3mUyaOnWqpk6dmnfBACCXubm5yaloUf3+y3f33xj5llPRopkWee3VJ598op49e973BrW/D81er149NWnSRJUqVdKXX36p/v37Z7hPaGioQkJCLMvx8fHy8/OzTXAAAAqIsmXLKjIyUtWqVUvTHhkZyRSmAADkEqsL49HR0VygAcAA+eGpJWQf3zcAKJzKlCmj2bNmKSEhwegoueLChQt6//339dprr6l8+fJGx8k1bm5uKlOmjNEx8swPP/yg48eP64svvsj2viVLllT16tV18uTJTLdxdnaWs7NzTiICAFDgDRgwQAMHDtQff/yhZs2aSfprjvEZM2akuYEMAADYjlWF8dyeywwAkB5PnBV8hfFpMwDAX8Vxey+qli9fXv7+/kbHgI0sXrxYjRo1Uv369bO9b2Jiok6dOqV///vfuZAMAAD7MWHCBLm5uWn27NkKDQ2VJPn6+mry5MkaOnSowekAALBPVhXGzWazrXMAAO6DJ84KvsL2tBkAAMhfEhMT0zzJffr0aUVGRqpUqVKqWLGipL+GNf/qq680e/bsDPto06aNnnnmGQ0ePFiSNGrUKHXs2FGVKlXSxYsXNWnSJDk6OqpHjx65f0AAABRgJpNJI0aM0IgRIyyf9XAzPQAAucuqwnhqaqqtcwAAHgBPnAEAAMBa+/bt0+OPP25ZvjdMa+/evbV06VJJ0qpVq2Q2mzMtbJ86dUpXrlyxLJ8/f149evTQ1atXVbZsWbVo0UJ79uxR2bJlc+9AAACwI5cvX9bx48clSTVr1uQaCgBALrJ6jvFTp04pPDxcR48elSTVqlVLw4YNU5UqVWwWDgAAAAAA2Ebr1q3vOwLcwIEDNXDgwEzXnzlzJs3yqlWrbBENAIBCJyEhQa+99po+//xzy4Nojo6Oev7557VgwQJ5eHgYnBAAAPvjYM1OmzdvVq1atfTTTz+pXr16qlevnvbu3avatWtry5Ytts4IAAAAAAAAAIDdeOmll7R37159++23io2NVWxsrDZu3Kh9+/bp5ZdfNjoeAAB2yaonxseNG6cRI0Zo+vTp6drHjh2rJ5980ibhAAAAAAAAAACwNxs3btTmzZvVokULS1vbtm21aNEitWvXzsBkAADYL6ueGD969Kj69++frr1fv346cuRIjkMBAAAAAAAAAGCvSpcuneFw6R4eHvL09DQgEQAA9s+qJ8bLli2ryMhIVatWLU17ZGSkvLy8bBIMAAAAAAAAAIxyI/G60RFgpYLwvRs/frxCQkL06aefysfHR5IUHR2t0aNHa8KECQanAwDAPllVGB8wYIAGDhyoP/74Q82aNZMk/fjjj5oxY4ZCQkJsGhAAAAAAAAAA8oqbm5ucihbV7798Z3QU5IBT0aJyc3MzOkamFi5cqJMnT6pixYqqWLGiJCkqKkrOzs76888/9eGHH1q2PXDggFExAQCwK1YVxidMmCA3NzfNnj1boaGhkiRfX19NnjxZQ4cOtWlAAAAAAAAAAMgrZcqU0exZs5SQkGB0lFxz4cIFvf/++3rttddUvnx5o+PkCjc3N5UpU8boGJnq0qWL0REAACh0rCqMm0wmjRgxQiNGjLD8gpif774DAAAAAAAAgAdVpkyZfF1UtZXy5cvL39/f6BiF0h9//KF+/fqpVatWRkcBAKDQsKow3rBhwyzXM7QLAAAAAAAAAAAZi4uL05NPPqlKlSqpb9++6tOnj3x9fY2OBQCAXbOqMB4ZGamRI0eqRIkSts4DAP/L3p3Hx3T2/x9/T4IkJKKWSEIQe+1Lq3fsWhWxt8VdWkIVtRTVVqutJVrNrWpX1H23lqItVWmrqpZaqpRaQlFqiV0sRSJBkFy/P/wyXyOLhCSTTF7Px2MenHOuc87nzFyTz5z5zLkOAAAAAAAA4NDCwsJ04cIFffHFF5o3b55GjRql5s2b66WXXlKHDh2UN29ee4cIAIDDeaDCuCS9+eab8vLyyshYAAAAAAAAAADIFYoVK6ahQ4dq6NCh2rlzp+bMmaPu3bvL3d1dL774ovr3768KFSrYO0wAAByGk70DAAAAAAAAAAAgtzp79qxWr16t1atXy9nZWa1atdKff/6pKlWqaNKkSfYODwAAh/HAhXGLxZKRcQAAAAAAAAAAkCvcunVLS5cuVZs2bVS6dGktWbJEQ4YM0ZkzZzRv3jytWbNGixcv1pgxY+wdKgAADuOBh1IfMWKE8ufPn+yyiRMnPnBA9xo9erRCQkJs5lWqVEkHDhxIcZ0lS5ZoxIgROnbsmCpUqKBx48apVatWGRYTAAAAAAAAAAAPysfHRwkJCerSpYu2bdumWrVqJWnTrFkzFSpUKMtjAwDAUT1QYbxx48Y6ePBgsssy40ryqlWras2aNdbpPHlSDnvz5s3q0qWLQkND1aZNGy1atEgdOnTQzp07Va1atQyPDQAAAAAAAACA9Jg0aZI6deokV1fXFNsUKlRIERERWRgVAACO7YEK4+vXr8/gMFKXJ08eeXt7p6ntlClT1LJlS7355puSpPfff1+rV6/W9OnTNWvWrMwMEwAAAAAAAACA++rWrZu9QwAAINd54HuMZ6VDhw7J19dXZcuW1QsvvKATJ06k2HbLli1q3ry5zbzAwEBt2bIlxXXi4uIUHR1t8wAAAAAAAAAAAAAAOIZsXxh/4oknNHfuXK1cuVIzZ85URESEGjVqpKtXrybbPjIyUsWLF7eZV7x4cUVGRqa4j9DQUHl6eloffn5+GXoMAAAAAAAAAAAAAAD7yfaF8aCgIHXq1Ek1atRQYGCgVqxYoStXrmjx4sUZto/hw4crKirK+jh58mSGbRsAAAAAAAAAgMwQGhqqxx9/XB4eHvLy8lKHDh108ODB+663ZMkSVa5cWa6urqpevbpWrFiRBdECAGBfD3SPcXsqVKiQKlasqMOHDye73NvbW+fOnbOZd+7cuVTvUe7i4iIXF5cMjRMAAACO7dy12/YOAQ+A1w0AAACOZMOGDRowYIAef/xx3b59W++8845atGih/fv3q0CBAsmus3nzZnXp0kWhoaFq06aNFi1apA4dOmjnzp2qVq1aFh8BAABZJ8cVxmNiYnTkyBF169Yt2eUBAQFau3athgwZYp23evVqBQQEZFGEAAAAcGQeHh7KlzevFhy8ZO9Q8IDy5c0rDw8Pe4cBAAAAPLSVK1faTM+dO1deXl7asWOHGjdunOw6U6ZMUcuWLfXmm29Kkt5//32tXr1a06dP16xZszI9ZgAA7CXbF8bfeOMNtW3bVqVLl9aZM2c0atQoOTs7q0uXLpKk7t27q0SJEgoNDZUkDR48WE2aNNGECRPUunVrffXVV9q+fbtmz55tz8MAAACAgyhatKg+njBBV69etXcomeL06dOaMWOG+vfvrxIlStg7nEzh4eGhokWL2jsMAAAAIMNFRUVJkgoXLpximy1btmjo0KE28wIDAxUWFpbiOnFxcYqLi7NOR0dHP1Sct6NiH2p92Ie9XjdG/sq57PXaXYu5bJf94uFkxeuW7Qvjp06dUpcuXfTPP/+oWLFiatiwoX7//XcVK1ZMknTixAk5Of3frdLr16+vRYsW6b333tM777yjChUqKCwsjCFgAAAAkGGKFi3q8IXVEiVKyN/f395hAAAAAEijhIQEDRkyRA0aNEj1+/DIyEgVL17cZl7x4sUVGRmZ4jqhoaEKCQl56Bg9PDyUN18+Xfltz0NvC/aRN1++LBuBixHbHENWjtqW+Dfm791rsmR/yHiZ/Tcm2xfGv/rqq1SXr1+/Psm8Tp06qVOnTpkUEQAAAAAAAAAA2cuAAQO0d+9ebdq0KcO3PXz4cJurzKOjo+Xn55fu7RQtWlQTPv6YEbhysKwcgYsR2xxDVvcZ/sbkbJndX7J9YRwAAAAAAAAAAKRs4MCBWr58uTZu3KiSJUum2tbb21vnzp2zmXfu3Dl5e3unuI6Li4tcXFwyJFZG4EJ60F+QXvQZpIbCOAAAgLi/WU7GawcAAAAgtzLG6NVXX9WyZcu0fv36NBVKAgICtHbtWg0ZMsQ6b/Xq1QoICMjESAEAsD8K4wAAIFfj/maOISvvcQYAyF74gVTOZK/X7dy123bZLx4OrxuQsgEDBmjRokX67rvv5OHhYb1PuKenp9zc3CRJ3bt3V4kSJRQaGipJGjx4sJo0aaIJEyaodevW+uqrr7R9+3bNnj3bbscBAEBWoDAOAAByNUe/95DE/YcAAI6JH7flfFn5wzYPDw/ly5tXCw5eypL9IePly5uXH0ICyZg5c6YkqWnTpjbz58yZox49ekiSTpw4IScnJ+uy+vXra9GiRXrvvff0zjvvqEKFCgoLC1O1atWyKmwAAOyCwjgAAMj1csO9hyTuPwQAcCyO/uM2ftiWsYoWLaqPJ0ygv+Rg/BASSJ4x5r5t1q9fn2Rep06d1KlTp0yICACA7IvCOAAAAAAAyJFyw4/b+GFbxqG/AAAAALmb0/2bAAAAAAAAAAAAAACQc1EYBwAAAAAAAAAAAAA4NArjAAAAAAAAAAAAAACHRmEcAAAAAAAAAAAAAODQKIwDAAAAAAAAAAAAABwahXEAAAAAAAAAAAAAgEPLY+8AHNHtqFh7h4AHZK/X7ty123bZLx4OrxsAAAAAAAAAAEDOQGE8A3l4eChvvny68tsee4eCh5A3Xz55eHhkyb48PDyUL29eLTh4KUv2h4yXL2/eLOsvAAAAAAAAAAAAeDAUxjNQ0aJFNeHjj3X16lV7h5IpTp8+rRkzZqh///4qUaKEvcPJNB4eHipatGiW7Kto0aL6eMIE+kwOlpX9BQAAAAAAAAAAAA+GwngGK1q0qMMXyUqUKCF/f397h+Ew6DMAAAAAAAAAAABA5nKydwAAAAAAAAAAAAAAAGQmCuMAAAAAAAAAAAAAAIdGYRwAAAAAAAAAAAAA4NAojAMAAAAAAAAAAAAAHBqFcQAAAAAAAAAAAACAQ6MwDgAAAAAAAAAAAABwaBTGAQAAAADIBTZu3Ki2bdvK19dXFotFYWFhNst79Oghi8Vi82jZsuV9t/vJJ5+oTJkycnV11RNPPKFt27Zl0hEAAAAAAPDgKIwDAAAAAJALxMbGqmbNmvrkk09SbNOyZUudPXvW+vjyyy9T3ebXX3+toUOHatSoUdq5c6dq1qypwMBAnT9/PqPDBwAAAADgoVAYBwAAma5MmTJJrkCzWCwaMGCAJOnGjRsaMGCAihQpInd3dz333HM6d+6cnaMGAMCxBAUF6YMPPtAzzzyTYhsXFxd5e3tbH4888kiq25w4caJ69+6tnj17qkqVKpo1a5by58+vzz//PMV14uLiFB0dbfMAAAAAACCzURgHAACZ7o8//rC5+mz16tWSpE6dOkmSXnvtNf3www9asmSJNmzYoDNnzujZZ5+1Z8gAAORK69evl5eXlypVqqR+/frpn3/+SbHtzZs3tWPHDjVv3tw6z8nJSc2bN9eWLVtSXC80NFSenp7Wh5+fX4YeAwAAAAAAyaEwDgAAMl2xYsVsrj5bvny5ypUrpyZNmigqKkqfffaZJk6cqCeffFJ169bVnDlztHnzZv3+++/2Dh0AgFyjZcuWmj9/vtauXatx48Zpw4YNCgoKUnx8fLLtL168qPj4eBUvXtxmfvHixRUZGZnifoYPH66oqCjr4+TJkxl6HAAAAAAAJCePvQMAAAC5y82bN7VgwQINHTpUFotFO3bs0K1bt2yuNqtcubJKlSqlLVu26F//+ley24mLi1NcXJx1mmFYAQB4OM8//7z1/9WrV1eNGjVUrlw5rV+/Xk899VSG7cfFxUUuLi4Ztj0AAAAAANKCK8YBAECWCgsL05UrV9SjRw9JUmRkpPLly6dChQrZtLvf1WYMwwoAQOYqW7asihYtqsOHDye7vGjRonJ2dta5c+ds5p87d07e3t5ZESIAAAAAAGlGYRwAAGSpzz77TEFBQfL19X2o7TAMKwAAmevUqVP6559/5OPjk+zyfPnyqW7dulq7dq11XkJCgtauXauAgICsChMAAAAAgDRhKHUAAJBljh8/rjVr1ujbb7+1zvP29tbNmzd15coVm6vG73e1GcOwAgCQPjExMTZXf0dERCg8PFyFCxdW4cKFFRISoueee07e3t46cuSIhg0bpvLlyyswMNC6zlNPPaVnnnlGAwcOlCQNHTpUwcHBeuyxx1SvXj1NnjxZsbGx6tmzZ5YfHwAAAAAAqaEwDgAAssycOXPk5eWl1q1bW+fVrVtXefPm1dq1a/Xcc89Jkg4ePKgTJ05wtRkAABlo+/btatasmXV66NChkqTg4GDNnDlTe/bs0bx583TlyhX5+vqqRYsWev/9921+iHbkyBFdvHjROv3vf/9bFy5c0MiRIxUZGalatWpp5cqVKl68eNYdGAAAAAAAaUBhHAAAZImEhATNmTNHwcHBypPn/z6CeHp6qlevXho6dKgKFy6sggUL6tVXX1VAQID+9a9/2TFiAAAcS9OmTWWMSXH5zz//fN9tHDt2LMm8gQMHWq8gBwAAAAAgu6IwDgAAssSaNWt04sQJvfTSS0mWTZo0SU5OTnruuecUFxenwMBAzZgxww5RAgAAAAAAAAAcEYVxAACQJVq0aJHiVWqurq765JNP9Mknn2RxVAAAAAAAAACA3MDJ3gEAAAAAAAAAAAAAAJCZKIwDAAAAAAAAAAAAABwahXEAAAAAAAAAAAAAgEOjMA4AAAAAAAAAAAAAcGjZvjAeGhqqxx9/XB4eHvLy8lKHDh108ODBVNeZO3euLBaLzcPV1TWLIgYAAAAAAAAAAAAAZCfZvjC+YcMGDRgwQL///rtWr16tW7duqUWLFoqNjU11vYIFC+rs2bPWx/Hjx7MoYgAAAAAAAAAAAABAdpLtC+MrV65Ujx49VLVqVdWsWVNz587ViRMntGPHjlTXs1gs8vb2tj6KFy+eYtu4uDhFR0fbPAAAAAAAAAAAyO42btyotm3bytfXVxaLRWFhYam2X79+fZIRVy0WiyIjI7MmYAAA7CTbF8bvFRUVJUkqXLhwqu1iYmJUunRp+fn5qX379tq3b1+KbUNDQ+Xp6Wl9+Pn5ZWjMAAAAAAAAAABkhtjYWNWsWVOffPJJutY7ePCgzairXl5emRQhAADZQx57B5AeCQkJGjJkiBo0aKBq1aql2K5SpUr6/PPPVaNGDUVFRenjjz9W/fr1tW/fPpUsWTJJ++HDh2vo0KHW6ejoaIrjAAAAAAAAAIBsLygoSEFBQelez8vLS4UKFcr4gAAAyKZyVGF8wIAB2rt3rzZt2pRqu4CAAAUEBFin69evr0cffVSffvqp3n///STtXVxc5OLikuHxAgAAAAAAAACQHdWqVUtxcXGqVq2aRo8erQYNGqTYNi4uTnFxcdZpbkcKAMiJcsxQ6gMHDtTy5cu1bt26ZK/6Tk3evHlVu3ZtHT58OJOiAwAAAAAAAAAg+/Px8dGsWbO0dOlSLV26VH5+fmratKl27tyZ4jrcjhQA4Aiy/RXjxhi9+uqrWrZsmdavXy9/f/90byM+Pl5//vmnWrVqlQkRAgAAAAAAAACQM1SqVEmVKlWyTtevX19HjhzRpEmT9MUXXyS7DrcjBQA4gmxfGB8wYIAWLVqk7777Th4eHoqMjJQkeXp6ys3NTZLUvXt3lShRQqGhoZKkMWPG6F//+pfKly+vK1euaPz48Tp+/Lhefvllux0HAAAAAAAAAADZUb169VK9hSm3IwUAOIJsXxifOXOmJKlp06Y28+fMmaMePXpIkk6cOCEnp/8bFf7y5cvq3bu3IiMj9cgjj6hu3bravHmzqlSpklVhAwAAAAAAAACQI4SHh8vHx8feYQAAkKmyfWHcGHPfNuvXr7eZnjRpkiZNmpRJEQEAAAAAAAAAkD3ExMTo8OHD1umIiAiFh4ercOHCKlWqlIYPH67Tp09r/vz5kqTJkyfL399fVatW1Y0bN/S///1Pv/zyi1atWmWvQwAAIEtk+8I4AAAAAAAAAABI3vbt29WsWTPrdOK9wIODgzV37lydPXtWJ06csC6/efOmXn/9dZ0+fVr58+dXjRo1tGbNGpttAADgiCiMAwAAAAAAAACQQzVt2jTVkVfnzp1rMz1s2DANGzYsk6MCACD7cbp/EwAAAAAAAAAAAAAAci4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5AIbN25U27Zt5evrK4vForCwMOuyW7du6a233lL16tVVoEAB+fr6qnv37jpz5kyq2xw9erQsFovNo3Llypl8JAAAAAAApB+FcQAAAAAAcoHY2FjVrFlTn3zySZJl165d086dOzVixAjt3LlT3377rQ4ePKh27drdd7tVq1bV2bNnrY9NmzZlRvgAAAAAADyUPPYOAAAAAAAAZL6goCAFBQUlu8zT01OrV6+2mTd9+nTVq1dPJ06cUKlSpVLcbp48eeTt7Z2hsQIAAAAAkNG4YhwAAAAAACQRFRUli8WiQoUKpdru0KFD8vX1VdmyZfXCCy/oxIkTqbaPi4tTdHS0zQMAAAAAgMxGYRwAAAAAANi4ceOG3nrrLXXp0kUFCxZMsd0TTzyhuXPnauXKlZo5c6YiIiLUqFEjXb16NcV1QkND5enpaX34+fllxiEAAAAAAGCDwjgAAAAAALC6deuWOnfuLGOMZs6cmWrboKAgderUSTVq1FBgYKBWrFihK1euaPHixSmuM3z4cEVFRVkfJ0+ezOhDAAAAAAAgCe4xDgAAAAAAJP1fUfz48eP65ZdfUr1aPDmFChVSxYoVdfjw4RTbuLi4yMXF5WFDBQAAAAAgXbhiHAAAAAAAWIvihw4d0po1a1SkSJF0byMmJkZHjhyRj49PJkQIAAAAAMCDozAOAAAAAEAuEBMTo/DwcIWHh0uSIiIiFB4erhMnTujWrVvq2LGjtm/froULFyo+Pl6RkZGKjIzUzZs3rdt46qmnNH36dOv0G2+8oQ0bNujYsWPavHmznnnmGTk7O6tLly5ZfXgAAAAAAKSKodQBAAAAAMgFtm/frmbNmlmnhw4dKkkKDg7W6NGj9f3330uSatWqZbPeunXr1LRpU0nSkSNHdPHiReuyU6dOqUuXLvrnn39UrFgxNWzYUL///ruKFSuWuQcDAAAAAEA6URgHAAAAACAXaNq0qYwxKS5PbVmiY8eO2Ux/9dVXDxsWAAAAAABZIscMpf7JJ5+oTJkycnV11RNPPKFt27al2n7JkiWqXLmyXF1dVb16da1YsSKLIgUAAMk5ffq0XnzxRRUpUkRubm6qXr26tm/fbl1ujNHIkSPl4+MjNzc3NW/eXIcOHbJjxAAAAAAAZH8bN25U27Zt5evrK4vForCwsPuus379etWpU0cuLi4qX7685s6dm+lxAgBgbzmiMP71119r6NChGjVqlHbu3KmaNWsqMDBQ58+fT7b95s2b1aVLF/Xq1Uu7du1Shw4d1KFDB+3duzeLIwcAAJJ0+fJlNWjQQHnz5tVPP/2k/fv3a8KECXrkkUesbT766CNNnTpVs2bN0tatW1WgQAEFBgbqxo0bdowcAAAAAIDsLTY2VjVr1tQnn3ySpvYRERFq3bq1mjVrpvDwcA0ZMkQvv/yyfv7550yOFAAA+8oRQ6lPnDhRvXv3Vs+ePSVJs2bN0o8//qjPP/9cb7/9dpL2U6ZMUcuWLfXmm29Kkt5//32tXr1a06dP16xZs7I0dgAAII0bN05+fn6aM2eOdZ6/v7/1/8YYTZ48We+9957at28vSZo/f76KFy+usLAwPf/881keMwAAAAAAOUFQUJCCgoLS3H7WrFny9/fXhAkTJEmPPvqoNm3apEmTJikwMDCzwgQAwO6yfWH85s2b2rFjh4YPH26d5+TkpObNm2vLli3JrrNlyxYNHTrUZl5gYGCKQ8jExcUpLi7OOh0dHf3wgWeBuLg4nTlzJsv2d/r0aZt/s5Kvr69cXFyyfL+OJrf0GfpLxqC/ICN9//33CgwMVKdOnbRhwwaVKFFC/fv3V+/evSXd+bV6ZGSkmjdvbl3H09NTTzzxhLZs2ZJsYTyn5m+J9xfSh/6C9Mgt/UWizyDr5Zb3F++tjEF/QXrRZ5CVtmzZYnP+Ld35/nzIkCEprpNTz8F5byE96C9IL/pMzpPtC+MXL15UfHy8ihcvbjO/ePHiOnDgQLLrREZGJts+MjIy2fahoaEKCQnJmICz0JkzZ/Tuu+9m+X5nzJiR5fscO3aszZWFeDC5pc/QXzIG/QUZ6ejRo5o5c6aGDh2qd955R3/88YcGDRqkfPnyKTg42Jqjc0P+lnh/IX3oL0iP3NJfJPoMsl5ueX/x3soY9BekF30GWSml78+jo6N1/fp1ubm5JVknp56D895CetBfkF70mZwn2xfGs8Lw4cNtrjCPjo6Wn5+fHSNKG19fX40dO9beYWQJX19fe4fgEHJLn6G/ZAz6CzJSQkKCHnvsMX344YeSpNq1a2vv3r2aNWuWgoODH2ibOTV/S7y/kD70F6RHbukvEn0GWS+3vL94b2UM+gvSiz6D7C6nnoPz3kJ60F+QXvSZnCfbF8aLFi0qZ2dnnTt3zmb+uXPn5O3tnew63t7e6Wrv4uKSI4cAcHFxcZhfaCBr0GeQHvQXZCQfHx9VqVLFZt6jjz6qpUuXSpI1R587d04+Pj7WNufOnVOtWrWS3WZOzd8S7y+kD/0F6UF/ATIP7y+kB/0F6UWfQVZK6fvzggULJnu1uJRzz8F5byE96C9IL/pMzuNk7wDuJ1++fKpbt67Wrl1rnZeQkKC1a9cqICAg2XUCAgJs2kvS6tWrU2wPAAAyV4MGDXTw4EGbeX///bdKly4tSfL395e3t7dN/o6OjtbWrVvJ3wAAAAAAZCC+PwcA5FbZvjAuSUOHDtV///tfzZs3T3/99Zf69eun2NhY9ezZU5LUvXt3DR8+3Np+8ODBWrlypSZMmKADBw5o9OjR2r59uwYOHGivQwAAIFd77bXX9Pvvv+vDDz/U4cOHtWjRIs2ePVsDBgyQJFksFg0ZMkQffPCBvv/+e/3555/q3r27fH191aFDB/sGDwAAAABANhYTE6Pw8HCFh4dLkiIiIhQeHq4TJ05IujMMevfu3a3tX3nlFR09elTDhg3TgQMHNGPGDC1evFivvfaaPcIHACDLZPuh1CXp3//+ty5cuKCRI0cqMjJStWrV0sqVK1W8eHFJ0okTJ+Tk9H81/vr162vRokV677339M4776hChQoKCwtTtWrV7HUIAADkao8//riWLVum4cOHa8yYMfL399fkyZP1wgsvWNsMGzZMsbGx6tOnj65cuaKGDRtq5cqVcnV1tWPkAAAAAABkb9u3b1ezZs2s04n3Ag8ODtbcuXN19uxZa5FcujNq248//qjXXntNU6ZMUcmSJfW///1PgYGBWR47AABZyWKMMfYOIruJjo6Wp6enoqKiVLBgQXuHAwDIxchJacdzBQDITshLacdzBQDILshJacdzBQDILtKTk3LEUOoAAAAAAAAAAAAAADwoCuMAAAAAAAAAAAAAAIdGYRwAAAAAAAAAAAAA4NAojAMAAAAAAAAAAAAAHBqFcQAAAAAAAAAAAACAQ6MwDgAAAAAAAAAAAABwaBTGAQAAAAAAAAAAAAAOjcI4AAAAAAAAAAAAAMChURgHAAAAAAAAAAAAADg0CuMAAAAAAAAAAAAAAIdGYRwAAAAAAAAAAAAA4NDy2DuA7MgYI0mKjo62cyQAgNwuMRcl5iakjPwNAMhOyOFpRw4HAGQX5O+0I38DALKL9ORvCuPJuHr1qiTJz8/PzpEAAHDH1atX5enpae8wsjXyNwAgOyKH3x85HACQ3ZC/74/8DQDIbtKSvy2Gn78lkZCQoDNnzsjDw0MWi8Xe4WQb0dHR8vPz08mTJ1WwYEF7h4McgD6D9KC/JM8Yo6tXr8rX11dOTtwBJTXk75Tx/kJ60F+QHvSXlJHD044cnjzeX0gP+gvSiz6TPPJ32pG/k8d7C+lBf0F60WeSl578zRXjyXByclLJkiXtHUa2VbBgQd5wSBf6DNKD/pIUv1JPG/L3/fH+QnrQX5Ae9JfkkcPThhyeOt5fSA/6C9KLPpMU+TttyN+p472F9KC/IL3oM0mlNX/zszcAAAAAAAAAAAAAgEOjMA4AAAAAAAAAAAAAcGgUxpFmLi4uGjVqlFxcXOwdCnII+gzSg/4CZB7eX0gP+gvSg/4CZB7eX0gP+gvSiz4DZA7eW0gP+gvSiz7z8CzGGGPvIAAAAAAAAAAAAAAAyCxcMQ4AAAAAAAAAAAAAcGgUxgEAAAAAAAAAAAAADo3COAAAAAAAAAAAAADAoVEYBwAAAAAAAAAAAAA4NArjSJONGzeqbdu28vX1lcViUVhYmL1DQjYVGhqqxx9/XB4eHvLy8lKHDh108OBBe4eFbGzmzJmqUaOGChYsqIIFCyogIEA//fSTvcMCHAL5G+lBDkd6kL+BzEP+RnqQv5Ee5G8g85C/kR7kb6QH+TtjURhHmsTGxqpmzZr65JNP7B0KsrkNGzZowIAB+v3337V69WrdunVLLVq0UGxsrL1DQzZVsmRJ/ec//9GOHTu0fft2Pfnkk2rfvr327dtn79CAHI/8jfQghyM9yN9A5iF/Iz3I30gP8jeQecjfSA/yN9KD/J2xLMYYY+8gkLNYLBYtW7ZMHTp0sHcoyAEuXLggLy8vbdiwQY0bN7Z3OMghChcurPHjx6tXr172DgVwGORvpBc5HOlF/gYyHvkb6UX+RnqRv4GMR/5GepG/kV7k7weXx94BAHBsUVFRku78oQbuJz4+XkuWLFFsbKwCAgLsHQ4A5GrkcKQV+RsAsg/yN9KK/A0A2Qf5G2lF/n54FMYBZJqEhAQNGTJEDRo0ULVq1ewdDrKxP//8UwEBAbpx44bc3d21bNkyValSxd5hAUCuRQ5HWpC/ASB7IX8jLcjfAJC9kL+RFuTvjENhHECmGTBggPbu3atNmzbZOxRkc5UqVVJ4eLiioqL0zTffKDg4WBs2bCC5A4CdkMORFuRvAMheyN9IC/I3AGQv5G+kBfk741AYB5ApBg4cqOXLl2vjxo0qWbKkvcNBNpcvXz6VL19eklS3bl398ccfmjJlij799FM7RwYAuQ85HGlF/gaA7IP8jbQifwNA9kH+RlqRvzMOhXEAGcoYo1dffVXLli3T+vXr5e/vb++QkAMlJCQoLi7O3mEAQK5CDsfDIn8DQNYjf+Nhkb8BIOuRv/GwyN8PjsI40iQmJkaHDx+2TkdERCg8PFyFCxdWqVKl7BgZspsBAwZo0aJF+u677+Th4aHIyEhJkqenp9zc3OwcHbKj4cOHKygoSKVKldLVq1e1aNEirV+/Xj///LO9QwNyPPI30oMcjvQgfwOZh/yN9CB/Iz3I30DmIX8jPcjfSA/yd8ayGGOMvYNA9rd+/Xo1a9Ysyfzg4GDNnTs36wNCtmWxWJKdP2fOHPXo0SNrg0GO0KtXL61du1Znz56Vp6enatSoobfeektPP/20vUMDcjzyN9KDHI70IH8DmYf8jfQgfyM9yN9A5iF/Iz3I30gP8nfGojAOAAAAAAAAAAAAAHBoTvYOAAAAAAAAAAAAAACAzERhHAAAAAAAAAAAAADg0CiMAwAAAAAAAAAAAAAcGoVxAAAAAAAAAAAAAIBDozAOAAAAAAAAAAAAAHBoFMYBAAAAAAAAAAAAAA6NwjgAAAAAAAAAAAAAwKFRGAcAAAAAAAAAAAAAODQK4wCQgm7duunDDz/M9P2sXLlStWrVUkJCQqbvCwAAR0f+BgAg5yF/AwCQ85C/kRNRGAeAZOzevVsrVqzQoEGDrPO+/fZbtWjRQkWKFJHFYlF4eHiattWuXTuVKlVKrq6u8vHxUbdu3XTmzBnr8pYtWypv3rxauHBhRh8GAAC5CvkbAICch/wNAEDOQ/5GTkVhHACSMW3aNHXq1Enu7u7WebGxsWrYsKHGjRuXrm01a9ZMixcv1sGDB7V06VIdOXJEHTt2tGnTo0cPTZ06NUNiBwAgtyJ/AwCQ85C/AQDIecjfyLEMgDSZN2+eKVy4sLlx44bN/Pbt25sXX3zRjBo1ytSsWdPMmjXLlCxZ0ri5uZlOnTqZK1euWNvGx8ebkJAQU6JECZMvXz5Ts2ZN89NPP1mXR0REGEnWxyOPPGKeeeYZc/HiRWuby5cvm169epmiRYsaDw8P06xZMxMeHm5dnhjH3datW2ckmcuXLxtjjJkzZ47x9PR84Odi7969pnXr1sbDw8O4u7ubhg0bmsOHD5tRo0bZxH/3o0mTJsYYY4KDg0379u3N6NGjrcfQt29fExcXZ/M8ffjhh6ZMmTLG1dXV1KhRwyxZsiRNMST67LPPTJUqVUy+fPmMt7e3GTBggHXZhAkTTLVq1Uz+/PlNyZIlTb9+/czVq1ety2/fvm08PT3N8uXLkz3+xNdp165dD/T8fffdd8ZisZibN29a5x0/ftxIsjkGAMDDI3//H/I3+RsAcgry9/8hf5O/ASCnIH//H/I3+RvZF1eMA2nUqVMnxcfH6/vvv7fOO3/+vH788Ue99NJLkqTDhw9r8eLF+uGHH7Ry5Urt2rVL/fv3t7afMmWKJkyYoI8//lh79uxRYGCg2rVrp0OHDtnsa82aNTp79qx+/PFHbdu2TR999JFNHOfPn9dPP/2kHTt2qE6dOnrqqad06dKlTH4G7jh9+rQaN24sFxcX/fLLL9qxY4deeukl3b59W2+88YbOnj2rs2fP6vXXX1dAQIB1+ttvv7VuY+3atfrrr7+0fv16ffnll/r2228VEhJiXR4aGqr58+dr1qxZ2rdvn1577TW9+OKL2rBhw31jkKSZM2dqwIAB6tOnj/788099//33Kl++vHX7Tk5Omjp1qvbt26d58+bpl19+0bBhw6zL9+zZo6ioKD322GMZ/vxdunRJCxcuVP369ZU3b17r/FKlSql48eL69ddfM3yfAJCbkb/vIH8/HPI3AGQt8vcd5O+HQ/4GgKxF/r6D/P1wyN/IdPauzAM5Sb9+/UxQUJB1esKECaZs2bImISHBjBo1yjg7O5tTp05Zl//000/GycnJnD171hhjjK+vrxk7dqzNNh9//HHTv39/Y0zSX1KdPXvWlC9f3rrOr7/+agoWLJjkV3flypUzn376qTEm83/xNnz4cOPv72/za63kjBo1yvort7sFBwebwoULm9jYWOu8mTNnGnd3dxMfH29u3Lhh8ufPbzZv3myzXq9evUyXLl3SFIOvr695991303xMS5YsMUWKFLFOL1u2zDg7O5uEhIRk2z/IL96GDRtm8ufPbySZf/3rXza/YkxUu3ZtM3r06DRvEwCQNuRv8rcx5G8AyGnI3+RvY8jfAJDTkL/J38aQv5G9ccU4kA69e/fWqlWrdPr0aUnS3Llz1aNHD1ksFkl3frVUokQJa/uAgAAlJCTo4MGDio6O1pkzZ9SgQQObbTZo0EB//fWXzbz69evL3d1dPj4+8vPz0+uvvy5J2r17t2JiYlSkSBG5u7tbHxERETpy5Ih1/T///NNmeVBQUJJjiYqKkru7uwoWLKgKFSrojTfe0K1bt+77HISHh6tRo0Y2v9ZKr5o1ayp//vzW6YCAAMXExOjkyZM6fPiwrl27pqefftrmGObPn289xtRiOH/+vM6cOaOnnnoqxf2vWbNGTz31lEqUKCEPDw9169ZN//zzj65duyZJun79ulxcXKyva1q98sorNjHf7c0339SuXbu0atUqOTs7q3v37jLG2LRxc3OzxgAAyDjkb/J3asjfAJA9kb/J36khfwNA9kT+Jn+nhvyN7CCPvQMAcpLatWurZs2amj9/vlq0aKF9+/bpxx9/zPD9fP3113r00UcVGRmpwYMH64033tC0adMUExMjHx8frV+/Psk6hQoVsv6/UqVKNkPWbN26VS+++KJNew8PD+3cuVPGGO3fv1/BwcHy9vbWG2+8kWpsbm5uD3Vs9xMTEyNJ+vHHH20+JEmSi4vLfWO4X3zHjh1TmzZt1K9fP40dO1aFCxfWpk2b1KtXL928eVP58+dX0aJFde3aNd28eVP58uVLc+xjxoxJ8fkrWrSoihYtqooVK+rRRx+Vn5+ffv/9dwUEBFjbXLp0ScWKFUvz/gAAaUP+Jn+nhvwNANkT+Zv8nRryNwBkT+Rv8ndqyN/IDiiMA+n08ssva/LkyTp9+rSaN28uPz8/67ITJ07ozJkz8vX1lST9/vvvcnJyUqVKlVSwYEH5+vrqt99+U5MmTazr/Pbbb6pXr57NPvz8/FS+fHmVL19ePXv21H/+8x9NmzZNderUUWRkpPLkyaMyZcqkGGO+fPls7gly6tSpJG2cnJysbSpUqKCnn35a4eHh9z3+GjVqaN68ebp169YD/+pt9+7dun79ujUJ//7773J3d5efn58KFy4sFxcXnThxwuZ5SmsMHh4eKlOmjNauXatmzZolWXfHjh1KSEjQhAkT5OR0Z9CMxYsX27SpVauWJGn//v3W/6eFl5eXvLy87tsuISFBkhQXF2edd+PGDR05ckS1a9dO8/4AAGlH/iZ/p4T8DQDZF/mb/J0S8jcAZF/kb/J3SsjfyA4YSh1Ip65du+rUqVP673//q5deeslmmaurq4KDg7V79279+uuvGjRokDp37ixvb29Jd4YDGTdunL7++msdPHhQb7/9tsLDwzV48GCb7fzzzz+KjIzUnj179OWXX6py5cqSpObNmysgIEAdOnTQqlWrdOzYMW3evFnvvvuutm/fnu5juXHjhq5fv64dO3Zo06ZNqlat2n3XGThwoKKjo/X8889r+/btOnTokL744gsdPHgwzfu9efOmevXqpf3792vFihUaNWqUBg4cKCcnJ3l4eOiNN97Qa6+9pnnz5unIkSPauXOnpk2bpnnz5qUphtGjR2vChAmaOnWqDh06ZF1fksqXL69bt25p2rRpOnr0qL744gvNmjXLJr5ixYqpTp062rRpk838S5cuKTw8XPv375ckHTx4UOHh4YqMjEzxWLdu3arp06crPDxcx48f1y+//KIuXbqoXLlyNr92+/333+Xi4mIzDwCQccjf5G/yNwDkPORv8jf5GwByHvI3+Zv8jWzNfrc3B3Kubt26mcKFC5sbN25Y540aNcrUrFnTzJgxw/j6+hpXV1fTsWNHc+nSJWub+Ph4M3r0aFOiRAmTN29eU7NmTfPTTz9Zl0dERBhJ1kehQoVMmzZtTEREhLVNdHS0efXVV42vr6/Jmzev8fPzMy+88II5ceKETRx3W7dunZFkLl++bIwxZs6cOdZ9WCwW4+3tbfr162fi4uLSdPy7d+82LVq0MPnz5zceHh6mUaNG5siRIzZtRo0aZZo0aZJk3eDgYNO+fXszcuRIU6RIEePu7m569+5t81wmJCSYyZMnm0qVKpm8efOaYsWKmcDAQLNhw4Y0xzBr1izr+j4+PubVV1+1Lps4caLx8fExbm5uJjAw0MyfP9/m+THGmBkzZph//etfNrHf/bzd/Rg1alSKz9WePXtMs2bNTOHChY2Li4spU6aMeeWVV8ypU6ds2vXp08f07ds3xe0AAB4e+Zv8Tf4GgJyH/E3+Jn8DQM5D/iZ/k7+RXVmMuefu9QDu66mnnlLVqlU1depU67zRo0crLCwsTcOp5GY9evTQlStXFBYWZu9QUnX9+nVVqlRJX3/9dab/Cu3ixYuqVKmStm/fLn9//0zdFwDkZuTvB0f+Tor8DQBZg/z94MjfSZG/ASBrkL8fHPk7KfI3MhL3GAfS4fLly1q/fr3Wr1+vGTNm2DscZCI3NzfNnz9fFy9ezPR9HTt2TDNmzCCpA0AmIX/nHuRvAHAc5O/cg/wNAI6D/J17kL+RU1EYB9Khdu3aunz5ssaNG6dKlSrZO5xM8corr2jBggXJLnvxxReT3E/EkTVt2jRL9vPYY4/psccey5J9AUBuRP4mf2cG8jcAZC7yN/k7M5C/ASBzkb/J35mB/I2MxFDqAGycP39e0dHRyS4rWLCgvLy8sjgiAABwP+RvAAByHvI3AAA5D/kbyNkojAMAAAAAAAAAAAAAHJqTvQMAAAAAAAAAAAAAACAzURgHAAAAAAAAAAAAADg0CuMAAAAAAAAAAAAAAIdGYRwAAAAAAAAAAAAA4NAojAMAAAAAAAAAAAAAHBqFcQAAAAAAAAAAAACAQ6MwDgAAAAAAAAAAAABwaBTGAQAAAAAAAAAAAAAOjcI4AAAAAAAAAAAAAMChURgHAAAAAAAAAAAAADg0CuMAAAAAAAAAAAAAAIdGYRwAAAAAAAAAAAAA4NAojAMAAAAAAAAAAAAAHBqFcQAAAAAAAAAAAACAQ6MwjvuaO3euLBaL9eHq6qqKFStq4MCBOnfunL3DAwAgVyI/AwCQdci7AAAAAJDz5bF3AMg5xowZI39/f924cUObNm3SzJkztWLFCu3du1f58+e3d3gAAORK5GcAALIOeRcAAAAAci4K40izoKAgPfbYY5Kkl19+WUWKFNHEiRP13XffqUuXLnaODgCA3In8DABA1iHvAgAAAEDOxVDqeGBPPvmkJCkiIkKSdOnSJb3xxhuqXr263N3dVbBgQQUFBWn37t1J1r1x44ZGjx6tihUrytXVVT4+Pnr22Wd15MgRSdKxY8dshqm799G0aVPrttavXy+LxaKvv/5a77zzjry9vVWgQAG1a9dOJ0+eTLLvrVu3qmXLlvL09FT+/PnVpEkT/fbbb8keY9OmTZPd/+jRo5O0XbBggerWrSs3NzcVLlxYzz//fLL7T+3Y7paQkKDJkyeratWqcnV1VfHixdW3b19dvnzZpl2ZMmXUpk2bJPsZOHBgkm0mF/v48eOTPKeSFBcXp1GjRql8+fJycXGRn5+fhg0bpri4OJt2Fy9e1IEDB3Tt2rUkMSRnwYIFqlevnvLnz69HHnlEjRs31qpVq2za/PTTT2rUqJEKFCggDw8PtW7dWvv27bNps2fPHvXo0UNly5aVq6urvL299dJLL+mff/6xaTd69GhZLBZdvHjRZv727dtlsVg0d+5cm/kHDhxQ586dVaxYMbm5ualSpUp6991377u9u5UpU0Y9evRI0/MhKdW+fu9rk9bXxWKxaODAgVq4cKEqVaokV1dX1a1bVxs3brRpd/z4cfXv31+VKlWSm5ubihQpok6dOunYsWM27e4dOjK190Tic3S3mJgYeXt7y2KxaP369db5TZs2TdL3/vjjj2TfEwDShvxsi/x8//x87/5v376tVq1aqXDhwtq/f791/pw5c/Tkk0/Ky8tLLi4uqlKlimbOnGmzrcTn8d78mlxukNL++mzdulWtWrXSI488ogIFCqhGjRqaMmWKJKlHjx73zaWJea1MmTLWeU5OTvL29ta///1vnThxwmZ/sbGxev311+Xn5ycXFxdVqlRJH3/8sYwx930+73a/2B4kJ6b1c8PNmzc1cuRI1a1bV56enipQoIAaNWqkdevW2ewj8TX7+OOPk8RfrVq1ZN/Xd8ctSa1bt062H69bt06NGjXSI488YhPjwIED0/wcAtkdedcWeTf1vNukSRPVrFkz2WWVKlVSYGCgJNu/zZMmTVLp0qXl5uamJk2aaO/evUnW/eWXX6zn0IUKFVL79u31119/2bRJzMWJDw8PD9WrV09hYWFJtpeW/pGec+0ePXrI3d091efmfu6NP7W82rRpU1WrVk07duxQ/fr15ebmJn9/f82aNSvJdtNzjp34cHZ2VokSJdSnTx9duXLFpt358+fVq1cvFS9eXK6urqpZs6bmzZtn02bnzp0qUKBAknx473cJ169fV7169VSlShXrftKTt9Maj3TnvTZlyhRVr15drq6uKlasmFq2bKnt27cnOf7U/h6l97MCAABAVuOKcTywxJP1IkWKSJKOHj2qsLAwderUSf7+/jp37pw+/fRTNWnSRPv375evr68kKT4+Xm3atNHatWv1/PPPa/Dgwbp69apWr16tvXv3qly5ctZ9dOnSRa1atbLZ7/Dhw5ONZ+zYsbJYLHrrrbd0/vx5TZ48Wc2bN1d4eLjc3Nwk3TlZDAoKUt26dTVq1Cg5OTlZv+T99ddfVa9evSTbLVmypEJDQyXdKe7169cv2X2PGDFCnTt31ssvv6wLFy5o2rRpaty4sXbt2qVChQolWadPnz5q1KiRJOnbb7/VsmXLbJb37dtXc+fOVc+ePTVo0CBFRERo+vTp2rVrl3777TflzZs32echPa5cuWI9trslJCSoXbt22rRpk/r06aNHH31Uf/75pyZNmqS///7b5sR5+vTpCgkJ0bp165KcgN0rJCREo0ePVv369TVmzBjly5dPW7du1S+//KIWLVpIkr744gsFBwcrMDBQ48aN07Vr1zRz5kw1bNhQu3btUpkyZSRJq1ev1tGjR9WzZ095e3tr3759mj17tvbt26fff//9gYqqe/bsUaNGjZQ3b1716dNHZcqU0ZEjR/TDDz9o7Nix6d5eWn3xxRfW///666+aPXu2Jk2apKJFi0qSihcvLil9r4skbdiwQV9//bUGDRokFxcXzZgxQy1bttS2bdtUrVo1SXe+cN+8ebOef/55lSxZUseOHdPMmTPVtGlT7d+/P8lwkIlDRyZK6T1xrwkTJqT53otvvfVWmtoBSB752Xbf5Of75+d7vfzyy1q/fr1Wr16tKlWqWOfPnDlTVatWVbt27ZQnTx798MMP6t+/vxISEjRgwIB0H2daX5/Vq1erTZs28vHx0eDBg+Xt7a2//vpLy5cv1+DBg9W3b181b97cut1u3brpmWee0bPPPmudV6xYMev/GzVqpD59+ighIUF79+7V5MmTdebMGf3666+SJGOM2rVrp3Xr1qlXr16qVauWfv75Z7355ps6ffq0Jk2alK7jdHFx0f/+9z+beX/88YemTp1633WTy4lp/dwQHR2t//3vf+rSpYt69+6tq1ev6rPPPlNgYKC2bdumWrVqpes4UrJx40atWLEiyfyIiAi1bt1aPj4+GjlypPU16NatW4bsF8guyLu2+ybvpp53u3Xrpt69e2vv3r3WczLpTl74+++/9d5779m0nz9/vq5evaoBAwboxo0bmjJlip588kn9+eef1r/3a9asUVBQkMqWLavRo0fr+vXrmjZtmho0aKCdO3daz6ETJeaRixcvasaMGerUqZP27t2rSpUqSXqw/pEVnn32WZUvX946/dprr+nRRx9Vnz59rPMeffRR6/8vX76sVq1aqXPnzurSpYsWL16sfv36KV++fHrppZckpf8cO/Hzxe3bt7VlyxbNnj1b169ftz6n169fV9OmTXX48GENHDhQ/v7+WrJkiXr06KErV65o8ODBkqQ6depo4cKFeu6551S5cuVkfzBmjFH37t0VERGhrVu3Jvv+uZ+0xiNJvXr10ty5cxUUFKSXX35Zt2/f1q+//qrff/9djz32WJo/fyQnpc8KAAAAdmGA+5gzZ46RZNasWWMuXLhgTp48ab766itTpEgR4+bmZk6dOmWMMebGjRsmPj7eZt2IiAjj4uJixowZY533+eefG0lm4sSJSfaVkJBgXU+SGT9+fJI2VatWNU2aNLFOr1u3zkgyJUqUMNHR0db5ixcvNpLMlClTrNuuUKGCCQwMtO7HGGOuXbtm/P39zdNPP51kX/Xr1zfVqlWzTl+4cMFIMqNGjbLOO3bsmHF2djZjx461WffPP/80efLkSTL/0KFDRpKZN2+edd6oUaPM3W/HX3/91UgyCxcutFl35cqVSeaXLl3atG7dOknsAwYMMPe+xe+NfdiwYcbLy8vUrVvX5jn94osvjJOTk/n1119t1p81a5aRZH777bcksa9bty5JDPcet5OTk3nmmWeS9JPE1+Pq1aumUKFCpnfv3jbLIyMjjaenp838a9euJdnHl19+aSSZjRs3JonvwoULNm3/+OMPI8nMmTPHOq9x48bGw8PDHD9+PNn4Utve3UqXLm2Cg4NTXJ6axPdbREREkmXpeV0kGUlm+/bt1nnHjx83rq6u5plnnrHOS+553LJli5Fk5s+fnySuP/74w6Ztcu+Je/vz+fPnjYeHhwkKCkrSV5o0aWLT91asWGEkmZYtWybpvwBskZ/Jz4keJj/fu//hw4cbZ2dnExYWlqRdcjkjMDDQlC1b1jp9/PhxI8l8/vnnNu3ufS7T+vrcvn3b+Pv7m9KlS5vLly/btL27v6R0PPdKLkd37drV5M+f3zodFhZmJJkPPvjApl3Hjh2NxWIxhw8fTnbbyQkODjYFChRIMn/JkiUZkhNT+9xw+/ZtExcXZzPv8uXLpnjx4uall16yznuQ9/XdcT/xxBPWHH/38/7pp58aSWbLli0225RkBgwYkOzxANkZeZe8m+hh8u6VK1eMq6ureeutt2zmDxo0yBQoUMDExMQYY/7vtb+7bxljzNatW40k89prr1nn1apVy3h5eZl//vnHOm/37t3GycnJdO/ePUmMd1u1apWRZBYvXmyMSV//SM+5dkr58GGkdt7dpEkTI8lMmDDBOi8uLs76XN28edMYk/5z7Hs/X9SvX99UqVLFOj158mQjySxYsMA67+bNmyYgIMC4u7vbvDeNMeajjz4yzs7OZuXKlUmO6Z133jEuLi5m06ZNNuuk5+9CWuP55ZdfjCQzaNCgJNtM7vNWap8/0vNZAQAAwB4YSh1p1rx5cxUrVkx+fn56/vnn5e7urmXLlqlEiRKS7lwN4+R0p0vFx8frn3/+kbu7uypVqqSdO3dat7N06VIVLVpUr776apJ9PMzQyd27d5eHh4d1umPHjvLx8bH+KjU8PFyHDh1S165d9c8//+jixYu6ePGiYmNj9dRTT2njxo1KSEiw2eaNGzfk6uqa6n6//fZbJSQkqHPnztZtXrx4Ud7e3qpQoUKS4Spv3rwp6c7zlZIlS5bI09NTTz/9tM0269atK3d39yTbvHXrlk27ixcv6saNG6nGffr0aU2bNk0jRoxIMqTZkiVL9Oijj6py5co220wcJvDu/Y8ePVrGmPtejRYWFqaEhASNHDnS2k8SJb7uq1ev1pUrV9SlSxeb/To7O+uJJ56w2W/i1Q7Sndfp4sWL+te//iVJNv0t0aVLl2y2GRUVZbP8woUL2rhxo1566SWVKlUq2fiS215sbGyqx52R0vO6SFJAQIDq1q1rnS5VqpTat2+vn3/+WfHx8ZJsn8dbt27pn3/+Ufny5VWoUKFkn8cH8f7778vT01ODBg1KtZ0xRsOHD9dzzz2nJ554IkP2DeQG5OfkkZ/Tlp/vNn36dIWGhmrq1Klq3759kuV354yoqChdvHhRTZo00dGjR615NfGq4FOnTqW6r7S+Prt27VJERISGDBmS5EqpB+2XcXFxunjxos6fP6/Vq1frl19+0VNPPWVdvmLFCjk7OyfJW6+//rqMMfrpp58eaL/pkRE50dnZWfny5ZN054q4S5cu6fbt23rssceSzfHXrl1L0l8TPy+k5Ntvv9Uff/yh//znP0mWXb16VdL/XUULOArybvLIu2nLu56enmrfvr2+/PJL6+054uPj9fXXX6tDhw4qUKCATfsOHTpY+5Yk1atXT0888YT19Tx79qzCw8PVo0cPFS5c2NquRo0aevrpp5O9SjfxOP766y/NmjVLBQoUsJ5LP0j/uN+5dnL7vt/rkhHy5Mmjvn37Wqfz5cunvn376vz589qxY4ek9J9jJ+bKyMhILV26VLt3707yGcLb21tdunSxzsubN68GDRqkmJgYbdiwwWZ7b775prp166bOnTvb3L7miy++0IcffqhPP/1UDRo0SPb40pK30xrP0qVLZbFYNGrUqCT7edhbnKX2WQEAAMAeGEodafbJJ5+oYsWKypMnj4oXL65KlSrZFDgT70c0Y8YMRURE2Hwgv/sLsSNHjqhSpUrKkydju1+FChVspi0Wi8qXL2+9p+ShQ4ckScHBwSluIyoqSo888oh1+uLFi0m2e69Dhw7JGJNiu3uHdku8L1Rq99c6dOiQoqKi5OXllezy8+fP20yvWrXKZojQtBg1apR8fX3Vt29fffPNN0n2/9dff6W4zXv3nxZHjhyRk5OTzZCs90p8jRJPQu9VsGBB6/8vXbqkkJAQffXVV0niSe5EPHFYuJQcPXpUkmyGs0vN3dvz8vJS7969FRISImdn5zSt/yDS+7ok1ycrVqyoa9eu6cKFC/L29tb169cVGhqqOXPm6PTp0zb3Tk3tC420ioiI0KeffqqZM2fe98u0hQsXat++fVq8eLEWLVr00PsGcgvyc/LIz+nz008/We8heenSpWTb/Pbbbxo1apS2bNmS5B6qUVFR8vT0lJubm2rXrq3Zs2erefPm1uf/3vZpfX0ShyhOa35Oi6+++kpfffWVdfrxxx+3Ger8+PHj8vX1tSksSf83POvx48czLJaUZFROnDdvniZMmKADBw7o1q1b1vl33xYl0ahRo5L9QjyloVHj4+P1zjvv6IUXXlCNGjWSLA8ICJB050v/0NDQdL8XgOyKvJs88m7ade/eXV9//bV+/fVXNW7cWGvWrNG5c+eSvdVESud0ixcvlvR/OSm5891HH31UP//8s2JjY20K7ncfT8GCBbVw4UL5+flJerD+cb9z7USxsbE2+/bz89Prr79uM5x3RvL19U3yQ4OKFStKunOf7n/961/pfo3Hjx+v8ePHW6dbtmypcePGWaePHz+uChUqJLkYILXPEOfOnVN0dLTatGmj2NhY7dq1y/o5JbU+lpa8ndZ4jhw5Il9fX5sfV2SE+31WAAAAsAcK40izevXq6bHHHktx+YcffqgRI0bopZde0vvvv6/ChQvLyclJQ4YMSfKLYntIjGH8+PEp3lPx7pPymzdv6uzZs3r66afvu12LxaKffvop2aLovSf6kZGRkiRvb+9Ut+nl5aWFCxcmu/zek7YnnnhCH3zwgc286dOn67vvvkt2/b/++ktz587VggULkr0nW0JCgqpXr66JEycmu37iSXNGS3yNvvjii2Sfn7u/NOrcubM2b96sN998U7Vq1ZK7u7sSEhLUsmXLZPvb0qVLbQrrf//99wPdD/Xe7V27dk3Lli3T2LFjVbBgQQ0bNuyBt3k/mfG6vPrqq5ozZ46GDBmigIAAeXp6ymKx6Pnnn8+Q9+27776rChUqKDg42Hrv1uTcvHlTI0aMUK9evaxfVgBIG/JzytslP6fdtm3b1Lt3bxUoUEAffPCBOnXqZPNF95EjR/TUU0+pcuXKmjhxovz8/JQvXz6tWLFCkyZNsulLs2bNUvv27VW/fv0U95fe1ycjtWjRQm+++aakO1e2jxs3Ts2aNdP27dttroq3l4zKiQsWLFCPHj3UoUMHvfnmm/Ly8pKzs7NCQ0OtPzi4W58+fdSpUyebeb17905x+5999pmOHTumn3/+Odnl9evX1/jx4xUSEpLqDyOBnIa8m/J2ybtpExgYqOLFi2vBggVq3LixFixYIG9vbzVv3vyBtpdeq1evlnSnUL106VJ17txZy5cv19NPP53u/iGl/Vzb1dVVP/zwg6Q7o4p8/vnnGjJkiHx8fNS5c+eMOLR0S+9r3K1bN3Xv3l0JCQk6evSo3n//fbVp00Zr1qx5oCurly1bpp9++kmLFi3SqFGjrFd+d+rUSWXLltWYMWPUpUsXlSxZMsm66c3b9nC/zwoAAAD2QGEcGeabb75Rs2bN9Nlnn9nMv3LliooWLWqdLleunLZu3apbt24le/L5oBJ/2ZzIGKPDhw9bf5Varlw5SXd+EZ2WE87du3fr1q1bqX7pkbhdY4z8/f3T9OXl/v37ZbFYUv1Vdbly5bRmzRo1aNAgTV/QFi1aNMkxhYWFpdh++PDhqlWrlv7973+nuP/EIcEedtisu7eZkJCg/fv3p3iCnfgaeXl5pfoaXb58WWvXrlVISIhGjhxpnX9vH7hb48aNbfrhvcOxli1bVpK0d+/e+x1Kku21a9dOv/32m1auXJmphfH0vi7JPR9///238ufPb/0S6ZtvvlFwcLAmTJhgbXPjxg3rFRwPI/GX7mFhYfe9kn7GjBk6f/68Ro8e/dD7BWCL/Ex+Tounn35aM2fO1I0bNxQWFqY+ffpo/fr11v388MMPiouL0/fff29zy5F7hxiV7hSNjh49qj179liH054/f76++OILm2NJy+uT2D/27t2bYQUDHx8fm21VqlRJ9evXV1hYmLp06aLSpUtrzZo1unr1qs1V4wcOHJAklS5dOkPiSElG5cRvvvlGZcuW1bfffmvTX5K7uky6c1Xivc/xvVfaJbp27ZpCQkLUv3//VJ+PN954Q4cOHdLSpUs1f/585cuX777FNSCnI++Sd+/H2dlZXbt21dy5czVu3DiFhYWpd+/eyZ4zpXROV6ZMGUn/l5MOHjyYpN2BAwdUtGjRJH/L736O2rdvr61bt+rjjz/W008/ne7+Id3/XDuRs7OzzTZbt26twoULa+XKlZlSGD9z5kySq+X//vtvSbI+f+l9jcuWLWtzDJ6enuratat+//13BQQEqHTp0tqzZ48SEhJsrtJO7jNEbGyshgwZoo4dO6pLly567LHHVKtWLZUvX17z5s2TMUZffvmlhgwZkmQ0AylteTut8ZQrV04///yzLl26lGFXjaf1swIAAEBW4x7jyDDOzs42wzBLd+7XdPr0aZt5zz33nC5evKjp06cn2ca966fH/PnzrV++Sne+kDh79qyCgoIkSXXr1lW5cuX08ccfKyYmJsn6Fy5cSBK7s7Oz2rRpk+p+n332WTk7OyskJCRJ/MYY/fPPP9bp27dva+nSpapXr16qV0J17txZ8fHxev/995Msu3379kMVLbds2aLvvvtO//nPf1I88evcubNOnz6t//73v0mWXb9+3ea+2hcvXtSBAweSDJF6rw4dOsjJyUljxoxJcqVE4vMWGBioggUL6sMPP7QZ7jNR4muU+IXBvc/35MmTU40hNcWKFVPjxo31+eef68SJE8nGlxJjjIwxmTqMupS+10W681rffR/DkydP6rvvvlOLFi2ssSb3vp02bdp97ymaFm+//bYaNGigdu3apdru6tWrGjt2rF577bVUrxgB8GDIz+TntKhfv76cnZ1VoEABzZo1Sxs3brTZT3K5NyoqSnPmzEl2e25ubnriiSfUvHlzNW/e3PoDtERpfX3q1Kkjf39/TZ48Ocnz+zD98m7Xr1+XdOfe45LUqlUrxcfHJ3kvTJo0SRaLxdp3M0NG5sTkXrOtW7dqy5YtD7VdSZoyZYpiY2P17rvvptruhx9+0OzZs/W///1PrVq1yrKrIQF7Iu+Sd9OiW7duunz5svr27auYmBi9+OKLybYLCwuz6Tvbtm3T1q1bra+nj4+PatWqpXnz5tk8H3v37tWqVavUqlWrVOOIj4/XzZs3rTkwvf3jYST2k8w6j759+7Y+/fRT6/TNmzf16aefqlixYqpbt66k9J9jJ9dGsv0MERkZqa+//tomjmnTpsnd3V1NmjSxzn///fd16dIlTZo0SdKdQnexYsVUu3Ztubm5KX/+/Jo8ebKWLl36wFdcpzWe5557TsYYhYSEJNnGg/49SutnBQAAgKzGFePIMG3atNGYMWPUs2dP1a9fX3/++acWLlyY5IvQ7t27a/78+Ro6dKi2bdumRo0aKTY2VmvWrFH//v3Vvn37B9p/4cKF1bBhQ/Xs2VPnzp3T5MmTVb58eetQUk5OTvrf//6noKAgVa1aVT179lSJEiV0+vRprVu3TgULFtQPP/yg2NhYffLJJ5o6daoqVqyo9evXW/eReGK4Z88ebdmyRQEBASpXrpw++OADDR8+XMeOHVOHDh3k4eGhiIgILVu2TH369NEbb7yhNWvWaMSIEdqzZ491+LCUNGnSRH379lVoaKjCw8PVokUL5c2bV4cOHdKSJUs0ZcoUdezY8YGep1WrVunpp59O9YvJbt26afHixXrllVe0bt06NWjQQPHx8Tpw4IAWL16sn3/+2XrFwPTp0xUSEqJ169apadOmKW6zfPnyevfdd/X++++rUaNGevbZZ+Xi4qI//vhDvr6+Cg0NVcGCBTVz5kx169ZNderU0fPPP69ixYrpxIkT+vHHH9WgQQNNnz5dBQsWVOPGjfXRRx/p1q1bKlGihFatWqWIiIgHek4STZ06VQ0bNlSdOnXUp08f+fv769ixY/rxxx8VHh5u0/aXX36xGUr98OHDGjJkyEPt/37S87pId+7HGhgYqEGDBsnFxUUzZsyQJJuT3TZt2uiLL76Qp6enqlSpoi1btmjNmjU29z98UKtWrdJvv/1233Y7d+5U0aJFM/VqeyA3Iz+Tn1PLz8kJDAzUiy++qGHDhqlt27by8fFRixYtlC9fPrVt29b6Jf5///tfeXl56ezZs+k+3rS+Pk5OTpo5c6batm2rWrVqqWfPnvLx8dGBAwe0b9++B/qi+OjRo1qwYIEk6fTp09bPFk899ZQkqW3btmrWrJneffddHTt2TDVr1tSqVav03XffaciQIdar6TJDRubENm3a6Ntvv9Uzzzyj1q1bKyIiQrNmzVKVKlWSLXakx6pVqzR27NhUPy9ERkaqV69eevnll9WhQ4eH2h+Qk5B3ybtpybu1a9dWtWrVtGTJEj366KOqU6dOsu3Kly+vhg0bql+/foqLi9PkyZNVpEgRmzwxfvx4BQUFKSAgQL169dL169c1bdo0eXp6Jjv6SGIOjI2NVVhYmI4dO2Y9l01r/3gQ8fHxWrlypaQ7PwSbM2eOYmNjMy1H+Pr6aty4cTp27JgqVqyor7/+WuHh4Zo9e7Z1lIb0nmPv2bNHCxYskDFGR44c0dSpU1WyZElrmz59+ujTTz9Vjx49tGPHDpUpU0bffPONfvvtN02ePNk6Es1ff/2liRMn6sMPP0x2mPREzzzzjFq1aqWBAwdq7969cnFxSddzkNZ4mjVrpm7dumnq1Kk6dOiQ9RZ1v/76q5o1a6aBAwema79S2j4rAAAA2IUB7mPOnDlGkvnjjz9SbXfjxg3z+uuvGx8fH+Pm5mYaNGhgtmzZYpo0aWKaNGli0/batWvm3XffNf7+/iZv3rzG29vbdOzY0Rw5csQYY0xERISRZMaPH59kP1WrVrXZ3rp164wk8+WXX5rhw4cbLy8v4+bmZlq3bm2OHz+eZP1du3aZZ5991hQpUsS4uLiY0qVLm86dO5u1a9fa7Pt+j+DgYJvtLl261DRs2NAUKFDAFChQwFSuXNkMGDDAHDx40BhjzKuvvmoaN25sVq5cmSSmUaNGmeTejrNnzzZ169Y1bm5uxsPDw1SvXt0MGzbMnDlzxtqmdOnSpnXr1knWHTBgQJJtSjIWi8Xs2LHDZn5yr9HNmzfNuHHjTNWqVY2Li4t55JFHTN26dU1ISIiJiopKEvu6deuSxJCczz//3NSuXdu6zSZNmpjVq1fbtFm3bp0JDAw0np6extXV1ZQrV8706NHDbN++3drm1KlT5plnnjGFChUynp6eplOnTubMmTNGkhk1alSS+C5cuGCzjz/++MNIMnPmzLGZv3fvXut2XV1dTaVKlcyIESOSbC/x4ebmZqpUqWImTZpkbVO6dOkk/SOtEt9vERERyS5P6+siyQwYMMAsWLDAVKhQwbi4uJjatWsneZ0uX75sevbsaYoWLWrc3d1NYGCgOXDgQJJjSOnvwIULF1J8ztu3b2/TNvG9encMTZo0MZJsnr+7twEgZeRn8nNG5ed7/44bY8zFixdNsWLFzDPPPGOd9/3335saNWoYV1dXU6ZMGTNu3Djz+eefp5q37o3nXvd7fRJt2rTJPP3008bDw8MUKFDA1KhRw0ybNi3Nx5OodOnSNv2laNGipkWLFmbLli027a5evWpee+014+vra/LmzWsqVKhgxo8fbxISElI9znsFBwebAgUKJJm/ZMmSDMmJqX1uSEhIMB9++KEpXbq09XPA8uXLTXBwsCldurS13YO8r318fExsbKxN27uf94SEBNOyZUtToUIFExMTk6TdgAEDkj0eIDsj75J3M/K82BhjPvroIyPJfPjhh0mW3f3aT5gwwfj5+RkXFxfTqFEjs3v37iTt16xZYxo0aGDc3NxMwYIFTdu2bc3+/ftt2qR2Lntvfrtf/7h7e2k51w4ODrbZt7u7u6lTp4754osv0vx83Su18+4mTZqYqlWrmu3bt5uAgADj6upqSpcubaZPn56kbXrOsRMfFovFeHt7m2effdb89ddfNts7d+6c9Rw7X758pnr16km+d3jyySdN1apVza1bt+57TEeOHDGurq4mJCTEGJO+vwtpjccYY27fvm3Gjx9vKleubPLly2eKFStmgoKCkrxPjEn980daPysAAADYi8WYDBqDELCT9evXq1mzZlqyZMkD/1r8bseOHZO/v78iIiKs95261+jRo3Xs2DHNnTv3ofcHZAaLxaIBAwYkOzQjAGQF8jMAAFmHvJvzTJkyRa+99pqOHTumUqVK2SxLfP7Hjx+vN954w04R5lxNmzbVxYsXtXfvXnuHAgAAgGyGe4wDAAAAAAAAWcQYo88++0xNmjRJUhQHAAAAkHm4xzhwD3d3d73wwgtyd3dPsU2NGjXk6+ubhVEhp4qMjEx1uZubmzw9PbMoGgDIucjPyE6ioqJ0/fr1VNt4e3tnUTQAkPHIu5kjNjZW33//vdatW6c///xT3333nb1DyhZiYmKs965PSbFixeTs7JxFEQEAAMBRURgH7lG0aFEtWLAg1TbPPvtsFkWDnM7HxyfV5cHBwQw9CABpQH5GdjJ48GDNmzcv1TbcsQpATkbezRwXLlxQ165dVahQIb3zzjtq166dvUPKFj7++GOFhISk2ia1Yf0BAACAtOIe4wCQidasWZPqcl9fX1WpUiWLogEAABlh//79OnPmTKptmjdvnkXRAACQsx09elRHjx5NtU3Dhg3l6uqaRREBAADAUVEYBwAAAAAAAAAAAAA4NCd7BwAAAAAAAAAAAAAAQGbiHuPJSEhI0JkzZ+Th4SGLxWLvcAAAuZgxRlevXpWvr6+cnPg9W2rI3wCA7IQcnnbkcABAdkH+BgDAsVEYT8aZM2fk5+dn7zAAALA6efKkSpYsae8wsjXyNwAgOyKH3x85HACQ3ZC/AQBwTBTGk+Hh4SHpzgegggUL2jkaAEBuFh0dLT8/P2tuQsrI3wCA7IQcnnbkcABAdkH+BgDAsVEYT0bi0G0FCxbkpBwAkC0wrOj9kb8BANkROfz+yOEAgOyG/A0AgGPiRikAAAAAAAAAAAAAAIdGYRwAAAAAAAAAAAAA4NAojAMAAAAAAAAAAAAAHBqFcQAAAAAAAAAAAACAQ6MwDgAAAAAAAAAAAABwaBTGAQAAAAAAAAAAAAAOjcI4AAAAAAAAAAAAAMChURgHAAAAAAAAAAAAADg0CuMAAAAAAAAAAAAAAIdGYRwAAAAAAAAAAAAA4NDy2DsAAAASEhJ04MABXblyRYUKFVLlypXl5MRvtwAAAAAAAAAAQMagMA4AsKtt27Zp4cKFunDhgnVesWLF9MILL6hevXp2jAwAAAAAAAAAADiKHHc53saNG9W2bVv5+vrKYrEoLCzMuuzWrVt66623VL16dRUoUEC+vr7q3r27zpw5Y7+AAQAp2rZtm6ZMmSI/Pz+FhITo888/V0hIiPz8/DRlyhRt27bN3iEiA6WWwyXJGKORI0fKx8dHbm5uat68uQ4dOmSfYAEAgCTyNwAAAADAceS4wnhsbKxq1qypTz75JMmya9euaefOnRoxYoR27typb7/9VgcPHlS7du3sECkAIDUJCQlauHChateuraFDh6pChQpydXVVhQoVNHToUNWuXVsLFy5UQkKCvUNFBkkth0vSRx99pKlTp2rWrFnaunWrChQooMDAQN24cSOLIwUAAInI3wAAAAAAR5HjhlIPCgpSUFBQsss8PT21evVqm3nTp09XvXr1dOLECZUqVSrZ9eLi4hQXF2edjo6OzriAAQDJOnDggC5cuKCBAwcmuZ+4k5OT2rVrp9GjR+vAgQOqUqWKnaJERkothxtjNHnyZL333ntq3769JGn+/PkqXry4wsLC9PzzzydZJyfn77i4uFwxoo2vr69cXFzsHUaOR39BeuSW/iLRZ7JKRudvKWfncADILLklh5O/AQCAPeW4wnh6RUVFyWKxqFChQim2CQ0NVUhISNYFBQDQlStXJEl+fn7JLk+cn9gOji0iIkKRkZFq3ry5dZ6np6eeeOIJbdmyJdkv1nNy/j5z5ozeffdde4eR6caOHSt/f397h5Hj0V+QHrmlv0j0mezgQfK3lLNzOABkltySw8nfAADAnhy6MH7jxg299dZb6tKliwoWLJhiu+HDh2vo0KHW6ejo6BQLNQCAjJH4g6WTJ0+qQoUKSZafPHnSph0cW2RkpCSpePHiNvOLFy9uXXavnJy/fX19NXbs2Czb3+nTpzVjxgz1799fJUqUyLL9+vr6Ztm+HBn9BemRW/qLRJ/JDh4kf0s5O4cDQGbJLTmc/A0AAOzJYQvjt27dUufOnWWM0cyZM1Nt6+LiwhA+AJDFKleurGLFium7777T0KFDbYZTT0hI0Pfff69ixYqpcuXKdowS2VlOzt8uLi52uUqiRIkSXJ2RA9FfkB70F+QEOTmHA0BmIYcDAABkPqf7N8l5Eovix48f1+rVq1O9WhwAYB9OTk564YUXtGvXLk2cOFF///23rl+/rr///lsTJ07Url279MILLyS5/zgck7e3tyTp3LlzNvPPnTtnXQYAALIX8jcAAAAAICdxuGpDYlH80KFDWrNmjYoUKWLvkAAAKahXr54GDx6skydPavTo0erVq5dGjx6tkydPavDgwapXr569Q0QW8ff3l7e3t9auXWudFx0dra1btyogIMCOkQEAgJSQvwEAAAAAOUmOG0o9JiZGhw8ftk5HREQoPDxchQsXlo+Pjzp27KidO3dq+fLlio+Pt97XrHDhwsqXL5+9wgYApKBevXp67LHHdODAAV25ckWFChVS5cqVuVLcAaWWw0uVKqUhQ4bogw8+UIUKFeTv768RI0bI19dXHTp0sF/QAADkcuRvAAAAAICjyHGF8e3bt6tZs2bW6aFDh0qSgoODNXr0aH3//feSpFq1atmst27dOjVt2jSrwgQApIOTk5OqVKli7zCQyVLL4XPnztWwYcMUGxurPn366MqVK2rYsKFWrlwpV1dXe4UMAECuR/4GAAAAADiKHFcYb9q0qYwxKS5PbRkAALCf++Vwi8WiMWPGaMyYMVkYFQAASA35GwAAAADgKBinFg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LQ89g4AAJA9xcXF6cyZM/YOI9P5+vrKxcXF3mEAAAAAAAAAAIBMRGEcAJCsM2fO6N1337V3GJlu7Nix8vf3t3cYAAAAAAAAAAAgE1EYBwAky9fXV2PHjs2y/Z0+fVozZsxQ//79VaJEiSzbr6+vb5btCwAAAAAAAAAA2AeFcQBAslxcXOxyJXWJEiW4ghsAAAAAAAAAAGQoJ3sHAAAAAAAAAAAAAABAZqIwDgAAAAAAAAAAAABwaBTGAQAAAAAAAAAAAAAOjcI4AAAAAAAAAAAAAMChURgHAAAAAAAAAAAAADg0CuMAAAAAAAAAAAAAAIdGYRwAAAAAAAAAAAAA4NAojAMAAAAAAAAAAAAAHBqFcQAAAAAAAAAAAACAQ6MwDgAAAAAAAAAAAABwaBTGAQAAAAAAAAAAAAAOjcI4AAAAAAAAAAAAAMChURgHAAAAAAAAAAAAADg0CuMAAAAAAAAAAAAAAIdGYRwAAAAAAAAAAAAA4NAojAMAAAAAAAAAAAAAHBqFcQAAAAAAAAAAAACAQ6MwDgAAAAAAAAAAAABwaBTGAQAAAAAAAAAAAAAOjcI4AAAAAAAAAAAAAMChURgHAAAAAAAAAAAAADg0CuMAAAAAAAAAAAAAAIdGYRwAAAAAAAAAAAAA4NDy2DsA5Ay3b9/WqlWrdP78eXl5ealFixbKk4fuAwAAAAAAAAAAACD7o7KJ+1q0aJFWrFihhIQEm3mtWrVS165d7RgZAAAAAAAAAAAAANxfjhtKfePGjWrbtq18fX1lsVgUFhZms9wYo5EjR8rHx0dubm5q3ry5Dh06ZJ9gHcCiRYu0fPlyeXh46OWXX9aMGTP08ssvy8PDQ8uXL9eiRYvsHSIAAAAAAAAAAAAApCrHFcZjY2NVs2ZNffLJJ8ku/+ijjzR16lTNmjVLW7duVYECBRQYGKgbN25kcaQ53+3bt7VixQp5enpq2rRpevLJJ1WoUCE9+eSTmjZtmjw9PbVixQrdvn3b3qECAAAAAAAAAAAAQIpyXGE8KChIH3zwgZ555pkky4wxmjx5st577z21b99eNWrU0Pz583XmzJkkV5bfLS4uTtHR0TYPSKtWrVJCQoI6deqU5H7iefLkUceOHZWQkKBVq1bZKUIAAAAAAAAAAAAAuL8cVxhPTUREhCIjI9W8eXPrPE9PTz3xxBPasmVLiuuFhobK09PT+vDz88uKcLO98+fPS5Lq1KmT7PLatWvbtAMAAAAAAAAAAACA7MihCuORkZGSpOLFi9vML168uHVZcoYPH66oqCjr4+TJk5kaZ07h5eUlSdq5c2eyy3ft2mXTDgAAAAAAAAAAAACyI4cqjD8oFxcXFSxY0OYBqUWLFnJyctKSJUuS3Ef89u3b+uabb+Tk5KQWLVrYKUIAAAAAAAAAAAAAuD+HKox7e3tLks6dO2cz/9y5c9ZlSLs8efKoVatWioqK0quvvqq1a9fq0qVLWrt2rV599VVFRUWpVatWSe4/DgAAAAAAAAAAAADZiUNVNP39/eXt7a21a9eqVq1akqTo6Ght3bpV/fr1s29wOVTXrl0lSStWrNBnn31mne/k5KQ2bdpYlwMAAAAAAAAAAABAdpXjCuMxMTE6fPiwdToiIkLh4eEqXLiwSpUqpSFDhuiDDz5QhQoV5O/vrxEjRsjX11cdOnSwX9A5XNeuXdW5c2etWrVK58+fl5eXl1q0aMGV4gAAAAAAAAAAAAByhBxX2dy+fbuaNWtmnR46dKgkKTg4WHPnztWwYcMUGxurPn366MqVK2rYsKFWrlwpV1dXe4XsEBKHVQcAAAAAAAAAAACAnCbHFcabNm0qY0yKyy0Wi8aMGaMxY8ZkYVQAAAAAAAAAAAAAgOzKyd4BAAAAAAAAAAAAAACQmSiMAwAAAAAAAAAAAAAcGoVxAAAAAAAAAAAAAIBDozAOAAAAAAAAAAAAAHBoFMYBAAAAAAAAAAAAAA6NwjgAAAAAAAAAAAAAwKFRGAcAAAAAAAAAAAAAODQK4wAAAAAAAAAAAAAAh0ZhHAAAAAAAAAAAAADg0CiMAwAAAAAAAAAAAAAcGoVxAACQLcTHx2vEiBHy9/eXm5ubypUrp/fff1/GGHuHBgAAUkD+BgAAAADkFHnsHQAAAIAkjRs3TjNnztS8efNUtWpVbd++XT179pSnp6cGDRpk7/AAAEAyyN8AAAAAgJyCwjgAAMgWNm/erPbt26t169aSpDJlyujLL7/Utm3bkm0fFxenuLg463R0dPQD7/vixYu6evXqA6+f3Z0+fdrmX0fk4eGhokWLZtn+HLnP0F8ApEd687eUsTkcADKLI3/ek/jMBwAAcicK4wAAIFuoX7++Zs+erb///lsVK1bU7t27tWnTJk2cODHZ9qGhoQoJCXno/V68eFGvv/GGbt28+dDbyu5mzJhh7xAyTd58+TTh44+z5Iuvixcv6o3XX9fNW7cyfV/25Mj9JV/evPp4wgS+KAUyQHrzt5RxORwAMgvnCI4hK88RAABAzkBhHAAAZAtvv/22oqOjVblyZTk7Oys+Pl5jx47VCy+8kGz74cOHa+jQodbp6Oho+fn5pXu/V69e1a2bN1WoQQ3l8SzwwPHDfm5HxerKb3t09erVLPnS6+rVq7p565ZerFRYxfPzcTqnOXftthYcvJRl/QVwdOnN31LG5XAAyCyJ5wgVazZXfvdH7B0OHsC1mMv6e/caPvMBAAAbfJMHAACyhcWLF2vhwoVatGiRqlatqvDwcA0ZMkS+vr4KDg5O0t7FxUUuLi4Ztv88ngWUt4hnhm0Pjq94/jzyc89n7zAAwK7Sm7+ljM/hAJBZ8rs/InfPYvYOAwAAABmEwjgAAMgW3nzzTb399tt6/vnnJUnVq1fX8ePHFRoamuIX6wAAwL7I3wAAAACAnMLJ3gEAAABI0rVr1+TkZPvRxNnZWQkJCXaKCAAA3A/5GwAAAACQU3DFONLk9u3bWrVqlc6fPy8vLy+1aNFCefLQfZCymJgYhYSE6MqVKypUqJBGjRold3d3e4cFIBtr27atxo4dq1KlSqlq1aratWuXJk6cqJdeesneoQEAgBSQvwEAAAAAOQWVTdzXokWLtGLFCptf/C9atEitWrVS165d7RgZsqt+/fopKirKOh0bG6s+ffrI09NTM2fOtGNkALKzadOmacSIEerfv7/Onz8vX19f9e3bVyNHjrR3aAAAIAXkbwAAAABATkFhHKlatGiRli9fLk9PT3Xq1El16tTRzp07tWTJEi1fvlySKI7Dxt1F8XLlyqlz585avHixjhw5oqioKPXr14/iOIBkeXh4aPLkyZo8ebK9QwEAAGlE/gYAAAAA5BQUxpGi27dva8WKFfL09NS0adOsQ6c/+eSTaty4sV599VWtWLFCnTt3Zlh1SLozfHpiUXz27NnWodOrV6+umJgY9enTR1FRUYqJiWFYdQAAAAAAAAAAAGQZJ3sHgOxr1apVSkhIUKdOnZIUvvPkyaOOHTsqISFBq1atslOEyG5CQkIk3blS/N7Ct7u7u8qWLWvTDgAAAAAAAAAAAMgKFMaRovPnz0uS6tSpk+zy2rVr27QDrly5Iknq3Llzsss7duxo0w4AAAAAAAAAAADIChTGkSIvLy9J0s6dO5NdvmvXLpt2QKFChSRJixcvTnb5N998Y9MOAAAAAAAAAAAAyAoUxpGiFi1ayMnJSUuWLNHt27dtlt2+fVvffPONnJyc1KJFCztFiOxm1KhRkqQjR44oJibGZllMTIyOHj1q0w4AAAAAAAAAAADICnnu3wS5VZ48edSqVSstX75cr776qjp27KjatWtr165d+uabbxQVFaU2bdokuf84ci93d3d5enoqKipKffr0UdmyZdWxY0d988031qK4p6dnkvuPAwAAAAAAAAAAAJmJiiZS1bVrV0nSihUr9Nlnn1nnOzk5qU2bNtblQKKZM2eqX79+ioqK0tGjR/XRRx9Zl3l6emrmzJl2jA4AAAAAAAAAAAC5EYVx3FfXrl3VuXNnrVq1SufPn5eXl5datGjBleJI0cyZMxUTE6OQkBBduXJFhQoV0qhRo7hSHAAAAAAAAAAAAHZBZRNpkjisOpBW7u7uGj9+vL3DAAAAAAAAAAAAAORk7wAAAAAAAAAAAAAAAMhMFMYBAAAAAAAAAAAAAA6NwjgAAAAAAAAAAAAAwKFRGAcAAAAAAAAAAAAAODQK4wAAAAAAAAAAAAAAh0ZhHAAAAAAAAAAAAADg0CiMAwAAAAAAAAAAAAAcGoVxAAAAAAAAAAAAAIBDozAOAAAAAAAAAAAAAHBoeewdAAAAAAAAyDh79uxJdXmNGjWyKBIAAAAAALIPCuMAAAAAADiQWrVqyWKxSJKMMZIki8UiY4wsFovi4+PtGR4AAAAAAHZBYRwAAAAAAAfSsGFDhYeH6+2331bXrl2tRXIAAAAAAHIz7jEOAAAAAIAD2bhxo+bOnau5c+eqc+fOOnXqlEqXLm19AAAAAACQG1EYBwAAAADAwTz77LPav3+/unbtqvbt2+vZZ5/V4cOH7R0WAAAAAAB2Q2EcAAAAAAAHlCdPHg0ZMkSHDx+Wv7+/6tSpoyFDhtg7LAAAAAAA7IJ7jAMAAAAA4EAeeeSRZO8rHhcXp2nTpmny5MlZHxQAAAAAAHZGYRwAAAAAAAcyadKkZAvjAAAAAADkZhTGAQAAAABwID169LB3CAAAAAAAZDvcYxwAAAAAAAfi7Oys8+fP2zsMAAAAAACyFQrjAAAAAAA4EGOMvUMAAAAAACDbYSh1pMnhw4c1cuRI6/SYMWNUvnx5O0aE7G7Pnj36z3/+Y51+++23VaNGDTtGBAAAAOQe3GM8Z0tISNCBAwd05coVFSpUSJUrV5aTE9c2IHmnTp3SW2+9JWOMLBaLxo0bp5IlS9o7LAAAACDbccjCeHx8vEaPHq0FCxYoMjJSvr6+6tGjh9577z2+HHgAXbt2TTIvsUi+aNGirA4HOUByfSaxSE6fAQAAADKft7d3isvi4+OzMBKk17Zt27Rw4UJduHDBOq9YsWJ64YUXVK9ePTtGhuzo3vNvY4yGDRsmifNvAAAA4F4OWRgfN26cZs6cqXnz5qlq1aravn27evbsKU9PTw0aNMje4eUo955gNWnSRBs2bLBZzokW7nZvn6lVq5bCw8NtltNnAAAAgMz1zTffqHDhwvYOA+m0bds2TZkyRbVr19bAgQPl5+enkydP6rvvvtOUKVM0ePBgiuOwuvv829nZWW3atNHy5cutP37h/BsAAACw5ZCF8c2bN6t9+/Zq3bq1JKlMmTL68ssvtW3bNjtHlrMcPnzY+v+7h07v27evzdDqhw8fZlh1SLozfHqid999V1WrVrVO79u3T2PHjrW2Y1h1AAAAIHNYLBY1aNBAXl5e9g4F6ZCQkKCFCxeqdu3aGjp0qHXo9AoVKmjo0KGaOHGiFi5cqMcee4xh1aFTp05Z///RRx9Zh07/97//rVOnTlmvGj916hTDqgMAAAD/n0MWxuvXr6/Zs2fr77//VsWKFbV7925t2rRJEydOTLZ9XFyc4uLirNPR0dFZFWq2dvc9xe8tfN89PXLkSH6BDEmyuaf43UXxe6f/85//0GcAAECucfHiRV29etXeYWSK06dP2/zrqDw8PFS0aFF7h5Fmxhh7h4AHcODAAV24cEEDBw5MUvh2cnJSu3btNHr0aB04cEBVqlSxU5TILt566y1Jd64Uv7fwXbJkSTk7Oys+Pl5vvfWWFi5caI8QAQAAgGzHIQvjb7/9tqKjo1W5cmXricDYsWP1wgsvJNs+NDRUISEhWRxlztGkSZNk59evX1+bN2/O4miQE9SqVSvZ+VWrVtW+ffuyNhgAD23q1KmpLuc2JQCQsosXL+r1N97QrZs37R1KppoxY4a9Q8hUefPl04SPP84xxfF169YxjHoOdOXKFUmSn59fsssT5ye2Q+6W+AOYNm3aJLs8MDBQK1as4IcyAAAAwF0csjC+ePFiLVy4UIsWLVLVqlUVHh6uIUOGyNfXV8HBwUnaDx8+XEOHDrVOR0dHp3gimhtt2LBBffv2TTKfojhScvc9xe9GURzImYYMGWK96kSSTp48KR8fH+XJk0cWi4XCOACk4urVq7p186Yq1myu/O6P2DscPIBrMZf19+41unr1ao4pjMfGxmrt2rUKDAy0mf/zzz8rISFBQUFBdooMqSlUqJCkO5+1KlSokGT5yZMnbdohd7NYLDLGaPny5fr3v/+dZPnPP/9sbQcAAADgDocsjL/55pt6++239fzzz0uSqlevruPHjys0NDTZwriLi4tcXFyyOsxsb8yYMSneR/ze+48D0p3RGhKHU9+3b1+Se4zf3Q5AzrJ9+3brfUo9PDy0YcMGlS1b1s5RAUDOkd/9Ebl7FrN3GMgl7v5cfjdjjN5++20K49lU5cqVVaxYMX333Xc29xiX7tx//Pvvv1exYsVUuXJlO0aJ7GLcuHEaNmyY4uPjk9xH/NSpU4qPj7e2AwAAAHCHQxbGr127luR+XM7OzkpISLBTRDnTvfcRl5IfPv3e+48j96pRo4b1/2PHjpWU/PDpd7cDkP0l3pYkUXx8vLZs2UJhHACAbOrQoUPJ3oO6cuXKNj9yRvbi5OSkF154QVOmTNHEiRPVrl07+fn56eTJk/r++++1a9cuDR48OMn3Hcid7i6EDxs2TM7OzgoMDNTPP/9s89n93vuPAwAAALmZQ55NtW3bVmPHjtWPP/6oY8eOadmyZZo4caKeeeYZe4eW4yxatMhm+t6i+L3LgXv7xL1FcfoMkPOULFlSa9eulXQnDyQkJGjo0KF65513uGchAADZkKenp44ePZpk/uHDh1WgQAE7RIS0qlevngYPHqyTJ09q9OjR6tWrl0aPHq2TJ09q8ODBqlevnr1DRDZy9/l1fHy8VqxYYVMU5/wbAAAAsOWQV4xPmzZNI0aMUP/+/XX+/Hn5+vqqb9++1quekT6LFi3S4cOHbZ6/MWPGcKU4UrRo0SLt2bPHZvjGt99+myvFgRyqb9++6tGjhz744AMdO3ZMvXv31rBhw/Tcc89p27ZtWrNmjb1DBAAAd2nfvr2GDBmiZcuWqVy5cpLuFMVff/11tWvXzs7R4X7q1aunxx57TAcOHNCVK1dUqFAhVa5cmSvFkaxFixbp1KlTeuutt2SMkcVi0bhx47hSHAAAAEhGlhXGhw4dmuryiRMnZti+PDw8NHnyZE2ePDnDtpnblS9fnl8aI11q1KhBnwEcxNtvv606depo9+7d8vf313PPPSeLxaJff/1VgwcPtnd4AADgHh999JFatmypypUrW4tjp06dUqNGjfTxxx/bOTqkhZOTU7LD4QPJKVmypBYuXGjvMAAAAIBsL8sK45MnT5aHh4fq1q2bZNhVi8WSVWEAAIAH0KJFC7Vo0cJmnouLi2bNmmWniAAAQEo8PT21efNmrV69Wrt375abm5tq1Kihxo0b2zs0AAAAAADsJssK4//97381cuRI5cmTRxMmTFD16tWzatcAAAAAAOQqFosl2R+2AQAAAACQW2XZDap69eqlQ4cOKSAgQA0aNFDv3r117ty5rNo9AAB4QIULF071AQAAsp8NGzaobdu2Kl++vMqXL6927drp119/tXdYAAAAAADYTZZdMS5J+fPnV0hIiF555RW9++67qlixol5//XW9+eabcnNzy8pQAABAGhljlJCQoNdee03+/v72DgcAANzHggUL1LNnTz377LMaNGiQJOm3337TU089pblz56pr1652jhAAAAAAgKyXZYXx77//3ma6Q4cOKl26tMaPH6/Zs2fr1KlTWRUKAABIhyNHjmj06NGaMGGCXnnlFb333nvy9PS0d1gAACAFY8eO1UcffaTXXnvNOm/QoEGaOHGi3n//fQrjAAAAAIBcKcsK4x06dEhxWWxsbFaFAQAA0qlw4cKaOnWqBg4cqLfeekvly5fXyJEj1b9/fzk7O9s7PAAAcI+jR4+qbdu2Sea3a9dO77zzjh0iAgAAAADA/rLsHuMJCQmpPgAAQPZWsWJFLVu2TEuXLtX8+fNVpUoVhYWF2TssAABwDz8/P61duzbJ/DVr1sjPz88OEQEAAAAAYH9Zeo9xAACQ8zz77LNJ5pUoUUIHDhzQc889p/j4eDtEBQAAUvL6669r0KBBCg8PV/369SXducf43LlzNWXKFDtHBwAAAACAfWRZYXzq1KmpLh80aFAWRQIAANIjpfuJd+zYMYsjAQAAadGvXz95e3trwoQJWrx4sSTp0Ucf1ddff6327dvbOToAAAAAAOwjywrjQ4YMUf78+eXl5SVjjM0yi8VCYRwAgGxqzpw59g4BAID/196dh1dVnvvjfhIgMUgYQxQiIE5UBRWr/Yqo1IpaPWppq60Dap1aBUFBqnJsxeEA6hHHFlRap7ZY1BaHWq1YBasWqyjgiKgoCqIgUwAJQ/bvD3/uYwSUQLJWsnPf15WLvd61st9PkhUfd5693kU1/fCHP4wf/vCHaccAAACAOiOxe4xfcsklkZ+fH717944pU6bE7Nmzsx/vvvtuUjEAAAAAAAAAaGASu2L8yiuvjLPPPjsuueSS6NKlS/zyl7+MIUOGRGFhYVIRAIDN0L1798jLy9vo/pdeeinBNADAN2nVqtXX1u5FixYlmAYAAADqhsQa4xERZWVlceedd8ZLL70UQ4YMiVtuuSWGDx8ep5xySpIxAIBq6NOnT0REZDKZGDlyZJx99tnRunXrdEMBABt1ww03RMTntfucc86JK664IkpLS9MNBQAAAClLrDE+Y8aM/5u0ceO44YYb4sEHH4xzzz03brzxxpg6dWpSUQCAahg2bFj28ahRo+K8886LHXbYIcVEAMDXOfXUU7OPBwwYED/+8Y/VbgAAABq8xBrje+21V+Tl5UUmk4mIqPJ42rRpScUAAAAAAAAAoIFJrDE+e/bspKYCAAAA/n9fd79xAAAAaCgSa4x36tQpqakAgBo0ePDg7OPVq1fH8OHDo0WLFtmx6667Lo1YAMBG/OhHP8o+XrVqVZx99tmx9dZbZ8f++te/phELAAAAUpVYY/yhhx762v3HHHNMQkkAgOp4+eWXs4/333//ePfdd7PbrkADgLrny29g69u3b4pJAAAAoO5IrDHep0+fje7Ly8uLdevWJRUFAKiGp556Ku0IAEA13HHHHWlHAAAAgDonscZ4RMT8+fOjtLQ0ySmpIa+//nr8z//8T3b7V7/6Vey2224pJqKuu+eee+Lhhx/Obh999NFxwgknpJgIAAAahnXr1kWjRo02uG/ixIlx6KGHJpwIAAAA0pdoY5z66cQTT1xv7Ism+bhx45KOQz2woXPm4Ycfjocfftg5A/XUiy++GPfee2/MmTMnVq9eXWWf+5QCQN1yxBFHxIQJE6rcV/zTTz+N8847Lx555JFYvHhxiukAAAAgHflpB6Bu+2qD8zvf+c7X7oevnhNbbbXV1+4H6r4///nPsf/++8cbb7wREyZMiDVr1sRrr70WTz75ZJV7mAIAdUOzZs3igAMOiPnz50dExF133RVdunSJlStXxmuvvZZyOgAAAEhHYleM5+XlRXl5+XpNsi80b948qShsotdffz37+Ne//nXsuuuu2e033ngjrrzyyuxxllUn4vPl079w+umnR+/evbPbTzzxRNx+++3Z4yyrDvXHiBEj4vrrr4/+/ftHcXFx3HjjjdG5c+f4xS9+Ee3atUs7HgDwFX/5y19i4MCBsd9++8UOO+wQs2bNirFjx8YPf/jDtKMBAABAahK7YjyTycQuu+wSrVq1qvLRsmXLaNWqVVIxqIYv31P8y03xr25/+Tgati/fU/zLTfGvbn/5OKDue+edd+K//uu/IiKioKAgVqxYEXl5eTFo0KC47bbbUk4HAHxVXl5e3HzzzdGvX7+YPHlyjBkzRlMcAACABi+xK8afeuqppKaihn11+fQvdO/ePV5++eWE01AfbGxliCZNmsSaNWsSTgNsqVatWkV5eXlERJSVlcWrr74a3bp1iyVLlsTKlStTTgcAfNVNN90UEZ//f/mBBx4Yxx13XAwdOjRatmwZEREDBw5MMR0AAACkI7HGeK9evZKaihr2n//8Z4PjmuJszKpVqzY4rikO9dNBBx0UEydOjG7dusVxxx0X5513Xjz55JMxceLEOOSQQ9KOBwB8xfXXX599vHLlyqioqIjf/va30bRp08jLy9MYBwAAoEFKbCn1L6xcuTLefPPNmDFjRpUP6p5f/epX2cdvvPFGlX1f3v7ycTRsRx99dPbxE088UWXfl7e/fBxQ9/3mN7+J448/PiIiLrnkkhg8eHB8/PHH8eMf/zh+//vfp5wOAPiq2bNnx+zZs+Ppp5+Otm3bxvHHHx8ffPBBzJ49O95999204wEAAEAqErtifMGCBXHaaafFo48+usH969atSyoKm2i33XbLPr7yyisjYsPLp3/5OBq2E044IXv/8Ntvvz1uv/32DS6ffsIJJ6QRD9hMrVu3zj7Oz8+Piy++OMU0AMCmmDFjRhxxxBHx8ccfx49+9KPIy8tLOxIAAACkKrErxs8///xYsmRJPP/881FUVBSPPfZY3HXXXbHzzjvHQw89lFQMqmncuHFVtr/aFP/qfvjqOfHVprhzBuqfRo0axSeffJJ2DABgEz3xxBPRq1evuOiii+I///lPPPLII7HHHnvEv/71r7SjAQAAQGoSa4w/+eSTcd1118U+++wT+fn50alTp+jbt29cc801MXLkyKRisBnGjRu33nLpv/rVrzQ42ahx48att1z60Ucf7ZyBeiqTyaQdAQCohi9udzJw4MDYe++944UXXogzzjgjjjzyyPj5z3+edjwAAABIRWJLqa9YsSJKS0sjIqJVq1axYMGC2GWXXaJbt27x0ksvJRWDzbTbbrtpalItJ5xwgiXTIYdYfhUA6o9HH3009t9//+x2fn5+DBkyJI499tjo169fismA2jBgwID49NNPs9tt2rSJm2++OcVEAABQNyV2xXiXLl1i5syZERGx5557xq233hpz586NW265Jdq1a5dUDABgM2y77bbRqFGjDX7UpLlz50bfvn2jTZs2UVRUFN26dYsXX3yxRucAgFz35ab4l22//fbx97//vcbnU78hPSeeeGKVpnhExKeffhonnnhiSokAAKDuSuyK8fPOOy8++uijiIgYNmxYfP/7348//elPUVBQEHfeeWdSMQCAzXD//fdH69ata3WOxYsXR8+ePePggw+ORx99NNq2bRuzZs2KVq1a1eq8AJCLlixZEr///e/jjTfeiIjPVwE744wzokWLFjU6j/oN6fmm5veJJ55o9T8AAPiSxBrjffv2zT7+9re/He+//368+eab0bFjxygpKUkqBgBQTXl5edGzZ8/sLVFqy9VXXx0dOnSIO+64IzvWuXPnWp0TAHLRiy++GIcffngUFRXFd77znYiIuP7662PEiBHx+OOPx957711jc6nfkI4BAwZkH3/rW9+KSy+9NLt9xRVXxJtvvpk9zrLqAADwucQa41+WyWSiqKioRl+MAwC1I5PJJDLPQw89FIcffngcd9xxMXny5CgrK4t+/frFWWedtcHjKyoqoqKiIru9bNmyLZp/7dLlW/T5pMfPDqCqQYMGxTHHHBNjx46Nxo0/f9m/du3aOPPMM+P888+Pp59+usbmqm79jqj5Gp6UioqKmDdvXtoxal379u2jsLAw7Rh8gy8vn/7lpvgX219cTf7VZdYBAKAhS7Qx/vvf/z6uv/76mDVrVkRE7LzzznH++efHmWeemWQMAKAannrqqVpfRj0i4t13340xY8bE4MGD47//+7/jhRdeiIEDB0ZBQUGceuqp6x0/cuTIuPzyy2ts/iXPvlJjzwUAaXrxxRerNMUjIho3bhwXXnhh7LPPPjU6V3Xrd0TN1/CkzJs3Ly655JK0Y9S64cOHu+ofAADISYk1xi+99NK47rrrYsCAAdGjR4+IiPj3v/8dgwYNijlz5sQVV1yRVBQAoBq6d+8eK1eu3Oj+5s2b18g8lZWVsc8++8SIESOy87766qtxyy23bPAP60OHDo3Bgwdnt5ctWxYdOnTY7Plb9uwWjVs02+zPJz1rly73xgaAL2nevHnMmTMnvvWtb1UZ/+CDD6K4uLhG56pu/Y6o+RqelPbt28fw4cMTm2/u3LkxevTo6NevX5SVlSU2b/v27RObCwAAIEmJNcbHjBkTY8eOjRNOOCE7dswxx8Qee+wRAwYM0BgHgDqqVatWGxzPZDKRl5cX69atq5F52rVrF7vttluVsV133TX+8pe/bPD4wsLCGl3ms3GLZtGkTYsaez4ASMtPf/rTOOOMM+Laa6+N/fffPyIinn322fjlL39Z5TV5Tahu/Y6o+RqelMLCwlSupC4rK3MFN+tp06ZNdpn0K664Yr17jH/5OAAA4HOJNcbXrFmzwSXbvv3tb8fatWuTigEAVFPnzp3jk08+iYsvvjh69uxZa/P07NkzZs6cWWXsrbfeik6dOtXanACQi6699trIy8uLU045Jft6u0mTJnHOOefEVVddVaNzqd+Qjptvvjl7H/E333wz+3hDxwEAAJ/LT2qik08+OcaMGbPe+G233RYnnXRSUjEAgGp644034rLLLotRo0bFb37zm+jYsWP06tUr+1FTBg0aFFOmTIkRI0bE22+/HePGjYvbbrst+vfvX2NzAEBDUFBQEDfeeGMsXrw4pk2bFtOmTYtFixbF9ddfX+NXaqvfkJ5x48Zt0X4AAGhoEmuMR0T8/ve/j65du8aZZ54ZZ555ZnTr1i3Gjh0b+fn5MXjw4OwHAFB3NGnSJAYPHhyzZs2KsrKy2GOPPeKCCy6IJUuW1Og8++67b0yYMCHuueee6Nq1a1x55ZVxww03eAMdAGympk2bRrdu3aJr164xf/78qKioqPE51G9I17hx49ZbLr1Nmzaa4gAAsAGJLaX+6quvxt577x0REe+8805ERJSUlERJSUm8+uqr2ePy8vKSigQAVEPr1q3jhhtuiHPPPTcuuuii2GmnneJXv/pVnH/++TU2x1FHHRVHHXVUjT0fADREU6dOjXPPPTdatmwZv/nNb+K4446LadOmRfPmzePBBx+s0RVfItRvSJvl0gEAYNMk1hh/6qmnkpoKAKhB3bt3X++Na5lMJioqKuKCCy6o0cY4ALDlBg4cGMXFxdG8efM49NBD48ADD4w//OEPcfPNN8dFF10UU6ZMSTsiAAAAJC6xxvgX3n777XjnnXfioIMOiqKioshkMq4SB4A6rE+fPmlHAACqYfr06TF16tTo1KlTNGvWLIYMGRK77757XHjhhbHHHnukHQ8AAABSkVhj/NNPP42f/OQn8dRTT0VeXl7MmjUrdthhhzjjjDOiVatWMWrUqKSiAADVMGzYsLQjAADVsHLlymjdunVstdVWUVRUFFtvvXVERGy99dbx2WefpZwOAAAA0pFYY3zQoEHRpEmTmDNnTuy6667Z8Z/+9KcxePBgjXEAAACoIWPHjo1mzZrF2rVr484774ySkpIoLy9POxYAAACkJrHG+OOPPx7/+Mc/YrvttqsyvvPOO8f777+fVAwAoJpat279tfsXLVqUUBIAYFN07Ngxxo4dGxER2267bfzhD38dCxfeAAA/CklEQVSosg8AAAAaosQa4ytWrIimTZuuN75o0aIoLCxMKgYAUE1LliyJG264IVq0aJF2FABgE7z33ntpRwAAAIA6J7HG+IEHHhh33313XHnllRERkZeXF5WVlXHNNdfEwQcfnFQMAGAzHH/88VFaWpp2DACgGlavXh2zZ8+OHXfcMRo3TuzlPwAAANRJib0yvuaaa+KQQw6JF198MVavXh0XXnhhvPbaa7Fo0aJ49tlnk4oBAAAAOW3lypUxYMCAuOuuuyIi4q233ooddtghBgwYEGVlZXHxxRennBAAAACSl5/URF27do233norDjjggPjBD34QK1asiB/96Efx8ssvx4477phUDACgmvLy8iIvLy/tGADAJho6dGhMnz49Jk2aFFtttVV2vHfv3jF+/PgUkwEAAEB6ErtifM6cOdGhQ4e45JJLkpoSAKgBmUwmfvazn0VhYeEG9//1r39NOBEA8HUeeOCBGD9+fOy3335V3ty2++67xzvvvJNiMgAAAEhPYleMd+7cORYsWJDUdDF37tzo27dvtGnTJoqKiqJbt27x4osvJjY/AOSKU089NUpLS6NFixYb/AAA6pYFCxZEaWnpeuMrVqywCgwAAAANVmJXjGcymaSmisWLF0fPnj3j4IMPjkcffTTatm0bs2bNilatWiWWAQByxR133LFJxz377LOxzz77bPTKcgAgGfvss0888sgjMWDAgIiIbDP8d7/7XfTo0SPNaAAAAJCaxBrjEREffvhhrFq1aoP7OnbsWGPzXH311dGhQ4cqf8jv3LlzjT0/ALC+I444IqZNmxY77LBD2lEAoEEbMWJEHHHEEfH666/H2rVr48Ybb4zXX389nnvuuZg8eXLa8QAAACAViTbG99133/XGMplM5OXlxbp162psnoceeigOP/zwOO6442Ly5MlRVlYW/fr1i7POOmuDx1dUVERFRUV2e9myZTWWpTZVVFTEvHnz0o6RiPbt27sCsQY0lHPG+QLpSHJ1GABg4w444ICYNm1aXHXVVdGtW7d4/PHHY++9945///vf0a1bt7TjAQAAQCoSbYw///zz0bZt21qf5913340xY8bE4MGD47//+7/jhRdeiIEDB0ZBQUGceuqp6x0/cuTIuPzyy2s9V02bN29eXHLJJWnHSMTw4cNd9V8DGso543wBAKCh23HHHWPs2LFpxwAAAIA6I7HGeF5eXnTs2DFKS0trfa7KysrYZ599YsSIERER0b1793j11Vfjlltu2WBjfOjQoTF48ODs9rJly6JDhw61nnNLtW/fPoYPH57YfHPnzo3Ro0dHv379oqysLLF5Iz7/WtlyDeWccb4AANDQrVu3LiZMmBBvvPFGRETstttu8YMf/CAaN070/fEAAABQZyT2ijjJ5VXbtWsXu+22W5WxXXfdNf7yl79s8PjCwsJ6uexyYWFhKlfFlpWVuRq3nnLOAABA7nvttdfimGOOifnz50eXLl0iIuLqq6+Otm3bxsMPPxxdu3ZNOSEAAAAkLz+piWbPnr1Jy6j369cvFi5cuEVz9ezZM2bOnFll7K233opOnTpt0fMCABuXl5eXdgQAICLOPPPM2H333ePDDz+Ml156KV566aX44IMPYo899oif//znaccDAACAVCTWGO/UqdMm/cH8j3/8YyxbtmyL5ho0aFBMmTIlRowYEW+//XaMGzcubrvttujfv/8WPS8AsHFJrg4DAGzctGnTYuTIkdGqVavsWKtWrWL48OHx8ssvp5gMAAAA0lPnbi5WE39U33fffWPChAkxdOjQuOKKK6Jz585xww03xEknnVQDCQGgYVqwYEF2RZYuXbqstxJMeXl5GrEAgK/YZZdd4uOPP47dd9+9yvgnn3wSO+20U0qpAAAAIF11rjFeU4466qg46qij0o4BAPXeihUrYsCAAfGHP/wh1q1bFxERjRo1ilNOOSVuvvnmaNq0acoJAYAvGzlyZAwcODAuu+yy2G+//SIiYsqUKXHFFVfE1VdfXWWVtubNm6cVEwAAABKVs41xAKBmDB48OCZPnhwPPfRQ9OzZMyIinnnmmRg4cGBccMEFMWbMmJQTAgBf9sWbxH/yk59kb2n2xepsRx99dHY7Ly8v+6Y3AAAAyHUa4wDA1/rLX/4S999/f3z3u9/Njh155JFRVFQUP/nJTzTGAaCOeeqpp9KOAAAAAHWOxjgA8LVWrlwZ22yzzXrjpaWlsXLlyhQSAQBfp3PnztGhQ4fs1eIAAABARH7aAb6qb9++7nEGAHVIjx49YtiwYbFq1ars2GeffRaXX3559OjRI8VkAMCGdO7cORYsWJB2DAAAAKhTErti/Omnn/7a/QcddFBEhOVYAaCOufHGG+Pwww+P7bbbLvbcc8+IiJg+fXpstdVW8Y9//CPldADAV31xP3EAAADg/yTWGP/yfUm/Ki8vL9atW5dUFACgGrp27RqzZs2KP/3pT/Hmm29GRMQJJ5wQJ510UhQVFaWcDgDYkA8//LDKai9f1rFjx4TTAAAAQPoSa4wvXrw4qakAgBrWtGnTOOuss9KOAQBson333Xe9sUwm443pAAAANFiJNcZbtGiRfVxeXh6XXHJJTJs2Lbp16xYjRoxIKgYAUE2rV6+OO+64I1q2bBk//elP4/rrr48JEybErrvuGldffXW0bNky7YgAwFc8//zz0bZt27RjAAAAQJ2RWGP8yy644IKYOHFiHHfccfHoo4/GgAED4u67704jCgDwDfr16xfjx4+PwsLCeOSRR+KZZ56JH//4x/Hwww/HwIED1XAAqGPy8vKiY8eOUVpamnYUAAAAqDNSaYw/8cQT8fvf/z6+973vxemnnx69evVKIwYAsAkefvjhmDBhQmy//faxyy67xMSJE+OQQw6JY489No455pi04wEAX5HJZNKOAAAAAHVOfhqTLly4MLbffvuIiOjcuXMsXLgwjRgAwCZYuHBhdOvWLXbaaado2rRpdO7cOSIitt9+ezUcAOqg2bNnb9Iy6v369VPLAQAAaDASa4wvW7Ys+xERsXz58li2bFksXbo0qQgAwGbIZDKxfPnyWLp0aeTn52dr+Bc1HQCoWzp16hR5eXnfeNwf//hH9RwAAIAGI7Gl1Fu2bJl9YZ7JZKJ79+7Zx5vygh0ASM8uu+wSEWo4fNnHK9ekHYHN4OcG/8eS61B7KioqYt68eWnHqHXt27ePwsLCtGPUmpXLF6cdgc3kZwcAbEhijfGnnnoqqakAgBqkhsOG/XGmP7YBABs2b968uOSSS9KOUeuGDx+evdVSLnpr+hNpRwAAoAYl1hjv1atXUlMBADWoc+fO0aFDB1eHw1f07dIqtmnaJO0YVNPHK9d4UwMAta59+/YxfPjwxOabO3dujB49Ovr16xdlZWWJzdu+ffvE5krDLnv2jqbNWqUdg82wcvlib2wAANaTWGP8jjvuiGbNmsVxxx1XZfy+++6LlStXxqmnnppUFACgGjp37hwfffRRlJaWph0F6pRtmjaJDs0K0o4BANRBhYWFqVxJXVZWltNXcCetabNW0axF27RjAABQQ/KTmmjkyJFRUlKy3nhpaWmMGDEiqRgAQDW5/ygAAAAAAPVdYleMz5kzZ4PvWO3UqVPMmTMnqRgAwGb48MMPY9WqVRvc17Fjx4TTAAA1oW/fvtG8efO0YwAAAEAiEmuMl5aWxowZM2L77bevMj59+vRo06ZNUjEAgM2w7777rjeWyWQiLy8v1q1bl0IiAGBTrFu3Lm688caYNm1adOvWLQYNGhSNG3/+p4AxY8aknA4AAACSk1hj/IQTToiBAwdGcXFxHHTQQRERMXny5DjvvPPi+OOPTyoGALAZnn/++Wjb1r31AKC+ufjii+N3v/tdHHrooXH99dfHnDlz4uabb047FgAAACQuscb4lVdeGe+9914ccsgh2XenV1ZWximnnOIe4wBQh+Xl5UXHjh2jtLQ07SgAQDU9+OCDcffdd8fRRx8dU6dOjWOOOUZjHAAAgAYpscZ4QUFBjB8/Pq688sqYPn16FBUVRbdu3aJTp05JRQAANkMmk0k7AgCwmT7++OPYbbfdIiJi9913j48//jjlRAAAAJCOxBrjX9hll11il112SXpaAGAzzZ492zLqAFBPZTKZyM/Pj4jPV4HxhjcAAAAaqsQa44MHD/7a/dddd11CSQDqr4ULF0Z5eXnaMWrF3Llzq/ybi4qLi6OkpCTtGNX25JNPRrNmzeK4446rMn7ffffFypUr49RTT00pGQCwIa1atYq8vLyIiFi+fHl079492xwHAACAhiqxxvjLL7+cffzMM8/Et7/97SgqKoqIyL5gB2DjFi5cGBcMGRJrVq9OO0qtGj16dNoRak2TgoIYde219a45PnLkyLj11lvXGy8tLY2f//znGuMAUMfccMMNaUcAAACAOiexxvhTTz2VfVxcXBzjxo2LHXbYIanpAeq98vLyWLN6deyyZ+9o2qxV2nGoppXLF8db05+I8vLyetcYnzNnTnTu3Hm98U6dOsWcOXNSSAQAfB1vWgMAAID1JX6PcQC2TNNmraJZC/d7JjmlpaUxY8aM2H777auMT58+Pdq0aZNOKABgo5YtW/a1+5s3b55QEgAAAKg7NMYBgK91wgknxMCBA6O4uDgOOuigiIiYPHlynHfeeXH88cennA4A+KqWLVtu8JZlmUwm8vLyYt26dSmkAgAAgHQl1hh/6KGHso8rKyvjn//8Z7z66qvZsWOOOSapKABANVx55ZXx3nvvxSGHHBKNG3/+vw6VlZVxyimnxIgRI1JOBwB81Re3MstkMnHkkUfG7373uygrK0s5FQAAAKQrscZ4nz59qmz/4he/yD72jnUAqLsKCgpi/PjxceWVV8b06dOjqKgounXrFp06dUo7GgCwAb169co+btSoUey3336xww47pJgIAAAA0pdYY7yysjKpqQCAWrD99ttHJpOJHXfcMXvlOAAAAAAA1Af5aQcAAOq2lStXxhlnnBFNmzaN3XffPebMmRMREQMGDIirrroq5XQAwDfZ0P3GAQAAoKFJ9HKvFStWxOTJk2POnDmxevXqKvsGDhyYZBQAYBMNHTo0pk+fHpMmTYrvf//72fHevXvHZZddFhdffHGK6QCAr+revXu2Gf7ZZ5/F0UcfHQUFBdn9L730UlrRAAAAIDWJNcZffvnlOPLII2PlypWxYsWKaN26dSxcuDCaNm0apaWlGuMAUEc98MADMX78+Nhvv/2qXHG2++67xzvvvJNiMgBgQ/r06ZN9/IMf/CC9IAAAAFCHJNYYHzRoUBx99NFxyy23RIsWLWLKlCnRpEmT6Nu3b5x33nlJxQAAqmnBggVRWlq63viKFSsszQoAddCwYcPSjgAAAAB1TmL3GJ82bVpccMEFkZ+fH40aNYqKioro0KFDXHPNNfHf//3fScUAAKppn332iUceeSS7/UUz/He/+1306NEjrVgAwNdYsmRJ/O53v4uhQ4fGokWLIuLzJdTnzp2bcjIAAABIR2JXjDdp0iTy8z/vw5eWlsacOXNi1113jRYtWsQHH3yQVAwAoJpGjBgRRxxxRLz++uuxdu3auPHGG+P111+P5557LiZPnpx2PADgK2bMmBG9e/eOFi1axHvvvRdnnXVWtG7dOv7617/GnDlz4u677047IgAAACQusSvGu3fvHi+88EJERPTq1SsuvfTS+NOf/hTnn39+dO3aNakYAEA1HXDAATFt2rRYu3ZtdOvWLR5//PEoLS2Nf//73/Htb3877XgAwFcMHjw4fvazn8WsWbNiq622yo4feeSR8fTTT6eYDAAAANKT2BXjI0aMiPLy8oiIGD58eJxyyilxzjnnxM477xy33357UjEAgM2w4447xtixY9OOAQBsghdeeCFuvfXW9cbLyspi/vz5KSQCAACA9CXWGN9nn32yj0tLS+Oxxx5LamoAYAssW7bsa/c3b948oSQAwKYoLCzcYP1+6623om3btikkAgAAgPQltpR6RMTatWvjiSeeiFtvvTV79fi8efNi+fLlScYAAKqhZcuW0apVq/U+vhgHAOqWY445Jq644opYs2ZNRETk5eXFnDlz4qKLLoof//jHKacDAACAdCR2xfj7778f3//+92POnDlRUVERhx56aBQXF8fVV18dFRUVccsttyQVBQCohqeeeir7OJPJxJFHHhm/+93voqysLMVUAMDGjBo1Ko499tgoLS2Nzz77LHr16hXz58+PHj16xPDhw9OOBwAAAKlIrDF+3nnnxT777BPTp0+PNm3aZMd/+MMfxllnnZVUDACgmnr16lVlu1GjRrHffvvFDjvskFIiAODrtGjRIiZOnBjPPPNMzJgxI5YvXx5777139O7dO+1oAAAAkJrEGuP/+te/4rnnnouCgoIq49tvv33MnTs3qRgAwBZYuXJlVFRUrFfPAYC654ADDogDDjgg7RgAAABQJyTWGK+srIx169atN/7hhx9GcXFxUjEAgGq66aabIiLis88+i4ceeig6duwY2223XcqpAICNWbx4cVxzzTXRsmXLGDx4cAwZMiQmTJgQu+66a4wdOzY6duyYdkQAAABIXGKN8cMOOyxuuOGGuO222yIiIi8vL5YvXx7Dhg2LI488MqkYAEA1XX/99RERUVRUFF27do077rgj5UQAwNc588wz4z//+U8UFRXFxIkTY8mSJXHRRRfFPffcEwMHDowHHngg7YgAAACQuMQa46NGjYrDDz88dtttt1i1alWceOKJMWvWrGjTpk3cc889ScUAAKpp9uzZaUcAAKph0qRJ8fe//z06deoU7du3j2eeeSb233//OPDAA+Pggw9OOx4AAACkIrHG+HbbbRfTp0+P8ePHx/Tp02P58uVxxhlnxEknnRRFRUVJxQAAAICctnjx4ujcuXOUlpbG1ltvHdtuu21ERGyzzTaxZMmSdMMBAABAShJrjI8cOTK22WabOP300+Okk07Kjt9+++2xYMGCuOiii5KKAgBU0/333x/33ntvzJkzJ1avXl1l30svvZRSKgBgY15//fWYP39+ZDKZePPNN2P58uWxcOHCtGMBAABAavKTmujWW2+Nb33rW+uN77777nHLLbckFQMAqKabbropTjvttNhmm23i5Zdfju985zvRpk2bePfdd+OII45IOx4AsAGHHHJI7LXXXrFy5co46qijonv37tG7d++0YwEAAEBqErtifP78+dGuXbv1xtu2bRsfffRRUjEAgGoaPXp03HbbbXHCCSfEnXfeGRdeeGHssMMOcemll8aiRYvSjgcAfMXs2bPTjgAAAAB1TmKN8Q4dOsSzzz4bnTt3rjL+7LPPRvv27ZOKAQBU05w5c2L//fePiIiioqIoLy+PiIiTTz459ttvv/jNb36TZjwA4Cs6deqUdgQAAACocxJbSv2ss86K888/P+644454//334/3334/bb789Bg0aFGeddVatzXvVVVdFXl5enH/++bU2BwDksm233TZ7ZXjHjh1jypQpEfH51WiZTKbW5lXDAWDzvfPOOzFgwIDo3bt39O7dOwYOHBjvvPNOrc+rfgMAAFBXJXbF+C9/+cv49NNPo1+/frF69eqIiNhqq63ioosuiqFDh9bKnC+88ELceuutsccee9TK8wNAQ/C9730vHnrooejevXucdtppMWjQoLj//vvjxRdfjB/+8Ie1MqcaDgCb7x//+Eccc8wxsddee0XPnj0j4vPV2nbfffd4+OGH49BDD62VedVvAAAA6rLEGuN5eXlx9dVXx69//et44403oqioKHbeeecoLCyslfmWL18eJ510UowdOzb+53/+52uPraioiIqKiuz2smXLaiUTANRHt912W1RWVkZERP/+/aNNmzbx3HPPxTHHHBNnn312jc+3qTVc/Qbqk5XLF6cdgc1UH392F198cQwaNCiuuuqq9cYvuuiiWmmMew1OfbBw4cLsbYFyzdy5c6v8m4uKi4ujpKQk0TnrYw3gc352AMCGJNYY/0KzZs1i3333rfV5+vfvH//1X/8VvXv3/sYX5SNHjozLL7+81jMBQH00Y8aM2GuvvbLbxx9/fBx//PGxaNGiOO200+KPf/xjjc63qTVc/Qbqk7emP5F2BBqQN954I+699971xk8//fS44YYbamVOr8Gp6xYuXBhDLrggVq9Zk3aUWjV69Oi0I9SagiZN4tpRoxJpjhcXF0eTggL1u55rUlAQxcXFaccAAOqQxBvjSfjzn/8cL730UrzwwgubdPzQoUNj8ODB2e1ly5ZFhw4daiseANQrBx98cPztb3/LLsUaEfHggw/G2WefHd26davRuapTw9VvoD7ZZc/e0bRZq7RjsBlWLl9c7xojbdu2jWnTpsXOO+9cZXzatGlRWlpa4/N5DU59UF5eHqvXrIm+XVrHNk1z8s9hOe3jlWvjjzMXRXl5eSKN8ZKSkhh17bU5u8JAxOerC4wePTr69esXZWVlacepFWmsMgAA1G0590rggw8+iPPOOy8mTpwYW2211SZ9TmFhYa0t6Q4A9d3//u//xpFHHhn33ntvfOc734n+/fvHI488Etdcc0384he/qLF5qlvD1W+gPmnarFU0a9E27Rg0EGeddVb8/Oc/j3fffTf233//iPj8HuNXX311lYZ0TfAanPpmm6aNo0OzgrRjUA+UlJQ0iKZqWVlZdO7cOe0YAACJyLnG+NSpU+OTTz6JvffeOzu2bt26ePrpp+M3v/lNVFRURKNGjVJMCAD1y5lnnhnNmzePH//4x9GsWbPYY4894pVXXomOHTvW6DxqOADUjF//+tdRXFwco0aNiqFDh0ZERPv27eOyyy6LgQMH1uhc6jcAAAD1Rc41xg855JB45ZVXqoyddtpp8a1vfSsuuugiL8gBYDP85Cc/ieLi4jj22GPj2GOPrfGmeIQaDgA1JS8vLwYNGhSDBg3KLgNcW/dYVb8BAACoL3KuMV5cXBxdu3atMrb11ltHmzZt1hsHAL7Zl5dc3WuvveKcc86J5557Llq3bh0REdddd12NzKOGA0DN+uSTT2LmzJkREfGtb30r2rat+eX81W8AAADqi5xrjAMANevll1/OPi4oKIiDDjoo3n///Xj//fcjLy8vxWQAwIaUl5dHv3794p577onKysqIiGjUqFH89Kc/jd/+9rfRokWLlBMCAABA8hpEY3zSpElpRwCAeuupp55KbW41HACq78wzz4yXX345HnnkkejRo0dERPz73/+O8847L37xi1/En//851qdX/0GAACgLmoQjXEAAABoKP72t7/FP/7xjzjggAOyY4cffniMHTs2vv/976eYDAAAANKTn3YAAAAAoOa0adNmg8ult2jRIlq1apVCIgAAAEifxjgAAADkkF/96lcxePDgmD9/fnZs/vz58ctf/jJ+/etfp5gMAAAA0mMpdQAAAMghY8aMibfffjs6duwYHTt2jIiIOXPmRGFhYSxYsCBuvfXW7LEvvfRSWjEBAAAgURrjAAAAkEP69OmTdgQAAACoczTGAQAAIIe8++67cfrpp0evXr3SjgIAAAB1hnuMAwAAQA5ZunRpHHroobHzzjvHiBEjYt68eWlHAgAAgNRpjAMAAEAOeeCBB2Lu3LlxzjnnxPjx46NTp05xxBFHxH333Rdr1qxJOx4AAACkQmMcAAAAckzbtm1j8ODBMX369Hj++edjp512ilNOOSXat28fgwYNilmzZqUdEQAAABKlMQ4AAAA56qOPPoqJEyfGxIkTo1GjRnHkkUfGK6+8Ervttltcf/31accDAACAxGiMAwAAQA5Zs2ZN/OUvf4mjjjoqOnXqFPfdd1+cf/75MW/evLjrrrviiSeeiHvvvTeuuOKKtKMCAABAYhqnHQAAAACoOe3atYvKyso44YQT4j//+U/stdde6x1z8MEHR8uWLRPPBgAAAGnRGAcAAIAccv3118dxxx0XW2211UaPadmyZcyePTvBVAAAAJAujXEAAADIISeffHLaEQAAAKDOcY9xAAAAAAAAAHKaxjgAAAAAAAAAOU1jHAAAAAAAAICcpjEOAAAAAAAAQE7TGAcAAAAAAAAgp2mMAwAAAAAAAJDTNMYBAAAAAAAAyGka4wAAAAAAAADkNI1xAAAAAAAAAHJa47QD5JqFCxdGeXl52jFqxdy5c6v8m6uKi4ujpKQksfmcM/Vb0ucLAAAAAAAA1acxXoMWLlwYFwwZEmtWr047Sq0aPXp02hFqVZOCghh17bWJNDsXLlwYQy64IFavWVPrc6Upl8+ZgiZN4tpRozTHAQAAAAAA6jCN8RpUXl4ea1avjpY994jGLbZOOw6bYe3SFbHk2RlRXl6eSKOzvLw8Vq9ZE327tI5tmvp1rG8+Xrk2/jhzUWLnCwAAAAAAAJtHJ64WNG6xdTRp0yLtGNQj2zRtHB2aFaQdAwAAAAAAAHJSftoBAAAAAAAAAKA2aYwDAAAAAAAAkNM0xgEAAAAAAADIaRrjAAAAAAAAAOQ0jXEAAAAAAAAAcprGOAAAAAAAAAA5rXHaAQAA6oK1S1ekHYHNlNbP7uOVa1OZly3j5wa5ZeHChVFeXp52jFoxd+7cKv/mouLi4igpKUl0ztcXrYqPV65JdE623Ker1qUdAQCAHKAxDgA0aMXFxdGkoCCWPDsj7ShsgSYFBVFcXJzIXMXFxVHQpEn8ceaiROaj5hU0aZLY+QLUnoULF8YFQ4bEmtWr045Sq0aPHp12hFrTpKAgRl17bSLN8eLi4sjPz49H319W63NRO/Lz89VvAAC2iMY4ANCglZSUxKhrr83Zq80iPr/SbPTo0dGvX78oKytLO06tSPKKs5KSkrh21KicPWecL0B9UV5eHmtWr46WPfeIxi22TjsO1bR26YpY8uyMKC8vT+S/ySUlJXH55ZfHRx99VOtzpWHBggVx3333xXHHHRdt27ZNO06taNeunfoNAMAW0RgHABq8kpKSBvFHtrKysujcuXPaMXJCQzhnnC9AfdG4xdbRpE2LtGNQD+y4446x4447ph2jVsyePTvuu+++2GuvvdRvAADYiPy0AwAAAAAAAABAbdIYBwAAAAAAACCnaYwDAAAAAAAAkNM0xgEAAAAAAADIaRrjAAAAAAAAAOQ0jXEAAAAAAAAAcprGOAAAAAAAAAA5TWMcAAAAAAAAgJymMQ4AAAAAAABATtMYBwAAAAAAACCnaYwDAAAAAAAAkNM0xgEAAAAAAADIaRrjAAAAAAAAAOQ0jXEAAAAAAAAAcprGOAAAAAAAAAA5LScb4yNHjox99903iouLo7S0NPr06RMzZ85MOxYAAAAAAAAAKcjJxvjkyZOjf//+MWXKlJg4cWKsWbMmDjvssFixYkXa0QAAAAAAAABIWOO0A9SGxx57rMr2nXfeGaWlpTF16tQ46KCD1ju+oqIiKioqstvLli3bovnXLl2+RZ9PetL62X28ck0q87Jl0vq5rVy+OJV52TJ+bgAAAAAAkJ6cbIx/1dKlSyMionXr1hvcP3LkyLj88strbL4lz75SY89Fw/DHmRpmbLq3pj+RdgQAAAAAAIB6Jecb45WVlXH++edHz549o2vXrhs8ZujQoTF48ODs9rJly6JDhw6bPWfLnt2icYtmm/35pGft0uWpvLGhb5dWsU3TJonPy5b5eOWaVN7UsMuevaNps1aJz8uWWbl8sTc1AAAAAABASnK+Md6/f/949dVX45lnntnoMYWFhVFYWFhjczZu0SyatGlRY89H7tumaZPo0Kwg7RjUE02btYpmLdqmHQMAAAAAAKDeyOnG+Lnnnht/+9vf4umnn47tttsu7TgAAAAAAAAApCAnG+OZTCYGDBgQEyZMiEmTJkXnzp3TjgQAAAAAAABASnKyMd6/f/8YN25cPPjgg1FcXBzz58+PiIgWLVpEUVFRyukAAAAAAAAASFJ+2gFqw5gxY2Lp0qXx3e9+N9q1a5f9GD9+fNrRAAAAAAAAAEhYTl4xnslk0o4AAAAAAAAAQB2Rk1eMAwAAAAAAAMAXNMYBAAAAAAAAyGka4wAAAAAAAADkNI1xAAAAAAAAAHKaxjgAAAAAAAAAOU1jHAAAAAAAAICcpjEOAAAAAAAAQE7TGAcAAAAAAAAgp2mMAwAAAAAAAJDTNMYBgDph5MiRse+++0ZxcXGUlpZGnz59YubMmWnHAgC+hvoNAABAfaExDgDUCZMnT47+/fvHlClTYuLEibFmzZo47LDDYsWKFWlHAwA2Qv0GAACgvmicdgAAgIiIxx57rMr2nXfeGaWlpTF16tQ46KCDUkoFAHwd9RsAAID6QmMcAKiTli5dGhERrVu33uD+ioqKqKioyG4vW7YskVwAm2Pl8sVpR2Az+dlVzzfV74iar+Frly7fos8nHbn+c6uoqIh58+YlNt/cuXOr/JuU9u3bR2FhYaJzAgDA5tIYBwDqnMrKyjj//POjZ8+e0bVr1w0eM3LkyLj88ssTTgZQPcXFxdGkoCDemv5E2lHYAk0KCqK4uDjtGHXeptTviJqv4UuefaXGngtqyrx58+KSSy5JfN7Ro0cnOt/w4cOjc+fOic4JAACbS2McAKhz+vfvH6+++mo888wzGz1m6NChMXjw4Oz2smXLokOHDknEA9hkJSUlMeraa6O8vDztKLVi7ty5MXr06OjXr1+UlZWlHafWFBcXR0lJSdox6rxNqd8RNV/DW/bsFo1bNNvszycda5cuz+k3NbRv3z6GDx+edoxa1759+7QjAADAJtMYBwDqlHPPPTf+9re/xdNPPx3bbbfdRo8rLCy0bCNQL5SUlOR8U7WsrMwVgw3cptbviJqv4Y1bNIsmbVrU2PNBTSgsLPTfRQAAqGM0xgGAOiGTycSAAQNiwoQJMWnSJH9IBIB6QP0GAACgvtAYBwDqhP79+8e4cePiwQcfjOLi4pg/f35ERLRo0SKKiopSTgcAbIj6DQAAQH2Rn3YAAICIiDFjxsTSpUvju9/9brRr1y77MX78+LSjAQAboX4DAABQX7hiHACoEzKZTNoRAIBqUr8BAACoL1wxDgAAAAAAAEBO0xgHAAAAAAAAIKdZSr0WrF26Iu0IbKa0fnYfr1ybyrxsmbR+biuXL05lXraMnxsAAAAAAKRHY7wGFRcXR5OCgljy7Iy0o7AFmhQURHFxcSJzFRcXR0GTJvHHmYsSmY+aV9CkSaLnS5OCgnhr+hOJzEfNS/K/LwAAAAAAwP/RGK9BJSUlMeraa6O8vDztKLVi7ty5MXr06OjXr1+UlZWlHafWFBcXR0lJSSJzlZSUxLWjRjln6rGkzxf/janfkjxfAAAAAACA/6MxXsNKSkpyvulRVlYWnTt3TjtGznDOUB3OFwAAAAAAgOrLTzsAAAAAAAAAANQmjXEAAAAAAAAAcprGOAAAAAAAAAA5TWMcAAAAAAAAgJymMQ4AAAAAAABATtMYBwAAAAAAACCnaYwDAAAAAAAAkNM0xgEAAAAAAADIaRrjAAAAAAAAAOQ0jXEAAAAAAAAAcprGOAAAAAAAAAA5TWMcAAAAAAAAgJymMQ4AAAAAAABATtMYBwAAAAAAACCnaYwDAAAAAAAAkNM0xgEAAAAAAADIaRrjAAAAAAAAAOQ0jXEAAAAAAAAAcprGOAAAAAAAAAA5TWMcAAAAAAAAgJymMQ4AAAAAAABATtMYBwAAAAAAACCnaYwDAAAAAAAAkNM0xgEAAAAAAADIaY3TDgAAAAAAbJ4TTzxxvbFx48alkAQAAOq2nL5i/Le//W1sv/32sdVWW8X/+3//L/7zn/+kHQkAAAAAasSGmuJfNw4AAA1ZzjbGx48fH4MHD45hw4bFSy+9FHvuuWccfvjh8cknn6QdDQAAAAC2yDc1vzXHAQCgqpxtjF933XVx1llnxWmnnRa77bZb3HLLLdG0adO4/fbb044GAAAAAJvtq03vcePGZT++7jgAAGjIcvIe46tXr46pU6fG0KFDs2P5+fnRu3fv+Pe//73e8RUVFVFRUZHdXrZsWSI5t1RFRUXMmzcvsfnmzp1b5d8ktW/fPgoLCxOfN9c0lHPG+VIznC9Qe/x+UR3OF6qjoZwvEc4Z/s/apSsSmSezbl2sW/5ZInOlqVGzoshr1KjW50nq59YQfLUZPm7cOA3xeqih1HD1GwBIU042xhcuXBjr1q2LbbbZpsr4NttsE2+++eZ6x48cOTIuv/zypOLVmHnz5sUll1yS+LyjR49OfM7hw4dH586dE5831zSUc8b5UjOcL1B7/H5RHc4XqqOhnC8RzhkiiouLo0lBQSx5dkbaUdhMTQoKori4OO0YUCc0lBqufgMAacrLZDKZtEPUtHnz5kVZWVk899xz0aNHj+z4hRdeGJMnT47nn3++yvEbumK8Q4cOsXTp0mjevHliuasr6XeSpsm7SWtGQzlnnC81w/lSNyxbtixatGhR52tSXVCfvld+v6gO5wvV0VDOl4i6f87Up7qUti35Xi1cuDDKy8trKVlVq1evjgULFiQyV5ratm0bBQUFicxVXFwcJSUlicyVa758RfhXrxjflP3UPQ2lhqvfAECacvKK8ZKSkmjUqFF8/PHHVcY//vjj2Hbbbdc7vrCwsE7/D9nGFBYWeocl1eKcoTqcL1B7/H5RHc4XqsP5QkNTUlKSaGO1S5cuic0Fm+rEE0+s0vy2jHr9pIYDANS+/LQD1IaCgoL49re/Hf/85z+zY5WVlfHPf/6zyhXkAAAAAFDffPUq8BNPPDH78XXHAQBAQ5aTjfGIiMGDB8fYsWPjrrvuijfeeCPOOeecWLFiRZx22mlpRwMAAACALfJNTW9NcQAAqConl1KPiPjpT38aCxYsiEsvvTTmz58fe+21Vzz22GOxzTbbpB0NAAAAALbYuHHjNrh0uqY4AACsL2cb4xER5557bpx77rlpxwAAAACAWqEJDgAAmyZnl1IHAAAAAAAAgAiNcQAAAAAAAABynMY4AAAAAAAAADlNYxwAAAAAAACAnKYxDgAAAAAAAEBO0xgHAAAAAAAAIKdpjAMAAAAAAACQ0zTGAQAAAAAAAMhpGuMAAAAAAAAA5DSNcQAAAAAAAABymsY4AAAAAAAAADmtcdoB6qJMJhMREcuWLUs5CQAN3Re16IvaxMap3wDUJWr4plPDAagr1G8AyG0a4xtQXl4eEREdOnRIOQkAfK68vDxatGiRdow6Tf0GoC5Sw7+ZGg5AXaN+A0Buyst4+9t6KisrY968eVFcXBx5eXlpx6kzli1bFh06dIgPPvggmjdvnnYc6gHnDNXhfNmwTCYT5eXl0b59+8jPdweUr6N+b5zfL6rD+UJ1OF82Tg3fdGr4hvn9ojqcL1SXc2bD1G8AyG2uGN+A/Pz82G677dKOUWc1b97c/zBTLc4ZqsP5sj7vUt806vc38/tFdThfqA7ny4ap4ZtGDf96fr+oDucL1eWcWZ/6DQC5y9veAAAAAAAAAMhpGuMAAAAAAAAA5DSNcTZZYWFhDBs2LAoLC9OOQj3hnKE6nC9Qe/x+UR3OF6rD+QK1x+8X1eF8obqcMwBAQ5SXyWQyaYcAAAAAAAAAgNriinEAAAAAAAAAcprGOAAAAAAAAAA5TWMcAAAAAAAAgJymMQ4AAAAAAABATtMYZ5M8/fTTcfTRR0f79u0jLy8vHnjggbQjUUeNHDky9t133yguLo7S0tLo06dPzJw5M+1Y1GFjxoyJPfbYI5o3bx7NmzePHj16xKOPPpp2LMgJ6jfVoYZTHeo31B71m+pQv6kO9RsAaOg0xtkkK1asiD333DN++9vfph2FOm7y5MnRv3//mDJlSkycODHWrFkThx12WKxYsSLtaNRR2223XVx11VUxderUePHFF+N73/te/OAHP4jXXnst7WhQ76nfVIcaTnWo31B71G+qQ/2mOtRvAKChy8tkMpm0Q1C/5OXlxYQJE6JPnz5pR6EeWLBgQZSWlsbkyZPjoIMOSjsO9UTr1q3jf//3f+OMM85IOwrkDPWb6lLDqS71G2qe+k11qd9Ul/oNADQkjdMOAOS2pUuXRsTnL7Tgm6xbty7uu+++WLFiRfTo0SPtOAANmhrOplK/AeoO9ZtNpX4DAA2RxjhQayorK+P888+Pnj17RteuXdOOQx32yiuvRI8ePWLVqlXRrFmzmDBhQuy2225pxwJosNRwNoX6DVC3qN9sCvUbAGjINMaBWtO/f/949dVX45lnnkk7CnVcly5dYtq0abF06dK4//7749RTT43Jkyd7cQ6QEjWcTaF+A9Qt6jebQv0GABoyjXGgVpx77rnxt7/9LZ5++unYbrvt0o5DHVdQUBA77bRTRER8+9vfjhdeeCFuvPHGuPXWW1NOBtDwqOFsKvUboO5Qv9lU6jcA0JBpjAM1KpPJxIABA2LChAkxadKk6Ny5c9qRqIcqKyujoqIi7RgADYoazpZSvwGSp36zpdRvAKAh0Rhnkyxfvjzefvvt7Pbs2bNj2rRp0bp16+jYsWOKyahr+vfvH+PGjYsHH3wwiouLY/78+RER0aJFiygqKko5HXXR0KFD44gjjoiOHTtGeXl5jBs3LiZNmhT/+Mc/0o4G9Z76TXWo4VSH+g21R/2mOtRvqkP9BgAaurxMJpNJOwR136RJk+Lggw9eb/zUU0+NO++8M/lA1Fl5eXkbHL/jjjviZz/7WbJhqBfOOOOM+Oc//xkfffRRtGjRIvbYY4+46KKL4tBDD007GtR76jfVoYZTHeo31B71m+pQv6kO9RsAaOg0xgEAAAAAAADIaflpBwAAAAAAAACA2qQxDgAAAAAAAEBO0xgHAAAAAAAAIKdpjAMAAAAAAACQ0zTGAQAAAAAAAMhpGuMAAAAAAAAA5DSNcQAAAAAAAABymsY4AAAAAAAAADlNYxxgI04++eQYMWJErc/z2GOPxV577RWVlZW1PhcA5Dr1GwDqH/UbAIAkaIwDbMD06dPj73//ewwcODA79te//jUOO+ywaNOmTeTl5cW0adM26bmOOeaY6NixY2y11VbRrl27OPnkk2PevHnZ/d///vejSZMm8ac//ammvwwAaFDUbwCof9RvAACSojEOsAE333xzHHfccdGsWbPs2IoVK+KAAw6Iq6++ulrPdfDBB8e9994bM2fOjL/85S/xzjvvxLHHHlvlmJ/97Gdx00031Uh2AGio1G8AqH/UbwAAkqIxDpvo7rvvjjZt2kRFRUWV8T59+sTJJ58cl112Wey1115x6623RocOHaJp06bxk5/8JJYuXZo9trKyMq644orYbrvtorCwMPbaa6947LHHsvvfe++9yMvLy360bt06fvSjH8Wnn36aPWbJkiVx5plnRtu2baN58+bxve99L6ZPn57d/0WOL5s0aVLk5eXFkiVLIiLizjvvjJYtW2729+K1116Lo446Kpo3bx7FxcVx4IEHxjvvvBOXXXZZlfxf/vjud78bEZ+/AO3Tp09cfvnl2a/h7LPPjtWrV1f5Po0cOTI6d+4cRUVFseeee8b999+/SRm+cPvtt8fuu+8ehYWF0a5duzj33HOz+6677rro1q1bbL311tGhQ4fo169fLF++PLt/3bp1cf/998fRRx9dZc6TTz45Lr300ujdu3e1vl+DBg2K/fbbLzp16hT7779/XHzxxTFlypRYs2ZN9pijjz46XnzxxSpfAwBbTv3+P+q3+g1QX6jf/0f9Vr8BAKg5GuOwiY477rhYt25dPPTQQ9mxTz75JB555JE4/fTTIyLi7bffjnvvvTcefvjheOyxx+Lll1+Ofv36ZY+/8cYbY9SoUXHttdfGjBkz4vDDD49jjjkmZs2aVWWuJ554Ij766KN45JFH4j//+U9cc801VXJ88skn8eijj8bUqVNj7733jkMOOSQWLVpUy9+Bz82dOzcOOuigKCwsjCeffDKmTp0ap59+eqxduzaGDBkSH330UXz00UdxwQUXRI8ePbLbf/3rX7PP8c9//jPeeOONmDRpUtxzzz3x17/+NS6//PLs/pEjR8bdd98dt9xyS7z22msxaNCg6Nu3b0yePPkbM0REjBkzJvr37x8///nP45VXXomHHnoodtppp+zz5+fnx0033RSvvfZa3HXXXfHkk0/GhRdemN0/Y8aMWLp0aeyzzz41/v1btGhR/OlPf4r9998/mjRpkh3v2LFjbLPNNvGvf/2rxucEaMjU78+p31tG/QZIlvr9OfV7y6jfAACsJwNssnPOOSdzxBFHZLdHjRqV2WGHHTKVlZWZYcOGZRo1apT58MMPs/sfffTRTH5+fuajjz7KZDKZTPv27TPDhw+v8pz77rtvpl+/fplMJpOZPXt2JiIyL7/8ciaTyWQ++uijzE477ZT9nH/961+Z5s2bZ1atWlXlOXbcccfMrbfemslkMplhw4Zl9txzzyr7n3rqqUxEZBYvXpzJZDKZO+64I9OiRYvN+h4MHTo007lz58zq1au/9rhhw4ZlevXqtd74qaeemmndunVmxYoV2bExY8ZkmjVrllm3bl1m1apVmaZNm2aee+65Kp93xhlnZE444YRNytC+ffvMJZdcsslf03333Zdp06ZNdnvChAmZRo0aZSorKzd4/Fd/TpviwgsvzDRt2jQTEZn99tsvs3DhwvWO6d69e+ayyy7b5OcEYNOo3+p3JqN+A9Q36rf6ncmo3wAA1CxXjEM1nHXWWfH444/H3LlzI+LzJdF+9rOfRV5eXkR8/q7jsrKy7PE9evSIysrKmDlzZixbtizmzZsXPXv2rPKcPXv2jDfeeKPK2P777x/NmjWLdu3aRYcOHeKCCy6IiIjp06fH8uXLo02bNtGsWbPsx+zZs6ssAfbKK69U2X/EEUes97UsXbo0mjVrFs2bN4+dd945hgwZUmVpsY2ZNm1aHHjggVXebV1de+65ZzRt2jS73aNHj1i+fHl88MEH8fbbb8fKlSvj0EMPrfI13H333dmv8esyfPLJJzFv3rw45JBDNjr/E088EYccckiUlZVFcXFxnHzyyfHpp5/GypUrIyLis88+i8LCwuzPdVOdffbZVTJ/2S9/+ct4+eWX4/HHH49GjRrFKaecEplMpsoxRUVF2QwA1Bz1W/3+Ouo3QN2kfqvfX0f9BgBgczROOwDUJ927d48999wz7r777jjssMPitddei0ceeaTG5xk/fnzsuuuuMX/+/DjvvPNiyJAhcfPNN8fy5cujXbt2MWnSpPU+58v3LOvSpUuVJeeef/756Nu3b5Xji4uL46WXXopMJhOvv/56nHrqqbHtttvGkCFDvjZbUVHRFn1t3+SLe4098sgjVf7IERFRWFj4jRm+Kd97770XRx11VJxzzjkxfPjwaN26dTzzzDNxxhlnxOrVq6Np06ZRUlISK1eujNWrV0dBQcEmZ7/iiis2+v0rKSmJkpKS2GWXXWLXXXeNDh06xJQpU6JHjx7ZYxYtWhRt27bd5PkA2DTqt/r9ddRvgLpJ/Va/v476DQDA5tAYh2o688wz44Ybboi5c+dG7969o0OHDtl9c+bMiXnz5kX79u0jImLKlCmRn58fXbp0iebNm0f79u3j2WefjV69emU/59lnn43vfOc7Vebo0KFD7LTTTrHTTjvFaaedFldddVXcfPPNsffee8f8+fOjcePGsf322280Y0FBQZV7en344YfrHZOfn589Zuedd45DDz00pk2b9o1f/x577BF33XVXrFmzZrPftT59+vT47LPPsi+ip0yZEs2aNYsOHTpE69ato7CwMObMmVPl+7SpGYqLi2P77bePf/7zn3HwwQev97lTp06NysrKGDVqVOTnf75oxr333lvlmL322isiIl5//fXs401RWloapaWl33hcZWVlRERUVFRkx1atWhXvvPNOdO/efZPnA2DTqd/q98ao3wB1l/qtfm+M+g0AwOawlDpU04knnhgffvhhjB07Nk4//fQq+7baaqs49dRTY/r06fGvf/0rBg4cGD/5yU9i2223jYjPl/O6+uqrY/z48TFz5sy4+OKLY9q0aXHeeedVeZ5PP/005s+fHzNmzIh77rknvvWtb0VERO/evaNHjx7Rp0+fePzxx+O9996L5557Li655JJ48cUXq/21rFq1Kj777LOYOnVqPPPMM9G1a9dv/Jxzzz03li1bFscff3y8+OKLMWvWrPjDH/4QM2fO3OR5V69eHWeccUa8/vrr8fe//z2GDRsW5557buTn50dxcXEMGTIkBg0aFHfddVe888478dJLL8XNN98cd9111yZluOyyy2LUqFFx0003xaxZs7KfHxGx0047xZo1a+Lmm2+Od999N/7whz/ELbfcUiVf27ZtY++9945nnnmmyviiRYti2rRp8frrr0dExMyZM2PatGkxf/78jX6tzz//fPzmN7+JadOmxfvvvx9PPvlknHDCCbHjjjtWebf6lClTorCwsMoYADVH/Va/1W+A+kf9Vr/VbwAAalSaNziH+urkk0/OtG7dOrNq1ars2LBhwzJ77rlnZvTo0Zn27dtnttpqq8yxxx6bWbRoUfaYdevWZS677LJMWVlZpkmTJpk999wz8+ijj2b3z549OxMR2Y+WLVtmjjrqqMzs2bOzxyxbtiwzYMCATPv27TNNmjTJdOjQIXPSSSdl5syZUyXHlz311FOZiMgsXrw4k8lkMnfccUd2jry8vMy2226bOeecczIVFRWb9PVPnz49c9hhh2WaNm2aKS4uzhx44IGZd955p8oxw4YNy/Tq1Wu9zz311FMzP/jBDzKXXnpppk2bNplmzZplzjrrrCrfy8rKyswNN9yQ6dKlS6ZJkyaZtm3bZg4//PDM5MmTNznDLbfckv38du3aZQYMGJDdd91112XatWuXKSoqyhx++OGZu+++u8r3J5PJZEaPHp3Zb7/9qmT/8vftyx/Dhg3b6PdqxowZmYMPPjjTunXrTGFhYWb77bfPnH322ZkPP/ywynE///nPM7/4xS82+jwAbDn1W/1WvwHqH/Vb/Va/AQCoKXmZTCZTu613yD2HHHJI7L777nHTTTdlxy677LJ44IEHNmk5tIbsZz/7WSxZsiQeeOCBtKN8rc8++yy6dOkS48ePr/V3kS9cuDC6dOkSL774YnTu3LlW5wJoyNTvzad+r0/9BkiG+r351O/1qd8AAA2be4xDNSxevDgmTZoUkyZNitGjR6cdh1pUVFQUd999dyxcuLDW53rvvfdi9OjRXpQD1BL1u+FQvwFyh/rdcKjfAAAkRWMcqqF79+6xePHiuPrqq6NLly5px6kVZ599dvzxj3/c4L6+ffuudz+wXPbd7343kXn22Wef2GeffRKZC6AhUr/V79qgfgPULvVb/a4N6jcAQMNmKXWgik8++SSWLVu2wX3NmzeP0tLShBMBAN9E/QaA+kf9BgCAZGmMAwAAAAAAAJDT8tMOAAAAAAAAAAC1SWMcAAAAAAAAgJymMQ4AAAAAAABATtMYBwAAAAAAACCnaYwDAAAAAAAAkNM0xgEAAAAAAADIaRrjAAAAAAAAAOS0/w/SdAKg4kWx2AAAAABJRU5ErkJggg=="/>
          <p:cNvSpPr>
            <a:spLocks noChangeArrowheads="1" noChangeAspect="1"/>
          </p:cNvSpPr>
          <p:nvPr/>
        </p:nvSpPr>
        <p:spPr bwMode="auto">
          <a:xfrm>
            <a:off x="1934979" y="98323"/>
            <a:ext cx="304799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187604439" name="AutoShape 11" descr="data:image/png;base64,iVBORw0KGgoAAAANSUhEUgAAB8YAAAXRCAYAAADsS/daAAAAOnRFWHRTb2Z0d2FyZQBNYXRwbG90bGliIHZlcnNpb24zLjEwLjAsIGh0dHBzOi8vbWF0cGxvdGxpYi5vcmcvlHJYcgAAAAlwSFlzAAAPYQAAD2EBqD+naQABAABJREFUeJzs3Xl8TGf///H3jKwkYssiGkSFoNRWtVdRagu1fbVpbTfaKmJrVbW11HJrawktrS5oRVtbUdVWKWqnaq2msVaKhNBIbImY8/ujv5nbmCBRyWR5PR8PD5nrXHPOZ+ZcM9eZ8znnukyGYRgCAAAAAAAAAAAAACCPMjs7AAAAAAAAAAAAAAAAshKJcQAAAAAAAAAAAABAnkZiHAAAAAAAAAAAAACQp5EYBwAAAAAAAAAAAADkaSTGAQAAAAAAAAAAAAB5GolxAAAAAAAAAAAAAECeRmIcAAAAAAAAAAAAAJCnkRgHAAAAAAAAAAAAAORpJMYBAAAAAAAAAACAXOjy5cuKjY3V33//7exQgByPxDgAAAAAAAAAAACQSyxevFjNmjWTt7e3vLy8VLp0ab399tvODgvI8UiMI1eaN2+eTCaT7Z+Hh4cqVKigAQMGKD4+3tnhAQCQr9FPAwDuJ/oVZJVffvlFJpNJ8+bNc3YoAIB0cAwApO/VV19V165d5e3trY8++kg//vij1q5dq/79+zs7tDyP48fcz8XZAQD/xrhx4xQcHKxr165p8+bNmj17tlavXq2DBw+qYMGCzg4PAIB8jX4aAHA/0a8AAJA/cQwA/M/GjRs1efJkTZo0Sa+++qqzwwFyHRLjyNVatWql2rVrS5L69Omj4sWLa+rUqVqxYoWefvppJ0cHAED+Rj8NALif6FcAAMifOAYA/ufdd99V/fr1SYoD94ih1JGnNG3aVJJ0/PhxSdKFCxc0fPhwVa1aVV5eXipcuLBatWqlffv2OTz32rVrGjNmjCpUqCAPDw+VLFlSHTt21NGjRyVJJ06csBu659Z/TZo0sa1rw4YNMplM+uqrr/Taa68pICBAhQoVUlhYmGJjYx22vWPHDj355JPy8fFRwYIF9dhjj2nLli3pvsYmTZqku/0xY8Y41F2wYIFq1aolT09PFStWTN26dUt3+3d6bTezWCyaPn26qlSpIg8PD/n7++v555/X33//bVevbNmyatu2rcN2BgwY4LDO9GJ/5513HN5TSUpJSdHo0aNVvnx5ubu7KygoSK+88opSUlLs6iUkJCg6OlpXrlxxiOFWN7/WAgUKqFSpUurXr58SExPt6p09e1b/+c9/5O/vLw8PDz388MOaP3++XZ0//vhDTZs2VUBAgC2+F154QRcuXLDVyUzb2LRpk7p06aLSpUvb1jdkyBBdvXrV4XVER0era9eu8vX1laenpypWrKhRo0ZJksaMGXPHtmsymbRhw4a7vlcA8G/RT9ujn75zP23dT7f2UT179lTZsmXtyqwnBooXLy5PT0/VqlVLS5YsSXe9CxYsUJ06dVSwYEEVLVpUjRs31po1a2zLb/f+3C2uu0lMTNSQIUNUtmxZubu764EHHlD37t2VkJBgt9704vby8lLPnj1tjzPz2QHyMvoVe/Qrd//9l5CQoPbt28vT01N16tSxtZ2kpCS1a9dOnp6eatiwoa0d3Pwab/4elv6Z19NkMtn1SZn5TXhrP9KmTRuH96dJkyYO74t1/906fGd0dLQ6d+6sYsWKycPDQ7Vr19bKlSsd3oOM9kc3x3f69GmVLVtWtWvX1qVLlyRJqampevPNN1WrVi35+PioUKFCatSokdavX++wTevv6dKlS6tAgQK29ubl5eVQ904y+hs5vWOFBQsWyGw267///a+tzt1+J584cUJSxvf/rZ8tV1dXlS1bVi+//LJSU1Nt9axDQ//yyy9260xISEj3M7Jnzx61atVKhQsXlpeXl5o1a6bt27c7vD932rfW/Xqnf9btWs8hWNvEvUpvP0iO3wN//vmn+vfvr4oVK8rT01PFixdXly5dbO9/Rl+jdOfjqbvFhdyFYwB7HANk7hzwrf9u/U64fPmyhg0bpqCgILm7u6tixYp69913ZRhGhtZ382vKijayfft2PfTQQ+rWrZuKFSsmT09PPfLII1q+fHm6r/12fd6t+yMjxxKZ6cOs/cnNLl26pICAgHSPhTLz+bid9I6TkpOTVatWLQUHB+vMmTO28ozsZ+tru5fjR0n67rvv1KhRIxUqVEje3t5q06aNfvvtN7s66fVLsbGx8vT0tDsekTL3mZs7d66aNm0qPz8/ubu7q3Llypo9e/Yd37/0WPejn5+frl+/brfsiy++sLWnm48bypYtm26b69OnT6a3nxW4Yxx5ivXLp3jx4pKkY8eOafny5erSpYuCg4MVHx+vDz/8UI899pgOHTqkwMBASdKNGzfUtm1brVu3Tt26dVNERISSk5P1448/6uDBg3rwwQdt23j66afVunVru+2OHDky3XgmTJggk8mkESNG6OzZs5o+fbqaN2+uvXv3ytPTU5L0008/qVWrVqpVq5ZGjx4ts9ls+9LatGmT6tSp47DeBx54QJMmTZL0T2fy4osvprvtN954Q127dlWfPn107tw5zZw5U40bN9aePXtUpEgRh+f069dPjRo1kiQtW7ZMX3/9td3y559/XvPmzVOvXr00aNAgHT9+XO+995727NmjLVu2yNXVNd33ITMSExNtr+1mFotFYWFh2rx5s/r166dKlSrpwIEDmjZtmmJiYuw6/vfee09jx47V+vXrHQ6s0vPUU0+pY8eOSktL07Zt2zRnzhxdvXpVn3/+uSTp6tWratKkiY4cOaIBAwYoODhYixcvVs+ePZWYmKiIiAhJ/3SmDzzwgNq1a6fChQvr4MGDev/993Xq1Cl98803dtvMSNtYvHixrly5ohdffFHFixfXzp07NXPmTP31119avHixbV379+9Xo0aN5Orqqn79+qls2bI6evSovvnmG02YMEEdO3ZU+fLlbfWHDBmiSpUqqV+/fraySpUq3X3nAMC/RD9tv2366Yz10xkRGRmpsLAwhYeHKzU1VV9++aW6dOmiVatWqU2bNrZ6Y8eO1ZgxY1S/fn2NGzdObm5u2rFjh3766Se1aNHivsSSnkuXLqlRo0b6/fff1bt3b9WsWVMJCQlauXKl/vrrL5UoUSJT68voZwfI6+hX7LdNv3L3fiU8PFwbN27U8OHDVaBAAQ0ePFiSNH78eHXp0kWjR4/W22+/rXbt2ungwYMym9O/nyQtLc12IfLNMvOb8GY///yzVq9efcfY7+S3335TgwYNVKpUKb366qsqVKiQFi1apA4dOmjp0qV66qmnJN1bf3Tx4kW1atVKrq6uWr16tS2ZnZSUpI8//lhPP/20+vbtq+TkZH3yySdq2bKldu7cqerVq9vW0aNHD61du1YDBw7Uww8/rAIFCmjOnDn69ddfM/U6M/ob+VZr1qxR7969NWDAANvddc8//7yaN29uq/Pcc8/Zzg1Y+fr6pru+2+1/K+tnKyUlRT/88IPeffddeXh46K233srU65X+2beNGjVS4cKF9corr8jV1VUffvihmjRpoo0bN+rRRx+VdPd9W6lSJds5DkmaM2eOfv/9d02bNs1WVq1atUzHdz/s2rVLW7duVbdu3fTAAw/oxIkTmj17tpo0aaJDhw7Zhsm+38dTyN04BrDfNscAGftt+cQTT6h79+52ZVOmTLFL+BuGobCwMK1fv17/+c9/VL16df3www96+eWXderUKdv35s3fqZs2bdKcOXM0bdo023eRv7+/3XbuZxs5f/685syZIy8vLw0aNEi+vr5asGCBOnbsqKioqHRHUShRooTdd/5zzz1ntzyjxxL/1pQpUxQfH+9Qfi+fj4y4fv26OnXqpJMnT2rLli0qWbKkpIzvZ+nejx8///xz9ejRQy1bttTkyZN15coVzZ49Ww0bNtSePXvueJHWm2++qWvXrt3Ta7aaPXu2qlSporCwMLm4uOibb75R//79ZbFY9NJLL2V6fcnJyVq1apVdW5g7d648PDzSjbV69eoaNmyYXdnNOQqnMoBcaO7cuYYkY+3atca5c+eM2NhY48svvzSKFy9ueHp6Gn/99ZdhGIZx7do148aNG3bPPX78uOHu7m6MGzfOVvbpp58akoypU6c6bMtisdieJ8l45513HOpUqVLFeOyxx2yP169fb0gySpUqZSQlJdnKFy1aZEgyIiMjbesOCQkxWrZsaduOYRjGlStXjODgYOOJJ55w2Fb9+vWNhx56yPb43LlzhiRj9OjRtrITJ04YBQoUMCZMmGD33AMHDhguLi4O5YcPHzYkGfPnz7eVjR492rj5K2LTpk2GJCMqKsruud9//71DeZkyZYw2bdo4xP7SSy8Zt37t3Br7K6+8Yvj5+Rm1atWye08///xzw2w2G5s2bbJ7/gcffGBIMrZs2eIQ+/r16x1iuNWt2zeMf97jypUr2x5Pnz7dkGQsWLDAVpaammrUq1fP8PLystvHt+rfv7/h5eVle5zRtmEY/7SDW02aNMkwmUzGn3/+aStr3Lix4e3tbVdmGIZdm7pZmTJljB49etw2ZgD4t+in6aet/k0/vXHjRkOS8dNPP9mV9+jRwyhTpoxd2a19ZmpqqvHQQw8ZTZs2tZUdPnzYMJvNxlNPPeXQ7m7ev7d7f6ys7ScjxxlWb775piHJWLZsmcMy67at6128eLFDnUKFCtn13Rn97AB5Bf0K/YrVv+lXfv31V0OS8eGHH9rK3nvvPUOS8eKLL9rKfvjhB0OS8fXXX9u9xpu/h2fNmmW4u7sbjz/+uEOfdKvb/Sa8Od5HH33UaNWqlcP78/jjjxuNGze2W5+1bc6dO9dW1qxZM6Nq1arGtWvXbGUWi8WoX7++ERISYivLTH+0fv1649q1a0aTJk0MPz8/48iRI3b109LSjJSUFLuyv//+2/D39zd69+5tK7t69aphNpuN559/3q5ujx49jEKFCjnEcScZ/Y1887HCL7/8Ynh5eRldunRx+H64WXrnBqwyuv/T2zeGYRiBgYFG69atbY+t32m7du2yq5fe57tDhw6Gm5ubcfToUVvZ6dOnDW9vb7u2kZF9e7P0jqesrJ+pc+fOpbs8o3r16mWULl3aofzW15jeft22bZshyfjss89sZf/2eMrqTq8dOQ/HABwDWN2Pc8AvvfSSQ3mbNm3svhOWL19uSDLGjx9vV69z586GyWRy6A8N43/t9Pjx4w7LsqKNSDIkGRs2bLCrV6lSJSMgIMBITU21iyE8PNwIDg52eD9u3h8ZPZbITB92a9s6e/as4e3tbTvmse63e/l83M7NfbHFYjHCw8ONggULGjt27LCrl9H9fK/Hj8nJyUaRIkWMvn372q0/Li7O8PHxsSu/tV86ePCgYTabbe/Tze0qM5+59PrXli1bGuXKlXMovxPrfnz66aeNtm3b2sr//PNPw2w2G08//bTDccPdzqs4G0OpI1dr3ry5fH19FRQUpG7dusnLy0tff/21SpUqJUlyd3e3XaFz48YNnT9/Xl5eXqpYsaLdlclLly5ViRIlNHDgQIdt3DoERWZ0795d3t7etsedO3dWyZIlbVeC7927V4cPH9Yzzzyj8+fPKyEhQQkJCbp8+bKaNWumn3/+WRaLxW6d165dk4eHxx23u2zZMlksFnXt2tW2zoSEBAUEBCgkJMRhaDPrkF7u7u63XefixYvl4+OjJ554wm6dtWrVkpeXl8M6r1+/blcvISHhrlc5nTp1SjNnztQbb7zhMKTa4sWLValSJYWGhtqt0zp00s3bHzNmjAzDyPBdaFeuXFFCQoLi4uK0dOlS7du3T82aNbMtX716tQICAuyutnN1ddWgQYN06dIlbdy40W59Fy9eVHx8vNatW6dvv/1WjRs3dtjm3dqGJNvVgtI/dx4kJCSofv36MgxDe/bskSSdO3dOP//8s3r37q3SpUvbbePftF0AuB/op9NHP52xftrPz0+S9Ndff92xnmTfZ/7999+6ePGiGjVqZNeOli9fLovFojfffNPhDsBb25H1/Tl//rzS0tLuuv27Wbp0qR5++OF0r7K/ddvJyckO++ZWGf3sAHkN/Ur66Fcy1q+sW7dOkuzuCLbebXvzXUhPPPGEvLy8bPVvdeXKFY0bN04DBgxw+A1mlZHfhFbLli3Trl27bEN838zPz++u/eCFCxf0008/qWvXrnZ9yPnz59WyZUsdPnxYp06dkpS5/shisah79+7avn27Vq9ebXcXpSQVKFBAbm5utroXLlxQWlqaateubfd5u3z5siwWi+2uzn8jI7+Rb3bs2DG1adNG1atX1+eff37bEQAyIyP7/9KlS0pISNCpU6c0Z84cxcXF2Z1jsLp48aJd+755yH3pn++xNWvWqEOHDipXrpytvGTJknrmmWe0efNmJSUlScrcvs2oCxcu2L6j7oWfn5/Onj1rN4x8em7er9evX9f58+dVvnx5FSlSxOG7O7PHU7dOk4fci2OA9HEMkLlzwBmxevVqFShQQIMGDbIrHzZsmAzD0HfffXdP673fbeSRRx7RY489Znvs6emp/v37Ky4uzuE3YWpq6h33eWaOJazu1oel56233pKPj4/De3svn4+MePnllxUVFaVFixY53HGe0f18r8ePP/74oxITE/X000/bvU8FChTQo48+mu7UM1YjR45UzZo11aVLl3SXZ/Qzd3P/at1fjz32mI4dO6aLFy/edvu307t3b33//feKi4uTJM2fP1/16tVThQoVMr0uZ2ModeRq77//vipUqCAXFxf5+/urYsWKdj90LBaLIiMjNWvWLB0/flw3btywLbv5R9nRo0dVsWJFubjc349ESEiI3WOTyaTy5cvb5oU4fPiwpH+GFbudixcvqmjRorbHCQkJDuu91eHDh2UYxm3r3TrcjfWHwp3m9zp8+LAuXrxoO0l9q7Nnz9o9XrNmzW2HHbud0aNHKzAwUM8//7zDfFCHDx/W77//ftt13rr9zHjnnXf0zjvv2B4/+eSTmjx5su3xn3/+qZCQEIcf0dbhx//880+78pYtW2rHjh22dX311VcO27xb25CkkydP6s0339TKlSsd5vCxdl7Hjh2TJD300EMZeq0AkJ3op9NHP50x5cqVU0BAgN599109/PDDtuEPb51XTpJWrVql8ePHa+/evXbLbz65dfToUZnNZlWuXPmu2775/SlQoICqVaum//73v/c83PrRo0fVqVOnDNXt3bv3Xetk9LMD5DX0K+mjX8mY2NhYubm53XW4ZZPJpMDAwHTn/ZSkqVOn6tq1a3rttdc0dOjQdOtk5Deh9E/y5rXXXlN4eHi6w1jXr19fX331laZPn65u3brJxcXF4bfhkSNHZBiG3njjDb3xxhvpbufs2bMqVapUpvqjUaNGafv27TKZTLedu3X+/PmaMmWKoqOj7eacDA4Otv1dvHhxhYSE6OOPP9Zjjz2m6tWry2w2p9uf301GfiNbXb58WS1btlR8fLyKFy9+3y4cz8j+HzhwoF3SrVevXhoyZIhDvZuHck/PuXPndOXKFVWsWNFhWaVKlWSxWBQbG6sqVapkat9m1M3b9fPzU9++fTV27FgVKFAgQ8+vX7++Jk+erNdff12DBg26bYLv6tWrmjRpkubOnatTp07Zze1683691+MpLy8vtWvXTtOmTXMY2hi5B8cA6eMY4P77888/FRgYaJfElm5/Hjij7ncbCQ0NdVhujfHEiRO25K30z36/0z7PzLGE1d36sFsdP35cH374oWbPnu3QH9zL5+NuPvzwQ23fvl2SHI4ZpIzv53s9frS+JusFHbcqXLhwuuWbN2/WN998o3Xr1unkyZPp1snoZ27Lli0aPXq0tm3b5nAsd/HiRfn4+Nx1HTerXr26HnroIX322Wd6+eWXNW/ePL322mu3PWbOyUiMI1erU6eOateufdvlEydO1BtvvKHevXvrrbfeUrFixWQ2mzV48OB7usrofrPG8M4779jNv3Wzmzut1NRUnTlzRk888cRd12symfTdd9+l+4Pl1o7QepVPQEDAHdfp5+enqKiodJff+mX86KOPavz48XZl7733nlasWJHu83///XfNmzdPCxYsSHeeGovFoqpVq2rq1KnpPj8oKOi2sd/Nc889p+7du8tisejYsWN666231LZtW61du/aefjzPnDlTCQkJOnTokCZNmqQXXnhBCxYsyNQ6bty4oSeeeEIXLlzQiBEjFBoaqkKFCunUqVPq2bNnjmi/AHA39NO3Xy/99N25ubnpo48+0jPPPKOHH37YblmZMmVsf2/atElhYWFq3LixZs2apZIlS8rV1VVz587VwoULM71dyf79OX36tCZPnqynnnpKv/322z2tLzPefPNN23x/Vu3atbN7nNM/O0BWoV+5/XrpV+4us/M0Xr161aEsISFB77zzjkaOHKlixYrd9rkZ/U34ySef6MSJE/rhhx/SXU+/fv30ww8/aMiQIekmVqX/tavhw4erZcuW6da5l/kcd+zYoXnz5um9995Tv379tHfvXru7zRYsWKCePXuqQ4cOevnll+Xn56cCBQpo0qRJtrl/rb766iuFh4c7xFeoUKEMx5PZ38gJCQkqVKiQvvnmG3Xo0EGTJk3S6NGjM/0+3LrOjOz/l19+WS1atNCNGzf022+/ady4cTIMQ3PnzrWrZ030WSUlJd335Pa/sXTpUhUuXFhXrlzR119/rQkTJtjmOs+IsLAw9e7d2+FmhFsNHDhQc+fO1eDBg1WvXj35+PjIZDKpW7du9/zdbT2eun79unbv3q1x48YpMTHRbpQ+5C4cA9x+vRwD5A2ZaSM33wmcEXFxcXa/oW+37cwcS2S2Dxs1apRCQkLUo0cPbdq0Kd3tZ/TzkRHbt2/XhAkTtGvXLg0ZMkRPPvnkXZPb6bnX40fra/r888/T/bzd7uKcESNGqGXLlmratKnmzZuXbp2MfOaOHj2qZs2aKTQ0VFOnTlVQUJDc3Ny0evVqTZs27Z6/F3v37q1Zs2apTp06iouLU9euXTVlypR7WpczkRhHnrZkyRI9/vjj+uSTT+zKExMT7b4IH3zwQe3YsUPXr19Pt0O+V9Yrg6wMw9CRI0dsV4JbhyIrXLhwhq6y2rdvn65fv37HA0Hreg3DUHBwcIaGsjh06JBMJlO6VyHfvM61a9eqQYMGGep8S5Qo4fCali9fftv6I0eOVPXq1fV///d/t92+dYjz+z1EeLly5exi9fHx0TPPPKPt27erXr16KlOmjPbv3y+LxWJ3NWp0dLQkORxYPPLII5KkVq1ayc/PT927d9eoUaNsV5xJd28bBw4cUExMjObPn6/u3bvb6v34448OsUvSwYMH7/n1A4Cz0E/TT99N27ZtderUKe3fv9/2A/Odd97RH3/8YauzdOlSeXh46IcffrA7YX/ryecHH3xQFotFhw4duu2Pbatb35/y5curQYMG+vnnn287bOqdPPjggxnuq6tWreqwb249yZXRzw6Q39Cv0K/cScmSJZWamqrz58/fcXQNwzB05swZ1a9f32HZ+PHj5e3trYiIiDtuKyO/Ca9cuaKxY8eqf//+tz1Z7eHhoW+//VYxMTGKjY2VYRiKj4/Xs88+a6tj/U3o6up613aVmf5o7Nix6tGjh6pXr67atWtr/Pjxeuutt2zLlyxZonLlymnZsmV2+yi95HONGjX00UcfqVGjRho3bpzq1q2rd955R1u2bMlQLFLGfyNbFSxYUN9//71CQ0M1ZMgQTZw4UV27drXbB5mV0f1fuXJl275o2bKlUlJS9Nprr2nChAm2EXAkx0TfrdOn+Pr6qmDBgnbHPVbR0dEym822BFFm9m1GNW7c2PbdGRYWpi1btuj777/PcGJc+ufijzfffFNHjx61nYS/NdG3ZMkS9ejRw+7E+rVr1xyGQb/X46lWrVrp5MmTmj9//n2ZIgc5E8cAHAPcL2XKlNHatWuVnJxsdzfx7c4DZ9T9bCPBwcG37RskqWzZsray69ev68iRI3ryySdvu77MHEtY3a0Pu9mePXv05Zdfavny5elewJHZz0dG9O7dW6+99ppOnz6typUra8iQIfr8889tyzO6n+/1+NH6mvz8/DL8mpYvX65t27bddXq0jHzmvvnmG6WkpGjlypV25zDuNIR7RoSHh+vll19WRESEOnfu7HDHfW7BHOPI0woUKGA3BJP0zzwlt86J0alTJyUkJOi9995zWMetz8+Mzz77TMnJybbHS5Ys0ZkzZ9SqVStJUq1atfTggw/q3Xff1aVLlxyef+7cOYfYCxQooLZt295xux07dlSBAgU0duxYh/gNw9D58+dtj9PS0rR06VLVqVPnjldede3aVTdu3LD7IXzzOv7NvE3btm3TihUr9N///ve2Bzxdu3bVqVOn9NFHHzksu3r1qt2cVwkJCYqOjr7tcG93Yz3xbh3arXXr1oqLi7Mb/i4tLU0zZ86Ul5eX3Xwut7IeFNw6TNzd2ob1IOHm/WcYhiIjI+3W4+vrq8aNG+vTTz91GF7l37RdAMgO9NP00xnh7e2tBg0aqHnz5mrevLlKlixpt7xAgQIymUx2wyWeOHHC4Ydhhw4dZDabNW7cOIero+/Wjqz1Mzp06K06deqkffv26euvv3ZYdi9tOKOfHSC/oV+hX7kT6zzfN38XW4c737lzp61s3bp1Sk5OdpgX/MSJE5o9e7bGjBmTqTu1bvebMDIyUpcvX9aoUaPuuo4KFSqoWbNmat68uRo0aGC3zM/PT02aNNGHH36oM2fOODz35naVmf7IOnrJww8/rOHDh2vy5Ml2Scn0frPu2LFD27Ztc1h3UlKSnnvuOYWFhen1119Ptz+/m4z+Rrby9fW1DTM7btw4PfDAA+rbt+89f8bvdf9L/zvHcLe5tm9VoEABtWjRQitWrLCbdi0+Pl4LFy5Uw4YNbUOx3u9jjfTWYRjGPR0LlSlTRk2bNrUdy90qve/umTNn2h3bSf/uNVpvdHBGkg3Zg2MAjgHul9atW+vGjRsObWTatGkymUy2fZpZ97ONtG7dWjt37tTWrVttZdeuXdPs2bMVEBCgWrVq2cpXrFihq1ev3nZIbylzxxL34tVXX1WDBg0UFhaW7vLMfj4ywnocExgYqMmTJ2vBggVas2aNbXlG9/O9Hj+2bNlShQsX1sSJE+2mm7nda7JOr/PMM8/c9UL+jEjvuOnixYsONxBkVrFixdS+fXvt378/Q9PA5VTcMY48rW3btho3bpx69eql+vXr68CBA4qKirJdBWXVvXt3ffbZZxo6dKh27typRo0a6fLly1q7dq369++v9u3b39P2ixUrpoYNG6pXr16Kj4/X9OnTVb58efXt21eSZDab9fHHH6tVq1aqUqWKevXqpVKlSunUqVNav369ChcurG+++UaXL1/W+++/rxkzZqhChQrasGGDbRvWzmL//v3atm2b6tWrpwcffFDjx4/XyJEjdeLECXXo0EHe3t46fvy4vv76a/Xr10/Dhw/X2rVr9cYbb2j//v365ptv7vhaHnvsMT3//POaNGmS9u7dqxYtWsjV1VWHDx/W4sWLFRkZqc6dO9/T+7RmzRo98cQTd7x66rnnntOiRYv0wgsvaP369WrQoIFu3Lih6OhoLVq0SD/88IPtKrX33ntPY8eO1fr169WkSZO7bn///v1asGCBDMPQ0aNHNWPGDD3wwAO29fXr108ffvihevbsqd27d6ts2bJasmSJtmzZounTp9uujBo3bpxOnTqlhx56SO7u7vr11181d+5cVatWzWG+uLu1jdDQUD344IMaPny4Tp06pcKFC2vp0qXpzokyY8YMNWzYUDVr1lS/fv0UHBysEydO6Ntvv9XevXszsgsAwCnop+mnM9JP302bNm00depUPfnkk3rmmWd09uxZvf/++ypfvrz2799vq1e+fHmNGjVKb731lho1aqSOHTvK3d1du3btUmBgoCZNmmSre+7cOX3//feSpDNnzmjy5Mny8fHR448/rpiYmEzH+PLLL2vJkiXq0qWLevfurVq1aunChQtauXKlPvjgA4eh4u8mo58dIL+hX6FfuVO/8vjjj6tevXoaOHCg/vzzTxUoUEAff/yxpH9GH7Heffv2228rODhY3bp1s3v+xo0bValSJfXq1eu228jMb8I1a9ZowoQJd7z7KKPef/99NWzYUFWrVlXfvn1Vrlw5xcfHa9u2bfrrr7+0b98+SffeH40ePVpLly5V3759tWXLFpnNZrVt21bLli3TU089pTZt2uj48eP64IMPVLlyZYeT2i+99JKuXr1qe7/vRWZ+I9/K09NTc+bMUfPmzTV79mz1798/09vPyP632rZtm1xcXGxDqc+cOVM1atSwu4Mvo8aPH68ff/xRDRs2VP/+/eXi4qIPP/xQKSkpevvtt2317vexhiT99NNPdkOpHzlyRIMHD870eu6mbdu2+vzzz+Xj46PKlStr27ZtWrt2rcNnIzOvce/evfLy8lJaWpp2796tzz77TO3bt7/nixyR83EMwDHA/fhtKf0zjdXjjz+uUaNG6cSJE3r44Ye1Zs0arVixQoMHD7bdCZxZ96uNSNIrr7yiqKgotWrVSoMGDVKJEiW0YMECHTp0SFFRUXJxcdGVK1c0evRozZo1S/Xr11eLFi3uGF9GjyXuxZo1a+44SkxmXvu96NevnxYuXKgXXnhBBw8eVMGCBTO8n+/1+LFw4cKaPXu2nnvuOdWsWVPdunWTr6+vTp48qW+//VYNGjSwS8r/9ddftqHO74cWLVrIzc1N7dq10/PPP69Lly7po48+kp+fX7oXP2TGvHnz9P777+fu0eoMIBeaO3euIcnYtWvXHetdu3bNGDZsmFGyZEnD09PTaNCggbFt2zbjscceMx577DG7uleuXDFGjRplBAcHG66urkZAQIDRuXNn4+jRo4ZhGMbx48cNScY777zjsJ0qVarYrW/9+vWGJOOLL74wRo4cafj5+Rmenp5GmzZtjD///NPh+Xv27DE6duxoFC9e3HB3dzfKlCljdO3a1Vi3bp3dtu/2r0ePHnbrXbp0qdGwYUOjUKFCRqFChYzQ0FDjpZdeMv744w/DMAxj4MCBRuPGjY3vv//eIabRo0cb6X1FzJkzx6hVq5bh6elpeHt7G1WrVjVeeeUV4/Tp07Y6ZcqUMdq0aePw3JdeeslhnZIMk8lk7N692648vX2UmppqTJ482ahSpYrh7u5uFC1a1KhVq5YxduxY4+LFiw6xr1+/3iGGW938/plMJiMgIMDo2LGj8fvvv9vVi4+PN3r16mWUKFHCcHNzM6pWrWrMnTvXrs6SJUuMRx55xChcuLDh6elplC9f3hg2bJhx7tw5W53MtI1Dhw4ZzZs3N7y8vIwSJUoYffv2Nfbt22dIctj2wYMHjaeeesooUqSI4eHhYVSsWNF444030n3NZcqUcWgrAHA/0U/TT9+vfjo9PXr0MMqUKWNX9sknnxghISGGu7u7ERoaasydO/e279Gnn35q1KhRwxbjY489Zvz444+25WXKlLHbbyVKlDBatGhhbN++3TCM/7WfzMZ//vx5Y8CAAUapUqUMNzc344EHHjB69OhhJCQk2K138eLFDs8tVKiQXfvJzGcHyAvoV+hX7le/EhcXZ7Rp08bw8PAwHnnkEWPx4sWGJCMyMtJo27at4eHhYdStW9eIjo62e561b/j666/tym/tkzLzm7BkyZLG5cuXHd6f0aNH3/E1WNvHrb8Jjx49anTv3t0ICAgwXF1djVKlShlt27Y1lixZYlcvo/3Rre/nhg0bDJPJZERGRhqGYRgWi8WYOHGiUaZMGcPd3d2oUaOGsWrVKof35IsvvjBMJpNDu+vRo4dRqFChO77WW2X0N3J6xwqGYRi9evUyChcubPz1118Oy+703md0/9/62TWbzbb39+Zt3u477dy5c+nG8euvvxotW7Y0vLy8jIIFCxqPP/64sXXrVoc477Zv7xT7zayfKes/T09Po3Llysa0adPSrZ9Zt77Gv//+23a+xcvLy2jZsqURHR2d7rmLjLZf6z8XFxejTJkyxqBBg4y///77rq8dOQ/HABwD3M9zwC+99JJDeZs2bRy+E5KTk40hQ4YYgYGBhqurqxESEmK88847hsViSXfd1nZ6/Phxh2X3u41YHT161OjcubPh4+NjO65Zvny5bflff/1lBAUFGYMHD7Z7z25+P27tbzJyLJGZPsy6f9q3b5/ue3Lrfsvoa7+T2x0n/fHHH4aHh4cxZMgQW1lG9/O9Hj9aX2vLli1t++nBBx80evbsafzyyy+2Oj169DAkGREREXbPTa9dZeYzt3LlSqNatWqGh4eHUbZsWWPy5MnGp59+etu2ejvW/Xjz8ezdlt8uzpzCZBiMtQvcbxs2bNDjjz+uxYsX3/MVdDc7ceKEgoODdfz48dteYTxmzBidOHFC8+bN+9fbQ9a5320DAJB59NMAgPuJfiX3+uWXX/TII49o7ty56tmzp7PDAQDkMhwD4G44F5z3cPyY+zHHOAAAAAAAAAAAAAAgT2OOcSAX8PLyUnh4uLy8vG5bp1q1agoMDMzGqAAAgEQ/nZ9dvXpVFy9evGOdYsWKyc3NLZsiApAX0K8gv7lw4YJSU1Nvu7xAgQLy9fXNxohwJxz/AFmHYwAgfTdu3NC5c+fuWMfLy+uOnx3Yu3Tpki5dunTHOr6+vipQoEA2RZR9SIwDuUCJEiW0YMGCO9bp2LFjNkUDAABuRj+df3311Vfq1avXHeusX79eTZo0yZ6AAOQJ9CvIbzp27KiNGzfednmZMmV04sSJ7AsId8TxD5B1OAYA0hcbG6vg4OA71hk9erTGjBmTPQHlAe+++67Gjh17xzp3mtYhN2OOcQAAAAC4B2fOnNFvv/12xzq1atVS0aJFsykiAAByn927d+vvv/++7XJPT081aNAgGyPCnXD8AwDIbteuXdPmzZvvWKdcuXIqV65cNkWU+x07dkzHjh27Y52GDRvKw8MjmyLKPiTGAQAAAAAAAAAAAAB5mtnZAQAAAAAAAAAAAAAAkJWYYzwdFotFp0+flre3t0wmk7PDAQDkY4ZhKDk5WYGBgTKbuZ7tTui/AQA5CX14xtGHAwByCvrvjKP/BgDkFJnpv0mMp+P06dMKCgpydhgAANjExsbqgQcecHYYORr9NwAgJ6IPvzv6cABATkP/fXf03wCAnCYj/TeJ8XR4e3tL+ucNLFy4sJOjAQDkZ0lJSQoKCrL1Tbg9+m8AQE5CH55x9OEAgJyC/jvj6L8BADlFZvpvEuPpsA79UrhwYTp1AECOwLBkd0f/DQDIiejD744+HACQ09B/3x39NwAgp8lI/81EKQAAAAAAAAAAAACAPI3EOAAAAAAAAAAAAAAgTyMxDgAAAAAAAAAAAADI00iMAwAAAAAAAAAAAADyNBLjAAAAAAAAAAAAAIA8jcQ4AAAAAAAAAAAAACBPIzEOAAAAAAAAAAAAAMjTSIwDAAAAAAAAAAAAAPI0EuMAAAAAAAAAAAAAgDyNxDgAAAAAAAAAAAAAIE9zcXYAAAAAAHIGi8Wi6OhoJSYmqkiRIgoNDZXZzLW0AAAAeQnHfAAAIL8iMQ4AAABAO3fuVFRUlM6dO2cr8/X1VXh4uOrUqePEyAAAAHC/cMyXN5w6dUojRozQd999pytXrqh8+fKaO3euateuLUkyDEOjR4/WRx99pMTERDVo0ECzZ89WSEiIbR0XLlzQwIED9c0338hsNqtTp06KjIyUl5eXs14WAABZjksBAQAAgHxu586dioyMVFBQkMaOHatPP/1UY8eOVVBQkCIjI7Vz505nhwgAAIB/iWO+vOHvv/9WgwYN5Orqqu+++06HDh3SlClTVLRoUVudt99+WzNmzNAHH3ygHTt2qFChQmrZsqWuXbtmqxMeHq7ffvtNP/74o1atWqWff/5Z/fr1c8ZLAgAg25gMwzCcHUROk5SUJB8fH128eFGFCxd2djgAgHyMPinjeK+Ae2OxWDRkyBAFBQVp6NChdsNoWiwWTZ06VbGxsZo2bRpDbAKZQL+UcbxXAJD1OObLmNzQJ7366qvasmWLNm3alO5ywzAUGBioYcOGafjw4ZKkixcvyt/fX/PmzVO3bt30+++/q3Llytq1a5ftLvPvv/9erVu31l9//aXAwMC7xpEb3isAQP6QmT6JodRzsZSUFJ0+fdrZYWSLwMBAubu7OzuMXC+/tBnay/1BewGA/CE6Olrnzp3TgAEDHE6Cms1mhYWFacyYMYqOjlblypWdFCUAALidtLQ0rVmzRmfPnpWfn59atGghFxdO+cEex3x5x8qVK9WyZUt16dJFGzduVKlSpdS/f3/17dtXknT8+HHFxcWpefPmtuf4+Pjo0Ucf1bZt29StWzdt27ZNRYoUsSXFJal58+Yym83asWOHnnrqKYftpqSkKCUlxfY4KSkpC1/l/cP5LWQG7QWZRZvJfThKzsVOnz6tUaNGOTuMbDFhwgQFBwc7O4xcL7+0GdrL/UF7AYD8ITExUZIUFBSU7nJrubUeAADIORYuXKjVq1fLYrHYlbVu3VrPPPOMEyNDTsMxX95x7NgxzZ49W0OHDtVrr72mXbt2adCgQXJzc1OPHj0UFxcnSfL397d7nr+/v21ZXFyc/Pz87Ja7uLioWLFitjq3mjRpksaOHZsFryhrcX4LmUF7QWbRZnIfEuO5WGBgoCZMmJBt2zt16pRmzZql/v37q1SpUtm2XUkZGr4Hd5df2gzt5f6gvQBA/lCkSBFJUmxsrEJCQhyWx8bG2tUDkL/8/PPPeuedd7R7926dOXNGX3/9tTp06GBbbhiGRo8erY8++kiJiYlq0KCBZs+ene73CYD7a+HChVq1apV8fHzUpUsX1axZU7/++qsWL16sVatWSRLJcdhwzJd3WCwW1a5dWxMnTpQk1ahRQwcPHtQHH3ygHj16ZNl2R44cqaFDh9oeJyUl3fZCi5yE81vIDNoLMos2k/uQGM/F3N3dnXKFRqlSpfLMlSH5DW0GmUF7AYD8ITQ0VL6+vlqxYkW6802uXLlSvr6+Cg0NdWKUAJzl8uXLevjhh9W7d2917NjRYfnbb7+tGTNmaP78+QoODtYbb7yhli1b6tChQ/Lw8HBCxED+kJaWptWrV8vHx0czZ860DZ3etGlTNW7cWAMHDtTq1avVtWtXhlWHJI758pKSJUs6DHdfqVIlLV26VJIUEBAgSYqPj1fJkiVtdeLj41W9enVbnbNnz9qtIy0tTRcuXLA9/1bu7u65chhdzm8hM2gvyCzaTO5jvnsVAAAAAHmV2WxWeHi49uzZo6lTpyomJkZXr15VTEyMpk6dqj179ig8PNxhLkoA+UOrVq00fvz4dOcaNQxD06dP1+uvv6727durWrVq+uyzz3T69GktX778tutMSUlRUlKS3T8AmbNmzRpZLBZ16dJFZrNZhw4d0tatW3Xo0CGZzWZ17txZFotFa9ascXaoyCE45ss7GjRooD/++MOuLCYmRmXKlJEkBQcHKyAgQOvWrbMtT0pK0o4dO1SvXj1JUr169ZSYmKjdu3fb6vz000+yWCx69NFHs+FVAADgHFwyCgAAAORzderUUUREhKKiojRmzBhbua+vryIiIlSnTh3nBQcgxzp+/Lji4uLUvHlzW5mPj48effRRbdu2Td26dUv3ebl1jlIgJ7He6WkymTRkyBCdO3fOtszX11ft27e3qwdIHPPlFUOGDFH9+vU1ceJEde3aVTt37tScOXM0Z84cSf98LwwePFjjx49XSEiIbUSXwMBA23QolSpV0pNPPqm+ffvqgw8+0PXr1zVgwAB169YtTw2XCwDArUiMAwAAAFCdOnVUu3ZtRUdHKzExUUWKFFFoaCh3DQG4rbi4OEmSv7+/Xbm/v79tWXpy6xylQE7i5+cnSfroo49Us2ZNDRgwQEFBQYqNjdWKFSv08ccf29UDrDjmy/0eeeQRff311xo5cqTGjRun4OBgTZ8+XeHh4bY6r7zyii5fvqx+/fopMTFRDRs21Pfff283zUlUVJQGDBigZs2ayWw2q1OnTpoxY4YzXhIAANmGxDgAAAAASf8MsXnrfIUAcL/l1jlKgZykefPmWrBggVxcXDRo0CC5ublJkkJCQjRo0CD16dNHaWlpdiM6AFYc8+V+bdu2Vdu2bW+73GQyady4cRo3btxt6xQrVkwLFy7MivAAAMixSIwDAAAAAIBMCwgIkCTFx8erZMmStvL4+HhVr17dSVEB+cORI0ckSWlpaRo0aJAaNmwoPz8/nT17Vps3b1ZaWpqtHglQAAAA4B8kxgEAAPIwi8XCMIkAgCwRHBysgIAArVu3zpYIT0pK0o4dO/Tiiy86Nzggj0tMTJQkVa9eXXv37tXq1avtllvLrfUAAAAAkBgHAADIs3bu3KmoqCidO3fOVubr66vw8HDVqVPHiZEBAHKLS5cu2e5MlaTjx49r7969KlasmEqXLq3Bgwdr/PjxCgkJUXBwsN544w0FBgaqQ4cOzgsayAeKFCkiSdq3b5+qV68uf39/Xb9+Xa6uroqPj9fevXvt6gEAAAAgMQ4AAJAn7dy5U5GRkapRo4YGDBigoKAgxcbGasWKFYqMjFRERATJcQDAXf3yyy96/PHHbY+HDh0qSerRo4fmzZunV155RZcvX1a/fv2UmJiohg0b6vvvv5eHh4ezQgbyhQoVKshsNsvb21uDBw/WkSNHbCMElS9fXhEREUpOTlaFChWcHSoAAACQY5AYBwAAyGMsFouioqJUo0YNDR061DZ0ekhIiIYOHaqpU6cqKipKtWvXZlh1AMAdNWnSRIZh3Ha5yWTSuHHjNG7cuGyMCkBMTIwsFosuXryofv36KTU11bbMzc3N9jgmJoY5xgEAAID/jzOhAAAAeUx0dLTOnTun9u3bOyS+zWazwsLCdO7cOUVHRzspQgAAAPwbGZ07nDnGAQAAgP/hjnEAAIA8xnoCNCgoKN3l1nJOlAIAAOROhQsXliRVrFhRo0aNUkxMjG0o9QoVKmj8+PGKiYmx1QMAAADAHeMAAAB5TpEiRSRJsbGx6S63llvrAQCAnMVisejQoUPaunWrDh06JIvF4uyQAAAAACDX445xAACAPCY0NFS+vr5asWKF3Rzj0j8n2leuXClfX1+FhoY6MUoAAJCenTt3KioqSufOnbOV+fr6Kjw8XHXq1HFiZMhJkpKSJEl//PGH+vTpc9s5xq31AAAAAHDHOAAAQJ5jNpsVHh6uPXv2aOrUqYqJidHVq1cVExOjqVOnas+ePQoPD3eYfxwAADjXzp07FRkZqaCgII0dO1affvqpxo4dq6CgIEVGRmrnzp3ODhE5REZH/mGEIAAAAOB/uGMcAAAgD6pTp44iIiIUFRWlMWPG2Mp9fX0VERHBHWcAAOQwFotFUVFRqlGjht2ILyEhIRo6dKimTp2qqKgo1a5dm4vboAoVKshsNsvb21uRkZE6cuSIbY7x8uXLKyIiQsnJyapQoYKzQwUAAAByDBLjAAAAeVSdOnVUu3ZtRUdH206UhoaGcjIdAIAcKDo6WufOndOAAQMc+mqz2aywsDCNGTNG0dHRqly5spOiRE4RExMji8WipKQkzZgxQ2FhYapRo4ZiY2M1Y8YMXbx40VaP9gIAAAD8g8Q4AABAHmY2mzkZCgBALpCYmChJCgoKSne5tdxaD/mbtR30799fixYtchghqH///po1axbtBQAAALgJiXEAAAAAAAAns84FHRsbq5CQEIflsbGxdvWQv1nbgZ+fn6ZNm+YwQtCRI0fs6gEAAACQGEcTAAAAAADAyUJDQ+Xr66sVK1YoLS1Nhw4d0tatW3Xo0CGlpaVp5cqV8vX1VWhoqLNDRQ5wc3uRpMqVK6t+/fq2kYJoLwAAAIAj7hgHAAAAAABwMrPZrPDwcE2fPl19+vRRamqqbZmbm5tSU1M1ePBgh/nHkT9Z20tkZKSmTp2qsLAwBQUFKTY2VitXrtSePXsUERFBewEAAABuQmIcAAAAAAAAyGXq1KmjiIgIRUVFOcwxHhERoTp16jgvOAAAACAHIjEOAAAAAADgZBaLRVFRUapZs6YGDx6smJgY25zRFSpU0PTp0xUVFaXatWtzFzBs6tSpo9q1azvMMU4bAQAAABxxlAwAAAAAAOBk0dHROnfunNq3by8XFxe7OaNdXFwUFhamc+fOKTo62tmhAgAAAECuxB3jAAAAAAAATpaYmChJCgoKSne5tdxaD5CknTt3KioqSufOnbOV+fr6Kjw8nKHUAQAAgFtwxzgAAAAAAICTFSlSRJIUGxub7nJrubUesHPnTkVGRiooKEhjx47Vp59+qrFjxyooKEiRkZHauXOns0MEAAAAchQS4wAAAAAAAE4WGhoqX19frVixQhaLxW6ZxWLRypUr5evrq9DQUCdFiJzEOid9jRo1NHToUIWEhMjDw0MhISEaOnSoatSooaioKIe2BAAAAORnDKUOAAAAAADgZGazWeHh4YqMjNSUKVNUrVo1ubu7KyUlRfv379fevXsVEREhs5l7HPC/OekHDBggSTp06JASExNVpEgRhYaGKiwsTGPGjFF0dLQqV67s5GiR01gsFkVHR9u1Gb5bAABAfpArE+OnTp3SiBEj9N133+nKlSsqX7685s6dq9q1a0uSDMPQ6NGj9dFHHykxMVENGjTQ7NmzFRIS4uTIAQAAAAAA0lenTh21adNGq1ev1p49e2zlZrNZbdq0Yc5o2Fjnmj979qzee+89hznGu3TpYlcPsGJeegAAkJ/lusT433//rQYNGujxxx/Xd999J19fXx0+fFhFixa11Xn77bc1Y8YMzZ8/X8HBwXrjjTfUsmVLHTp0SB4eHk6MHgAAAAAAIH07d+7Ut99+q+rVq+vhhx+Wm5ubUlNTtW/fPn377bcqX748iStI+t9c87NmzVKNGjU0YMAABQUFKTY2VitWrNCsWbPs6gHS/+alT6/NREZGKiIigu8YAACQp+W6xPjkyZMVFBSkuXPn2sqCg4NtfxuGoenTp+v1119X+/btJUmfffaZ/P39tXz5cnXr1s1hnSkpKUpJSbE9TkpKysJXAAAAAAAAYO/WOaNvHta4efPmmjp1qqKiolS7dm2GPIYqVKggs9ksb29vDR48WC4u/5ziCwkJ0eDBgzVw4EAlJyerQoUKTo4UOcXtvmOs89LzHQMAAPKDXHeUs3LlStWuXVtdunSRn5+fatSooY8++si2/Pjx44qLi1Pz5s1tZT4+Pnr00Ue1bdu2dNc5adIk+fj42P4FBQVl+esAAAAAcpq0tDStXr1a8+bN0+rVq5WWlubskAAg37DOGd2+fXuHpJTZbFZYWJjOnTun6OhoJ0WInCQmJkYWi0UXL17U9OnTFRMTo6tXryomJkbTp0/XxYsXZbFYFBMT4+xQkUPwHQMAAJAL7xg/duyYZs+eraFDh+q1117Trl27NGjQILm5ualHjx6Ki4uTJPn7+9s9z9/f37bsViNHjtTQoUNtj5OSkkiOAwAAIF9ZuHChVq9eLYvFYlfWunVrPfPMM06MDADyB+tc0Lc7H2EtZ85oSP9rB/3799fixYs1ZswY2zJfX1/1799fs2bNor3Ahu8YAACAXJgYt1gsql27tiZOnChJqlGjhg4ePKgPPvhAPXr0uKd1uru7y93d/X6GCQAAAOQaCxcu1KpVq+Tj46MuXbqoZs2a+vXXX7V48WKtWrVKkkiOA0AWs84FHRsbq5CQEIflsbGxdvWQv1nbgb+/v6ZNm6bo6GglJiaqSJEiCg0N1ZEjR+zqAXzHAAAA5MKh1EuWLKnKlSvblVWqVEknT56UJAUEBEiS4uPj7erEx8fblgEAAAD4h3X4dB8fH82cOVNNmzZVkSJF1LRpU82cOVM+Pj4Mqw4A2SA0NFS+vr5asWKF3egd0j83CaxcuVK+vr4KDQ11UoTISW5uL6mpqdq+fbs2btyo7du3KzU1lfYCBze3mbS0NB06dEhbt27VoUOHlJaWRpsBAAD5Qq67Y7xBgwb6448/7MpiYmJUpkwZSVJwcLACAgK0bt06Va9eXdI/Q6Pv2LFDL774YnaHCwAA4FRpaWlas2aNzp49Kz8/P7Vo0UIuLrnuEBBZaM2aNbJYLOrSpYtD23BxcVHnzp31ySefaM2aNWrdurWTokRGpaSk6PTp084OI1sEBgYy8hfyFLPZrPDwcEVGRmrq1KkKCwtTUFCQYmNjtXLlSu3Zs0cREREOcwMjf7K2l+nTp6t379628gMHDmjt2rWSpMGDB9NeYHNzm+nTp49SU1Nty9zc3JSamkqbAQAAeV6uOys6ZMgQ1a9fXxMnTlTXrl21c+dOzZkzR3PmzJEkmUwmDR48WOPHj1dISIiCg4P1xhtvKDAwUB06dHBu8AAAANmIOaOREWfPnpUk1axZM93lNWrUsKuHnO306dMaNWqUs8PIFhMmTFBwcLCzwwDuqzp16igiIkJRUVEOc0ZHRESoTp06zgsOOc6mTZvuupw2AwAAAPxPrkuMP/LII/r66681cuRIjRs3TsHBwZo+fbrCw8NtdV555RVdvnxZ/fr1U2Jioho2bKjvv/9eHh4eTowcAAAg+zBnNDLKz89PkvTrr7+qadOmDsv37NljVw85W2BgoCZMmJBt2zt16pRmzZql/v37q1SpUtm2Xemf1wrkRXXq1FHt2rUd5ozmLk7cLDU1Vbt375aLi4vmzJmjY8eO2dpLuXLl1K9fP+3evVupqalyc3NzdrjIASwWi6KiolSzZk0NHjxYMTExtjZToUIFTZ8+XVFRUapduzbfNwAAIM/KdYlxSWrbtq3atm172+Umk0njxo3TuHHjsjEqAACAnOHWOaOtw2M3bdpUjRs31sCBA7V69Wp17dqVYdWhFi1aaOHChVq8eLEaN25s1ybS0tK0ZMkSmc1mtWjRwolRIqPc3d2dchd1qVKluHsbuI/MZrMqV67s7DCQgy1YsECS1Lp1a7m4uOjEiRO2qXMqVKigJ598UqtWrdKCBQvshlpH/hUdHa1z585pwIABcnFxcfiOCQsL05gxYxQdHc33DwAAyLM4EwoAAJDH3DxntNls1qFDh+zuOGPOaNzMxcVFrVu31qpVqzRw4EB17txZNWrU0J49e7RkyRJdvHhRbdu25SIKAABykPj4eElScnKyevbs6TB1TqNGjezqAYmJiZKkoKCgdJdby631AAAA8iLObgEAAOQx1rmgTSaThgwZonPnztmW+fr6qn379nb1AOuw+qtXr9Ynn3xiKzebzWrbti3D7gMAkMP4+/vrwIEDWr9+fbpT52zcuNFWD5CkIkWKSJJiY2MVEhLisDw2NtauHgAAQF5EYhwAACCPsc4F/dFHH6lmzZoaMGCAgoKCFBsbqxUrVujjjz+2qwdI/yTHu3btqjVr1tiGYm3RogV3igMAkAN169ZNa9eulSRNmTJFBQsWlPTP1Dl169ZVnz59bPUASQoNDZWvr69WrFihoUOH2s0jbrFYtHLlSvn6+io0NNSJUQIAAGQtznIBAADkMc2bN9eCBQvk4uKiQYMGyc3NTZIUEhKiQYMGqU+fPkpLS1Pz5s2dHClyGuuw6gAA57JYLIqOjrabCuXmJBawYcMG298vvPCCateurQcffFBHjx7VL7/8YlePvh3SPyMBhYeHKzIyUlOnTlVYWJjt4tmVK1dqz549ioiI4LsGAADkaSTGAQAA8pgjR45IktLS0hQREeEwZ3RaWpqtXuXKlZ0ZKgAAuMXOnTsVFRXlMBVKeHi46tSp48TIkJNYp8QpXbq0Tp48qe3bt2v79u225dZyps7BzerUqaOIiAhFRUVpzJgxtnJfX19FRETwHQMAAPI8EuMAAAB5TGJioiSpZcuW+vHHHx3mjG7ZsqV++OEHWz3AijsUAcC5du7cqcjISNWoUcNhKpTIyEgSV7CxTolz8uRJPfzww3Jzc9Ply5dVqFAhpaamat++fXb1AKs6deqodu3aHPMBAIB8icQ4AABAHlOkSBFJUv369RUeHu4wZ/SxY8f0ww8/2OoBEncoAoCzWSwWRUVFqUaNGnbz/4aEhGjo0KGaOnWqoqKiVLt2bRJYsJs6Z8iQIbapcyQpNTWVqXNwR2azmZGjAABAvkRiHAAAII8JDQ2Vr6+vVqxYoaFDh9rNK2mxWLRy5Ur5+voqNDTUiVEiJ+EORQBwvujoaJ07d04DBgzQtWvXNHnyZJ0/f17FixfXiBEjFBYWpjFjxig6OpqEFuymzhk0aJAaNGggf39/xcfHa8uWLUydgztilCAAAJBfkRgHAADIY8xms8LDwxUZGampU6cqLCzMluhcuXKl9uzZo4iICE5+QRJ3KAJATmGd4uS9996zG73jwoUL6tOnj3x9fe3qIX+ztoPq1atr7969+u677+yWW8tpL7gVowQBAID8jMQ4AABAHlSnTh1FRERo/vz5GjNmjK28WLFi3P0LOzffoWixWPT999/bDb3PHYoAkD2sU5xYk1XVqlVTx44dtWzZMu3fv99WzlQokP7XDvbu3avq1avL399f169fl6urq+Lj47V37167eoDEKEEAAADc8gEAALLFzz//rHbt2ikwMFAmk0nLly+3W24Yht58802VLFlSnp6eat68uQ4fPuycYPOIL774Qn///bdd2YULF/TFF184KSLkRNY7ybZu3aqePXtqwYIFWrNmjRYsWKCePXtq27ZtdvUAAFmjdOnStr8/+OADhYWFKSEhQWFhYfrggw/SrYf8q0KFCjKbzfLx8dHgwYP1yCOPqHLlynrkkUc0ePBg+fj4yGw2q0KFCs4OFTnEraMEhYSEyMPDwzZKUI0aNRQVFSWLxeLsUAEAALIMd4wDAIBscfnyZT388MPq3bu3Onbs6LD87bff1owZMzR//nwFBwfrjTfeUMuWLXXo0CF5eHg4IeLcbciQIYqPj5fkeMdZfHy8hgwZomnTpjk5SuQE1jvJfvjhB/n4+KhLly6qWbOmfv31Vy1evFg//PCDXT0AQNZ45513bH8PGjRIqamptsdubm529caOHZutsSHniYmJkcVi0cWLF9WvXz+H9mJ9HBMTw4gvkGQ/StCt0+OYzWZGCQIAAPkCiXEAAJAtWrVqpVatWqW7zDAMTZ8+Xa+//rrat28vSfrss8/k7++v5cuXq1u3btkZaq535coVW1L8448/VsGCBSVJr776qq5cuaI+ffooPj5eV65csS1D/lW+fHlJkouLiyIjI23Jl6ZNm6phw4bq06eP0tLSbPUAAFnj/Pnz97Ue8raMjuTCiC+wsraFoKCgdJdby2kzAAAgLyMxDgAAnO748eOKi4tT8+bNbWU+Pj569NFHtW3btnQT4ykpKUpJSbE9TkpKypZYc4PJkydL+udOcRcXF3366aeKj4+Xv7+/nn32WVWtWlUHDhzQ5MmTueMMWrt2rSQpLS1N06dPd5ijNC0tzVavdevWzgwVAPK04sWL68KFC/L29tb777+vmJgYJSYmqkiRIqpQoYJeeuklJScnq3jx4s4OFTlA4cKFJUkVK1bUqFGjHNrL+PHjFRMTY6sHWEf/iY2NVUhIiMPy2NhYu3oAAAB5EYlxAADgdHFxcZIkf39/u3J/f3/bsltNmjSJpO5tWO8ku3btmnr27GkrP3DggNauXWs7EcYdZ5Cks2fPSpKqVq2qvXv3Oiy3XkhhrQcAyBphYWGaMmWKkpOTde3aNbtl165dU3Jysq0ecLO0tDRt377ddiFkuXLlnB0ScqDQ0FD5+vpqxYoVGjRokNauXauzZ8/Kz89PzZs318qVK+Xr66vQ0FBnhwoAAJBlSIwDAIBcaeTIkRo6dKjtcVJS0m2HBcxvrHecxcTEyMXFRa1bt1aTJk20YcMGrV69WocPH7bVA/z8/CT9c+FE4cKF1bBhQ/n7+ys+Pl6bN2/WgQMH7OoBALLGzSPh9OvXL0P1kH9ZR0v6448/1Lt3b1u59ULIW+sBZrNZ4eHhmj59ut3Fs5K0YMECSdLgwYMd5h8HAADISzjSAQAAThcQECBJtnmxreLj423LbuXu7q7ChQvb/cM/hgwZYvt7xowZ6tatmwICAtStWzfNmDEj3XrIv5o2bSpJMplMmj59up599lk98cQTevbZZzV9+nSZTCa7egCArJHR4YsZ5hgS7QX35siRI5JkO76zsj62LgcAAMiruGMcAAA4XXBwsAICArRu3TpVr15d0j93t+zYsUMvvviic4PLhZYtW2b7u3///qpatao6dOig5cuX2+7+tda7+Q4j5E8//fSTJMkwDA0ZMkSdO3dWjRo1tGfPHi1ZskSGYdjqMcc4AGSdChUqyGw2y9vbW5MnT9aUKVN0/vx5FS9eXMOGDdOIESOUnJysChUqODtU5ADW4dJNJpM++ugjnThxwjbHeNmyZdW3b18ZhsGw6rBJS0vT6tWr5ePjo8jISB05csTWZsqXL6+IiAitXr1aXbt2lYsLp4wBAEDexB3jAAAgW1y6dEl79+61zWF8/Phx7d27VydPnpTJZNLgwYM1fvx4rVy5UgcOHFD37t0VGBioDh06ODXu3Mh6532JEiUk/TOk5ltvvWVLihcrVsyuHvI369zhzZs3V3Jysj755BMNGDBAn3zyiZKTk9WsWTO7egCArBETEyOLxaKkpCTNmjVLZrNZnp6eMpvNmjVrli5evCiLxaKYmBhnh4ocYOHChZL+ubDt/fff165du3To0CHt2rVL77//vu3CNms9YM2aNbJYLOrSpYvS0tL01VdfaeHChfrqq6+Ulpamzp07y2KxaM2aNc4OFXcxZswYmUwmu383zw1/7do1vfTSSypevLi8vLzUqVMnh99+J0+eVJs2bVSwYEH5+fnp5ZdfVlpaWna/FAAAsh2X/wEAgGzxyy+/6PHHH7c9ts4P3qNHD82bN0+vvPKKLl++rH79+ikxMVENGzbU999/Lw8PD2eFnGv5+/vrwIEDql+/vsLCwjR58mTbHWcjRozQ8uXLtWrVKvn7+zs7VOQA1rnDy5Ytq3nz5mnNmjU6e/as/Pz81KJFC23cuNGuHgAgayQmJkr658K2/fv3Oyz39fXVuXPnbPWQv1mTXFWqVNGePXsclleuXFmHDh3iQkjYWC9yXL58uT7++GNb+YULF9SnTx/bRbVcDJk7VKlSRWvXrrU9vvku/yFDhujbb7/V4sWL5ePjowEDBqhjx47asmWLJOnGjRtq06aNAgICtHXrVp05c0bdu3eXq6urJk6cmO2vBQCA7ERiHAAAZIsmTZrY7lxJj8lk0rhx4zRu3LhsjCpvevbZZ7V27VqtXr1aHTt21NixY23LUlNT9f3339vqAS1atNDChQu1ePFiNW7c2G649LS0NC1ZskRms1ktWrRwYpQAkPdZ54I+d+6cTCaTqlSpoipVqui3337Tb7/9pnPnztnVQ/5mvRDyt99+U+HChdWwYUP5+/srPj5emzdv1qFDh2z1AOl/FzkmJCRIkqpVq6aOHTtq2bJl2r9/v62ciyFzBxcXFwUEBDiUX7x4UZ988okWLlyopk2bSpLmzp2rSpUqafv27apbt67WrFmjQ4cOae3atfL391f16tX11ltvacSIERozZozc3Nyy++UAAJBtSIwDAADkMW5ubqpVq5Z2796t3r17KygoSG5ubkpNTVVsbKwsFotq1arFCY9cIiUlRadPn87SbTRo0ECbNm1S//791axZM4WGhio6Olrr1q3TpUuX1KhRI8XGxmZpDIGBgXJ3d8/SbQBATla2bFnb3zNnztSnn36qrVu3ytfXVzNnztSAAQMc6iH/6tatm+1u0bffflubN2/WqVOn5Ofnp7ffflsvvPCCrR4gSQ0bNtSCBQskSTNmzNDKlSu1dOlS+fv7a8aMGRo0aJCtHnK+w4cPKzAwUB4eHqpXr54mTZqk0qVLa/fu3bp+/bqaN29uqxsaGqrSpUtr27Ztqlu3rrZt26aqVavaXTjTsmVLvfjii/rtt99Uo0aNdLeZkpKilJQU2+OkpKSse4EAAGQREuMAAAB50LBhw/Tiiy/q4sWL+vPPP+2W+fj4aNiwYU6KDJl1+vRpjRo1Klu2denSJa1YsUIrVqywK9+0aZM2bdqUpdueMGGCgoODs3QbAJCTzZo1y/a3NQkuSbGxsfr111/t6g0fPjxbY0POs2HDBtvf1iS4lTX5aa1382gwyL+mTJli+9uaBJekAwcO2A3JPWXKFLsRp5DzPProo5o3b54qVqyoM2fOaOzYsWrUqJEOHjyouLg4ubm5OYwu4u/vr7i4OElSXFycw2gS1sfWOumZNGkSbQMAkOuRGAcAAMiDpkyZoosXL6pAgQIOd4xfvHhRU6ZMITmeSwQGBmrChAnZsq20tDStWbNGW7ZsUYMGDdSiRQu7+QqzUmBgYLZsBwByKutQ6ferHvK2jM4DzXzRsDp//vx9rQfnadWqle3vatWq6dFHH1WZMmW0aNEieXp6Ztl2R44cqaFDh9oeJyUlKSgoKMu2BwBAViAxDgAAkMekpqZq9+7dcnFx0ccff2w3ZHpqaqr69Omj3bt3KzU1leHUcwF3d/dsvZPaxcVFW7ZsUevWrbmDGwCyUfHixW3TVnz88cc6ceKEEhMTVaRIEZUtW1Z9+vSx1QOs7cDT01MzZ87Ul19+qfj4ePn7+6tbt24aMGCArl27RnuBTdGiRXXhwgVJ/3zHbNiwQWfPnpWfn5+aNGli+44pWrSoM8PEPShSpIgqVKigI0eO6IknnlBqaqqt/7CKj4+3zUkeEBCgnTt32q0jPj7etux23N3dmfoIAJDrmZ0dAAAAAO4v6/CZrVu3dkh8u7m56cknn7SrBwAAnM8wDNvfZrNZlStXVv369VW5cmWZzeZ06wGGYcjNzU29e/fWyJEj1bt3by58RLpuvrPXYrGobNmyqlChgsqWLSuLxZJuPeQOly5d0tGjR1WyZEnVqlVLrq6uWrdunW35H3/8oZMnT6pevXqSpHr16unAgQN2I0r8+OOPKly4sCpXrpzt8QMAkJ24YxwAACCPsV7t36RJk3SXN2nSRKtWrbLVAwAAzme9k1OS/vOf/6h+/fpq1aqVvvvuO23dujXdesi/rMNdX7t2TQMHDlTnzp1Vo0YN7dmzR0uWLNG1a9fs6gE3t4V+/fplqB5ypuHDh6tdu3YqU6aMTp8+rdGjR6tAgQJ6+umn5ePjo//85z8aOnSoihUrpsKFC2vgwIGqV6+e6tatK0lq0aKFKleurOeee05vv/224uLi9Prrr+ull17ijnAAQJ5HYhwAACCP8ff314EDB7RhwwZ169bNYfmGDRts9QAAQM7g6+ur2NhYeXl56dKlS9qyZYu2bNliW24t9/X1dWKUyCn8/Pwk/TO/8MGDB/XJJ5/YlpnNZlWtWlUHDhyw1QOsvxEyUg85219//aWnn35a58+fl6+vrxo2bKjt27fb+odp06bJbDarU6dOSklJUcuWLTVr1izb8wsUKKBVq1bpxRdfVL169VSoUCH16NFD48aNc9ZLAgAg2zCUOgAAQB7z7LPPSpJWr16t1NRUu2Wpqan6/vvv7eoBAADnGzBggCTp8uXLmjVrlmrWrKmgoCDVrFlTs2bN0uXLl+3qIX9r0aKFzGaz/vzzT3388cd69tln1aJFCz377LP6+OOPdfLkSZnNZrVo0cLZoSKHeOaZZyRJJpNJ7733nkJCQlSsWDGFhITovffek8lksquHnOvLL7/U6dOnlZKSor/++ktffvmlHnzwQdtyDw8Pvf/++7pw4YIuX76sZcuWOcwdXqZMGa1evVpXrlzRuXPn9O6778rFhXvoAAB5H70dAABANktJSdHp06ezdBuVKlXS77//bhuKtVatWtq9e7e2bt2qGzduqFKlSjp16lSWxhAYGMhQfACAPCM7+u9SpUrp1KlT6t+/vx5++GG1a9dOW7ZsUf/+/W3Lz5w5k6Ux0H/fH9nRXho0aKBNmzZp0KBBatasmWrUqKHo6GgNGjRIly5dUqNGjRQbG5ulMdBeco9jx45J+mde+sGDB+vJJ59UkyZNtGHDBg0ePFiGYdjqMc80AADIq0iMAwAAZLPTp09r1KhR2bKtGzduaNOmTdq0aZNd+e+//57lMUyYMEHBwcFZug0AALJLdvbfkrRv3z7t27fPruzUqVP037lEdraXS5cuacWKFVqxYoVdeXrHgPcb7SX3SExMlCRVr15de/fu1apVq7Rq1Srbcmu5tR4AAEBeRGIcAAAgmwUGBmrChAnZsq3U1FQtXbpUBw8e1EMPPaROnTrJzc0tW7YdGBiYLdsBACA7ZGf/fe3aNX3++ec6ceKEypYtq+eee04eHh7Zsm367/sjO9tLWlqa1qxZoy1btqhBgwZq0aJFtg2JTHvJPYoUKSJJeuqppzR48GAtWLBA8fHx8vf317PPPqsTJ05o7969tnoAAAB5EYlxAACAbObu7p6td9Y8/fTTGjVqlJ5++mnu6AEA4B5ld//dt29fjRo1Sn379qX/zoWyu724uLhoy5Ytat26Ne0F6QoNDZWvr69WrFihoUOHqnfv3rZlFotFK1eulK+vr0JDQ50YJQAAQNYiMQ4AAAAAAAAATpQd89I/8cQT+uKLLzR+/Hg99thj8vf3V3x8vDZu3Kg//vhDTz/9tP78888sjYF56QEAgDORGAcAAAAAAPfkxo0bGjNmjBYsWKC4uDgFBgaqZ8+eev3112UymZwdHgDkGtk5L310dLSio6MdyhcuXJjl22ZeegAA4EwkxgEAAAAAwD2ZPHmyZs+erfnz56tKlSr65Zdf1KtXL/n4+GjQoEHODg8Aco3snJfeYrHol19+0YoVK9S+fXvVrl1bZrM5W7bNvPQAAMCZSIwDAAAAAIB7snXrVrVv315t2rSRJJUtW1ZffPGFdu7c6eTIACB3ye556c1ms1asWKE6depwBzcAAMg3sudSQAAAAAAAkOfUr19f69atU0xMjCRp37592rx5s1q1anXb56SkpCgpKcnuHwAAAAAAWY07xgEAAAAAwD159dVXlZSUpNDQUBUoUEA3btzQhAkTFB4eftvnTJo0SWPHjs3GKAEAAAAA4I5xAAAAAABwjxYtWqSoqCgtXLhQv/76q+bPn693331X8+fPv+1zRo4cqYsXL9r+xcbGZmPEAAAAAID8ijvGAQAAAADAPXn55Zf16quvqlu3bpKkqlWr6s8//9SkSZPUo0ePdJ/j7u4ud3f37AwTAAAAAAAS4wAAAAAA5CWfffbZHZd37979vm3rypUrMpvtB6MrUKCALBbLfdsGAAAAAAD3A4lxAAAAAADykIiIiNsuM5lM9zUx3q5dO02YMEGlS5dWlSpVtGfPHk2dOlW9e/e+b9sAAAAAAOB+IDEOAAAAAEAe8vfff2fbtmbOnKk33nhD/fv319mzZxUYGKjnn39eb775ZrbFAAAAAABARpjvXgUAAAAAAORGp0+fVlhYmEqXLq02bdooNjb2vq7f29tb06dP159//qmrV6/q6NGjGj9+vNzc3O7rdgAAAAAA+LdIjAMAAAAAkEcNHTpUp06d0quvvqqrV69qwIABzg4JAAAAAACnYCh1AAAAAADyqK1bt+rLL79U/fr11aZNG9WsWdPZIQEAAAAA4BTcMQ4AAAAAQB6VmJiogIAASVJAQIASExOdGxAAAAAAAE7CHeMAAAAAAOQh+/fvt/1tsVgUHR2tS5cuKSUlxYlRAQAAAADgXCTGAQAAAADIQ6pXry6TySTDMCRJbdu2tT02mUxOjg4AAAAAAOcgMQ4AAAAAQB5y/PhxZ4cAAAAAAECOQ2IcAAAAAIA8pEyZMs4OAQAAAACAHMfs7AAAAAAAAMD9M2nSJH366acO5Z9++qkmT57shIgAAAAAAHA+EuMAAAAAAOQhH374oUJDQx3Kq1Spog8++MAJEQEAAAAA4HwkxgEAAAAAyEPi4uJUsmRJh3JfX1+dOXPGCREBAAAAAOB8JMYBAAAAAMhDgoKCtGXLFofyLVu2KDAw0AkRAQAAAADgfC7ODgAAAAAAANw/ffv21eDBg3X9+nU1bdpUkrRu3Tq98sorGjZsmJOjAwAgf1q9erWeeOIJubq6OjsUAADyLRLj91lCQoKSk5OdHUaWOHXqlN3/eZW3t7dKlCiRbdujzeRu2d1eAAAAgLt5+eWXdf78efXv31+pqamSJA8PD40YMUIjR450cnQAAORP7dq105kzZ+Tn5+fsUAAAyLdIjN9HCQkJGjZ8uK7//xMPedWsWbOcHUKWcnVz05R3382WZGdCQoKGDxum1OvXs3xbzpSX24ybq6venTKF5DgAAAByDJPJpMmTJ+uNN97Q77//Lk9PT4WEhMjd3d3ZoQEAkG8ZhuHsEAAAyPdIjN9HycnJup6aqiINqsnFp5Czw8E9SLt4WYlb9is5OTlbEp3JyclKvX5dz1YsJv+CfBxzm/graVrwx4Vsay8AAABAZnh5eemRRx5xdhgAAAAAAOQIZOKygItPIbkW93F2GMhF/Au6KMjLzdlhAAAAAMgjfvnlFy1atEgnT560DadutWzZMidFBQBA/nbo0CHFxcWlu6xatWrZHA0AAPkPiXEAAAAAAPKQL7/8Ut27d1fLli21Zs0atWjRQjExMYqPj9dTTz3l7PAAAMi3mjVrZjekuslkkmEYMplMunHjhhMjAwAgfyAxDgAAAABAHjJx4kRNmzZNL730kry9vRUZGang4GA9//zzKlmypLPDAwAgXzp+/LizQwAAIN8jMQ4AAAAAQB5y9OhRtWnTRpLk5uamy5cvy2QyaciQIWratKnGjh3r5AgBAMh/ypQp4+wQAADI90iMAwAAAACQhxQtWlTJycmSpFKlSungwYOqWrWqEhMTdeXKFSdHBwBA/vTZZ5/dcXn37t2zKRIAAPIvEuMAAAAAAOQhjRs31o8//qiqVauqS5cuioiI0E8//aQff/xRzZo1c3Z4AADkSz179lShQoXk6upqN8+49M9c4yTGAQDIeiTGAQAAAADIQ9577z1du3ZNkjRq1Ci5urpq69at6tSpk15//XUnRwcAQP7Uvn17bd26VU8//bT69u2rKlWqODskAMiTEhISbCNo5TWnTp2y+z8v8vb2VokSJbJs/STGAQAAAADIQ4oVK2b722w269VXX3ViNAAAQJK+/vprnTlzRp9++qnatWunkiVLql+/furatas8PT2dHR4A5AkJCQkaNny4rqemOjuULDVr1ixnh5BlXN3cNOXdd7MsOU5iHAAAAACAPCQpKemOywsXLpxNkQAAgJuVLFlSo0aN0muvvaYvv/xSL774ouLj4/XKK684OzQAyBOSk5N1PTVVFR5uroJeRZ0dDjLpyqW/FbNvrZKTk0mMAwAAAACAuytSpIhMJpNDuWEYMplMunHjhhOiAgAAkrRlyxZ9+OGHWr16tTp27KgOHTo4OyQAyHMKehWVl4+vs8NADmR2dgCZNWbMGJlMJrt/oaGhtuXXrl3TSy+9pOLFi8vLy0udOnVSfHy8EyMGAAAAACD7rF+/Xj/99JN++uknrVu3Tu7u7vr8889t5QAAIPtNnz5dVapU0YABA1S3bl0dPXpUn376qSpUqODs0AAAyDdy5R3jVapU0dq1a22PXVz+9zKGDBmib7/9VosXL5aPj48GDBigjh07asuWLc4IFQAAAACAbPXYY4/ZPS5QoIDq1q2rcuXKOSkiAAAwdOhQPfDAA6pVq5bWrl1rd35bkpYtW+akyAAAyD9yZWLcxcVFAQEBDuUXL17UJ598ooULF6pp06aSpLlz56pSpUravn276tatm92hAgAAAADgNFeuXFFKSorc3NycHQoAAPla9+7d053qBAAAZJ9cmRg/fPiwAgMD5eHhoXr16mnSpEkqXbq0du/erevXr6t58+a2uqGhoSpdurS2bdt228R4SkqKUlJSbI+TkpKy/DUAAAAAAJAVZsyYIUm6evWqVq5cqdKlS+uBBx5wclQAAORv8+bNy1C9LVu2qHbt2nJ3d8/agAAAyIdyXWL80Ucf1bx581SxYkWdOXNGY8eOVaNGjXTw4EHFxcXJzc1NRYoUsXuOv7+/4uLibrvOSZMmaezYsVkcOQAAAAAAWW/atGmSJE9PTz300EOaO3eukyMCAAAZ1apVK+3du5cpUAAAyAK5LjHeqlUr29/VqlXTo48+qjJlymjRokXy9PS8p3WOHDlSQ4cOtT1OSkpSUFDQv44VAAAAAIDsdvz48QzV4440AAByHsMwnB0CAAB5ltnZAfxbRYoUUYUKFXTkyBEFBAQoNTVViYmJdnXi4+PTnZPcyt3dXYULF7b7BwAAAABAXtaqVSudOnXK2WEAAAAAAJAtcn1i/NKlSzp69KhKliypWrVqydXVVevWrbMt/+OPP3Ty5EnVq1fPiVECAAAAAJCzcEcaAAAAACA/yXVDqQ8fPlzt2rVTmTJldPr0aY0ePVoFChTQ008/LR8fH/3nP//R0KFDVaxYMRUuXFgDBw5UvXr1VLduXWeHDgAAAAAAAAAAAABwglyXGP/rr7/09NNP6/z58/L19VXDhg21fft2+fr6SpKmTZsms9msTp06KSUlRS1bttSsWbOcHDUAAAAAAAAAAHdmMpmcHQIAAHlWrkuMf/nll3dc7uHhoffff1/vv/9+NkUEAAAAAAAAAMC/x1QnAABknVyXGAeA/CwhIUHJycnODiNLnDp1yu7/vMjb21slSpRwdhgAAACSuCMNAICcKLPnff773/9q5MiRioiI0PTp0yVJ165d07Bhw/Tll1/ajarq7+9ve97Jkyf14osvav369fLy8lKPHj00adIkubiQMgAA5F30cgCQSyQkJGjY8OG6nprq7FCyVF6e/sLVzU1T3n2X5DgAAMgRuCMNAIDstWTJEi1atEgnT55U6i3nd3799ddMr2/Xrl368MMPVa1aNbvyIUOG6Ntvv9XixYvl4+OjAQMGqGPHjtqyZYsk6caNG2rTpo0CAgK0detWnTlzRt27d5erq6smTpx47y8QAIAcjsQ4AOQSycnJup6aqgoPN1dBr6LODgeZdOXS34rZt1bJyckkxgEAQLY6c+aMfv/9d1WsWFGlSpWylefVkYgAAMiJZsyYoVGjRqlnz55asWKFevXqpaNHj2rXrl166aWXMr2+S5cuKTw8XB999JHGjx9vK7948aI++eQTLVy4UE2bNpUkzZ07V5UqVdL27dtVt25drVmzRocOHdLatWvl7++v6tWr66233tKIESM0ZswYubm5OWwvJSVFKSkptsdJSUn38C4AAOBcJMYBIJcp6FVUXj6+zg4DAAAAucCqVavUuXNnpaamys3NTQsXLlTHjh2dHRYAAPnOrFmzNGfOHD399NOaN2+eXnnlFZUrV05vvvmmLly4kOn1vfTSS2rTpo2aN29ulxjfvXu3rl+/rubNm9vKQkNDVbp0aW3btk1169bVtm3bVLVqVbuh1Vu2bKkXX3xRv/32m2rUqOGwvUmTJmns2LGZjhMAgJzE7OwAAAAAAABA1hg/frwGDhyoS5cuaeLEiRozZoyzQwIAIF86efKk6tevL0ny9PS0jdzy3HPP6YsvvsjUur788kv9+uuvmjRpksOyuLg4ubm5qUiRInbl/v7+iouLs9W5OSluXW5dlp6RI0fq4sWLtn+xsbGZihkAgJyAxDgAAAAAAHnUkSNH1Lt3bxUsWFD/+c9/dPjwYWeHBABAvhQQEGC7M7x06dLavn27JOn48eMyDCPD64mNjVVERISioqLk4eGRJbGmx93dXYULF7b7BwBAbkNiHAAAAACAPColJUXu7u6SJA8PD6Wmpjo5IgAA8qemTZtq5cqVkqRevXppyJAheuKJJ/R///d/euqppzK8nt27d+vs2bOqWbOmXFxc5OLioo0bN2rGjBlycXGRv7+/UlNTlZiYaPe8+Ph4BQQESPonSR8fH++w3LoMAIC8ijnGAQAAAADIQ4YOHWr7OzU1VRMmTJCPj49u3LjhxKgAAMjf5syZI4vFIumf+cGLFy+urVu3KiwsTM8//3yG19OsWTMdOHDArqxXr14KDQ3ViBEjFBQUJFdXV61bt06dOnWSJP3xxx86efKk6tWrJ0mqV6+eJkyYoLNnz8rPz0+S9OOPP6pw4cKqXLny/Xi5AADkSCTGAQAAAADIQ/bs2WP7u379+jp27JjtcePGjZ0REgAA+Z7ZbJbZ/L8BXLt166Zu3bplej3e3t566KGH7MoKFSqk4sWL28r/85//aOjQoSpWrJgKFy6sgQMHql69eqpbt64kqUWLFqpcubKee+45vf3224qLi9Prr7+ul156yTbSDAAAeRGJcQAAAAAA8pD169c7OwQAAHCL/fv333F5tWrV7tu2pk2bJrPZrE6dOiklJUUtW7bUrFmzbMsLFCigVatW6cUXX1S9evVUqFAh9ejRQ+PGjbtvMQAAkBORGAcAAAAAIA/p3bu3IiMj5e3t7exQAADA/1e9enWZTCYZhiGTySRJMgxDkmQymf7VlCcbNmywe+zh4aH3339f77///m2fU6ZMGa1evfqetwkAQG5kvnsVAAAAAACQW8yfP19Xr151dhgAAOAmx48f17Fjx3Ts2DF5enpq/fr1On78uK0cAABkPe4YBwAAAAAgD7n5TjQAAJAzlClTxva3yWTSAw88YFcGAACyHolxAACQI9y4cUNjxozRggULFBcXp8DAQPXs2VOvv/46J/cBAMikQYMGydPTM91ln376aTZHAwAAAACA85EYBwAAOcLkyZM1e/ZszZ8/X1WqVNEvv/yiXr16ycfHR4MGDXJ2eAAA5CqGYdjmLQUAADmLyWTiAnAAAJyAxDgAAMgRtm7dqvbt26tNmzaSpLJly+qLL77Qzp07062fkpKilJQU2+OkpKRsiRMAgJzOZDJpxowZ8vPzc3YoAADg/ytatKgtGX7p0iXVqFFDZrPZtvzChQvOCg0AgHyDxDgAAMgR6tevrzlz5igmJkYVKlTQvn37tHnzZk2dOjXd+pMmTdLYsWOzOUoAAHI+7hQHACDnmT59urNDAAAg3yMxDgAAcoRXX31VSUlJCg0NVYECBXTjxg1NmDBB4eHh6dYfOXKkhg4danuclJSkoKCg7AoXAIAcq0ePHredXxwAADhHjx49nB0CAAD5HolxAACQIyxatEhRUVFauHChqlSpor1792rw4MEKDAxM9wSCu7u73N3dnRApAAA52/Tp03X9+nWH8gsXLsjFxUWFCxd2QlQAAORvd5v+i/4ZAICsR2IcAADkCC+//LJeffVVdevWTZJUtWpV/fnnn5o0aRJX1gMAkAndunVTu3bt1L9/f7vyRYsWaeXKlVq9erWTIgMAIP8qUqSIbY7xmxmGIZPJpBs3bjghKgAA8hcS4wAAIEe4cuWKzGazXVmBAgVksVicFBEAALnTjh07NHXqVIfyJk2aaNSoUU6ICAAAlCtXTmfPntWrr76qBg0aODscAADyJRLjAAAgR2jXrp0mTJig0qVLq0qVKtqzZ4+mTp2q3r17Ozs0AABylZSUFKWlpTmUX79+XVevXnVCRAAA4Pfff9fMmTM1YcIE7dmzR2+//baCg4OdHRYAAPmK+e5VAAAAst7MmTPVuXNn9e/fX5UqVdLw4cP1/PPP66233nJ2aAAA5Cp16tTRnDlzHMo/+OAD1apVywkRAQAAV1dXDR06VIcPH1apUqVUrVo1DRs2TImJic4ODQCAfIM7xgEAQI7g7e2t6dOna/r06c4OBQCAXG38+PFq3ry59u3bp2bNmkmS1q1bp127dmnNmjVOjg4AgPytWLFimj59ugYMGKARI0aofPnyev311zV48GBnhwYAQJ5HYhwAAAAAgDykQYMG2rZtm95++20tWrRInp6eqlatmj755BOFhIQ4OzwAAPKlGjVqyGQy2ZUZhqGUlBQNGzaMxDgAANmAxDgAAAAAAHlM9erVtXDhQmeHAQAA/r8OHTo4OwQAAPI9EuMAAAAAAOQxN27c0PLly/X7779LkqpUqaKwsDAVKFDAyZEBAJA/jR492tkhAACQ75EYBwAAAAAgDzly5IjatGmjv/76SxUrVpQkTZo0SUFBQfr222/14IMPOjlCAADyp8TERC1ZskRHjx7Vyy+/rGLFiunXX3+Vv7+/SpUq5ezwAADI80iMAwAAAACQhwwaNEjlypXTtm3bVKxYMUnS+fPn9eyzz2rQoEH69ttv7+v2Tp06pREjRui7777TlStXVL58ec2dO1e1a9e+r9sBACA3279/v5o3by4fHx+dOHFCffv2VbFixbRs2TKdPHlSn332mbNDzDYJCQlKTk52dhhZ4tSpU3b/50Xe3t4qUaKEs8MAgHtCYhwAAAAAgDxk48aN2r59uy0pLknFixfXf//7XzVo0OC+buvvv/9WgwYN9Pjjj+u7776Tr6+vDh8+rKJFi97X7QAAkNsNHTpUPXv21Ntvvy1vb29beevWrfXMM884MbLslZCQoGHDh+t6aqqzQ8lSs2bNcnYIWcbVzU1T3n0325LjXEiR+3ExBXISEuMAAAAAAOQh7u7u6Z48vHTpktzc3O7rtiZPnqygoCDNnTvXVhYcHHzH56SkpCglJcX2OCkp6b7GBABATrRr1y59+OGHDuWlSpVSXFycEyJyjuTkZF1PTVWRBtXk4lPI2eEgk9IuXlbilv1KTk7OlkRnQkKChg8bptTr17N8W86Uly+kkCQ3V1e9O2UKyXHkCCTGAQAAAADIQ9q2bat+/frpk08+UZ06dSRJO3bs0AsvvKCwsLD7uq2VK1eqZcuW6tKlizZu3KhSpUqpf//+6tu3722fM2nSJI0dO/a+xgEAQE7n7u6e7sVgMTEx8vX1dUJEzuXiU0iuxX2cHQZyuOTkZKVev65nKxaTf0HSWblR/JU0LfjjQrZdTAHcDd8kAAAAQCYxlFvuxjBuyOtmzJihHj16qF69enJ1dZUkpaWlKSwsTJGRkfd1W8eOHdPs2bM1dOhQvfbaa9q1a5cGDRokNzc39ejRI93njBw5UkOHDrU9TkpKUlBQ0H2NCwCAnCYsLEzjxo3TokWLJEkmk0knT57UiBEj1KlTJydHB+Rs/gVdFOR1f0c+ApA/kRgHAAAAMoGh3HI/hnFDXlekSBGtWLFChw8fVnR0tCSpUqVKKl++/H3flsViUe3atTVx4kRJUo0aNXTw4EF98MEHt02Mu7u7y93d/b7HAgBATjZlyhR17txZfn5+unr1qh577DHFxcWpXr16mjBhgrPDAwAgXyAxDgAAAGQCQ7nlbgzjhvwkJCREISEhWbqNkiVLqnLlynZllSpV0tKlS7N0uwAA5DY+Pj768ccftXnzZu3fv1+XLl1SzZo11bx5c2eHBgBAvsGZPAAAAOAeMJQbgJzq5mHK0zN16tT7tq0GDRrojz/+sCuLiYlRmTJl7ts2AADISxo2bKiGDRs6OwwAAPIlEuMAACDfy8vzRUvMGQ0A+c2ePXtsf2/evFm1atWSp6enpH/mM72fhgwZovr162vixInq2rWrdu7cqTlz5mjOnDn3dTsAAOQFH3/8sT766CMdOXJEhmHowQcfVJ8+fdSvX7/73kcDAABHJMYBAMBd/fXXX1q5cqVOnjyp1NRUu2X3864zZ0hISNCw4cN1/ZbXlRfl5TmjXd3cNOXdd0mOA4Ck9evX2/729vbWwoULVa5cuSzZ1iOPPKKvv/5aI0eO1Lhx4xQcHKzp06crPDw8S7YHAEBuNWjQIC1cuFDPP/+8Bg0aJEn67bffNGrUKB04cEDvvfeekyMEACDvIzEOAADuaN26dQoLC1O5cuUUHR2thx56SCdOnJBhGKpZs6azw/vXkpOTdT01VUUaVJOLTyFnh4N7kHbxshK37GfOaABwkrZt26pt27bODgMAgBzt008/1bJly9SiRQu78saNG6tz584kxgEAyAYkxgEAwB2NHDlSw4cP19ixY+Xt7a2lS5fKz89P4eHhevLJJ50d3n3j4lNIrsV9nB0GAAAAACAPqlixory9vR3Kvb29VbFiRSdEBABA/kNiHAAA3NHvv/+uL774QpLk4uKiq1evysvLS+PGjVP79u314osvOjlCAABws5UrV9r+tlgsWrdunQ4ePGgrCwsLc0ZYAADkSzNmzJAkNWnSRN26dVNERIRcXP45LZ+WlqYZM2aoa9eutnqSbEOtAwCA+4vEOAAAuKNChQrZ5hUvWbKkjh49qipVqkj6Z35uAACQs3To0MHu8fPPP2/722Qy6caNG9kcEQAA+de0adNsf58+fVrTpk2zS4zHx8dryZIlMgxD0j99NYlxAACyRrYmxps2baply5apSJEi2blZAADwL9StW1ebN29WpUqV1Lp1aw0bNkwHDhzQsmXLVLduXWeHBwAAbmGxWJwdAgAA+P+OHz8uSXr99ddlMpn01ltv2S1/8803JUnjxo3L9tgAAMhvsjUxvmHDBtsdZwAAIHeYOnWqLl26JEkaO3asLl26pK+++kohISGaOnWqk6MDAAAAACDni4yM1C+//OJQ/swzz+iRRx4hMQ4AQDYwZ/cGTSZTdm8SAAD8C+XKlVO1atUk/TOs+gcffKD9+/dr6dKlKlOmjJOjAwAAt/r77781cuRITZ48WdevX9egQYNUunRptWzZUidPnnR2eAAA5EsVK1bUK6+8YruDXJKOHTumV155RSEhIU6MDACA/CPb5xh/6qmn5Obmlu6yn376KZujAQAAAICslZCQoOTkZGeHkSVOnTpl939e5e3trRIlSjg7jAzr06ePdu7cKU9PT/34449KTEzUiBEj9MUXX2jQoEFavny5s0MEACDf+eKLL/Tss8+qfPnycnV1lSRdv35dNWrUUFRUlJOjAwAgf8j2xHi9evXk5eWV3ZsFAAD3qGjRoncc8eXChQvZGA0A5C4JCQkaNny4rufxKaVmzZrl7BCylKubm6a8+26uSY5v2LBBq1evVpkyZRQYGKjNmzerfv36atSokR5//HFnhwcAQL4UEhKiHTt26MCBAzp69Kgk+xHaAABA1svWxLjJZNLLL78sPz+/7NwsAAD4F6ZPny5JMgxDL774osaNG0dfDgAZlJycrOupqarwcHMV9Crq7HBwD65c+lsx+9YqOTk51yTG//77bwUHB8vPz0+FChVSQECAJMnf31+JiYnODQ4AgHyuatWqeuihhyQx7SgAANktWxPjhmFk5+YAAMB90KNHD9vfAwcOVKdOnVSuXDknRgQAuU9Br6Ly8vF1dhjIRw4dOqS4uDgZhqHo6GhdunRJCQkJzg4LAIB87bPPPtM777yjw4cPS5IqVKigl19+Wc8995yTIwMAIH/I1sT46NGjGUYdAAAAAIAs1qxZM9vF6W3btpXJZJJhGNyZBgCAk0ydOlVvvPGGBgwYoAYNGkiSNm/erBdeeEEJCQkaMmSIkyMEACDvy9bEePfu3XXq1CmFhITYlR8+fFiurq4qW7ZsdoYDAADuASfUAQDI2Y4fP+7sEAAAwC1mzpyp2bNnq3v37raysLAwValSRWPGjCExDgBANsjWxHjPnj3Vu3dvh8T4jh079PHHH2vDhg3ZGQ4AAMiAjh072v6+du2aXnjhBRUqVMhWtmzZMmeEBQAAbqNMmTLODgEAANzizJkzql+/vkN5/fr1debMGSdEBABA/pOtifE9e/bYhom5Wd26dTVgwIDsDAUAAGSQj4+P7e9nn33WiZEAAICMWLly5R2Xh4WFZVMkAADAqnz58lq0aJFee+01u/KvvvrK4UYyAACQNbI1MW4ymZScnOxQfvHiRd24cSM7QwEAABk0d+5cZ4cAAAAyoUOHDrapT6zzjFuZTCZ+fwMA4ARjx47V//3f/+nnn3+23Ty2ZcsWrVu3TosWLXJydAAA5A/m7NxY48aNNWnSJLsf4Tdu3NCkSZPUsGHD7AwFAABk0PHjx3X48GGH8sOHD+vEiRPZHxAAALij8PBweXt766233tLVq1dlsVhs/0iKAwDgHJ06ddKOHTtUokQJLV++XMuXL1eJEiW0c+dOPfXUU84ODwCAfCFb7xifPHmyGjdurIoVK6pRo0aSpE2bNikpKUk//fRTdoYCAAAyqGfPnurdu7fD0G47duzQxx9/rA0bNjgnMAAAkK7PP/9cu3fv1rBhw/Thhx9q4sSJCg8Pd3ZYAADke7Vq1dKCBQucHQYAAPlWtt4xXrlyZe3fv19du3bV2bNnlZycrO7duys6OloPPfRQdoYCAAAyaM+ePbZh3m5Wt25d7d27N/sDAgAAd1WrVi1t2LBBkZGRGjdunGrXrq2ff/7Z2WEBAJBvnTx5Mt3ytLQ0vf7669kcDQAA+VO23jEuSYGBgZo4cWJ2bxYAANwjk8mk5ORkh/KLFy8yHCsAADlQUlKS7e+mTZtqy5Ytmj17ttq2baumTZtq+fLlzgsOAIB8qmHDhlq7dq0qVKhgK9u9e7d69uwpwzA0fvx4J0YHAED+kO2JcUm6cuWKTp48qdTUVLvyatWqOSMcAABwB40bN9akSZP0xRdfqECBApKkGzduaNKkSWrYsKGTowMAALcqUqSITCaTQ7lhGPrmm2+cEBEAAOjevbsaNWqkH374QVWqVNHo0aM1ffp0RUREaOzYsc4ODwCAfCFbE+Pnzp1Tr1699N1336W7nLvOAADIeSZPnqzGjRurYsWKatSokSRp06ZNSkpK0k8//eTk6AAAwK3Wr1/v7BAAAMAtxo8fr6JFi6pJkyYqVaqUTCaTNm7cqEceecTZoQEAkG9ka2J88ODBSkxM1I4dO9SkSRN9/fXXio+P1/jx4zVlypTsDAUAAGRQ5cqVtX//fr333nvat2+fPD091b17dw0YMEDFihVzdngAAOAWwcHBCgoKSveucQAA4DzDhg2Tj4+PXnjhBS1atIikOAAA2SxbE+M//fSTVqxYodq1a8tsNqtMmTJ64oknVLhwYU2aNElt2rTJznAAAEAGBQYGauLEiXes079/f40bN04lSpTIpqgA54q/ct3ZIeAesN+QHwQHB+vMmTPy8/NzdigAAOD/mzFjhu3vxo0b65lnntHIkSNVtGhRSdKgQYOcFRoAAPlGtibGL1++bPthXrRoUZ07d04VKlRQ1apV9euvv2ZnKAAA4D5bsGCBhg8fTmIc+caCP/52dggAkC7DMJwdAgAAuMW0adPsHpcsWVLz5s2TJJlMJhLjAHAfXbnEOZvcKDv2W7YmxitWrKg//vhDZcuW1cMPP6wPP/xQZcuW1QcffKCSJUtmZygAAOA+4yQ88ptnKxaVf0FXZ4eBTIq/cp2LGpAv/PXXX7p27Vq6y0qXLp3N0QAAgOPHj9+X9cyePVuzZ8/WiRMnJElVqlTRm2++qVatWkmSrl27pmHDhunLL79USkqKWrZsqVmzZsnf39+2jpMnT+rFF1/U+vXr5eXlpR49emjSpElyccnWdAEAZJmYfWudHQJyqGzt6SIiInTmzBlJ0ujRo/Xkk08qKipKbm5utqvjAAAAgNzAv6CrgrzcnB0GAKQrvTlLDcOQyWTSjRs3nBARAADIiMKFC2vv3r0qV65cussfeOAB/fe//1VISIgMw9D8+fPVvn177dmzR1WqVNGQIUP07bffavHixfLx8dGAAQPUsWNHbdmyRZJ048YNtWnTRgEBAdq6davOnDmj7t27y9XV9a5TqAFAblHh4eYq6FXU2WEgk65c+jvLL2rI1sT4s88+a/u7Vq1a+vPPPxUdHa3SpUsz7CoAAAAAAPfJjh075Ovr6+wwAABAJt1tNLZ27drZPZ4wYYJmz56t7du364EHHtAnn3yihQsXqmnTppKkuXPnqlKlStq+fbvq1q2rNWvW6NChQ1q7dq38/f1VvXp1vfXWWxoxYoTGjBkjN7f0L/5NSUlRSkqK7XFSUtK/fKUAkHUKehWVlw+/h+DIaWOjGIYhT09P1axZ01khAACA/8fencfHdL7/H39PZLFkkogk1iBK7buqWFtr0aKUj6LWVlux01baqqWt0Fpra6u+6ActWkurWvtSSiliqV0ptStZhOzn94df5mMkIiGZSSav5+MxD+Y+95z7OjP35JqZ6yywiA+/Ze8Q8Ih47QDAmslkUvHixeXn52fvUAAAQCZKSEjQsmXLFBUVpcDAQO3du1dxcXFq2rSppU+5cuVUvHhx7dy5U3Xq1NHOnTtVuXJlq1Ort2jRQm+++ab+/PNPVa9ePcWxQkJCNGbMmEzfJgAAMpPNC+Nz587VlClTdPLkSUlSmTJlNHjwYL366qu2DgUAAMAibMche4cAAECGeNiRZgAAIHs7dOiQAgMDFR0dLXd3d61YsUIVKlRQaGioXF1d5eXlZdW/YMGCunz5siTp8uXLVkXxpOVJyx4kODhYQ4cOtdyPiIiQv79/Bm0RAAC2YdPC+AcffKDJkydrwIABCgwMlCTt3LlTQ4YM0blz5zR27FhbhgMAADJQt27d5OHhYe8wHplXvcpy9nS3dxh4BPHht9ixAQDucebMGS5XBgCAAytbtqxCQ0MVHh6u7777Tj169NDWrVszdUw3Nze5ubll6hgAAGQ2mxbGZ8+erTlz5ujll1+2tLVp00ZVqlTRgAEDKIwDAJAFbdu2LdXlDRs2lHQ3z2dnzp7ucingae8wAAB4bDdv3lSJEiVSbB8wYIAWLlxoh6gAAEBamEymh/ZxdXVV6dKlJUk1a9bUnj17NG3aNP3nP/9RbGyswsLCrI4av3LligoVKiRJKlSokHbv3m21vitXrliWAQDgyGxaGI+Li1OtWrWStdesWVPx8fG2DAUAAKTRM88888BlJpNJCQkJtgsGAAA81LPPPqvVq1erXr16lrZVq1bpjTfeUOXKle0YGQAAeJhHuSRKYmKiYmJiVLNmTbm4uGjjxo3q0KGDJOn48eM6d+6c5QyugYGB+vjjj3X16lX5+flJktavXy8PDw9VqFAh4zYEAIAsyMmWg73yyispHk325ZdfqmvXro+0zvHjx8tkMmnw4MGWtujoaAUFBalAgQJyd3dXhw4dLHu9AQCA9Ll58+YDbzdu3LB3eAAA4D6ffvqpWrVqpbVr1+rmzZvq0qWLunfvrtGjR2vdunX2Dg8AgBwtNjZWx48ff+CBYj///LOKFi36wMcHBwdr27ZtOnv2rA4dOqTg4GBt2bJFXbt2laenp/r06aOhQ4dq8+bN2rt3r3r16qXAwEDVqVNHktS8eXNVqFBBr7zyig4cOKC1a9fq/fffV1BQEKdKBwA4PJseMS5Jc+fO1bp16yyJ+Pfff9e5c+fUvXt3DR061NJv8uTJD13Xnj179MUXX6hKlSpW7UOGDNFPP/2kZcuWydPTU/3791f79u21Y8eOjN0YAAByAE/P/51ePDIyUu+9955CQ0NVuXJljRs3zo6RAQCAlLz66qvy8PBQhw4d5O7uripVqujQoUMqXry4vUMDACDHun37tgYMGKAFCxZIkk6cOKFSpUppwIABKlq0qEaMGCFJql+/fqrruXr1qrp3765Lly7J09NTVapU0dq1a9WsWTNJ0pQpU+Tk5KQOHTooJiZGLVq00KxZsyyPz5Url1avXq0333xTgYGBypcvn3r06MFlTgEAOYJNC+OHDx9WjRo1JEmnT5+WJPn4+MjHx0eHDx+29EvLdVRu3bqlrl27as6cOfroo48s7eHh4Zo7d64WL16sxo0bS5LmzZun8uXLa9euXZaCPAAASL9hw4Zp/fr16tixo37++WcNGDBAX3/9tb3DAgAA9+nUqZPMZrNeeuklvfTSSxTFAQCws+DgYB04cEBbtmzRc889Z2lv2rSpRo8ebSmMP8zcuXNTXZ47d27NnDlTM2fOfGCfEiVKaM2aNWkLHAAAB2LTwvjmzZszbF1BQUFq3bq1mjZtalUY37t3r+Li4tS0aVNLW7ly5VS8eHHt3LkzxcJ4TEyMYmJiLPcjIiIeK7b48FuP9XjYj71euyu34+wyLh4Prxtyog0bNmju3Llq3LixevfurUaNGtk7JAAAcJ97z8ZWrVo1vfnmm/rtt9/k7e0tKW1naAMAABlr5cqVWrJkierUqWN1YFjFihUtB5EBAIDMZfNTqd/vxo0bli/nafXtt99q37592rNnT7Jlly9flqurq7y8vKzaCxYsqMuXL6e4vpCQEI0ZMyZdMaQmbMehDFsXcoaFx2/aOwQASJPr16+rZMmSkqSAgABdv37dvgEBAIBk9u/fb/m/q6urGjZsqL///lt///13ms7QBgAAMt61a9fk5+eXrD0qKor8DACAjdi0ML5nzx517txZiYmJWr58uYKDg7Vu3TqVKFFCq1evVsWKFR+6jvPnz2vQoEFav369cufOnSFxBQcHW+1RHxERIX9//0den1e9ynL2dM+I0GBj8eG37LJjQ7ey+VUwr4vNx8XjuXI7jp0akCPcfyaVW7duKSIiQtHR0XaKCAAApCYjz9YGAAAyRq1atfTTTz9pwIABkv53OdGvvvpKgYGB9gwNAIAcw6aF8WHDhqlBgwYqUaKE2rVrp6eeekqhoaEaOXKk3nnnHa1evfqh69i7d6+uXr1quVa5JCUkJGjbtm2aMWOG1q5dq9jYWIWFhVkdNX7lyhUVKlQoxXW6ubnJzc3tsbcvibOnu1wKeGbY+uD4CuZ1kb+7q73DAIAUeXl5Wb6wG4ah6tWrW/7PXu0AAAAAADzcuHHj1LJlSx05ckTx8fGaNm2ajhw5ot9++01bt261d3gAAOQINi2M79+/X3PnzlWpUqU0btw4BQcHq0qVKho1apRatGiRpnU0adJEhw5ZH9Hbq1cvlStXTu+88478/f3l4uKijRs3qkOHDpKk48eP69y5c+x5BwDAI+CoMwAAsp8//vhDS5cu1blz5xQbG2u1bPny5XaKCgCAnKt+/foKDQ3V+PHjVblyZa1bt041atTQzp07VblyZXuHBwBAjmDza4w7OzsrV65cyp07t/Lnzy9JKlCggG7fvp2mx5vNZlWqVMmqLV++fCpQoIClvU+fPho6dKi8vb3l4eGhAQMGKDAwUHXq1MnYjQEAIAdo1KiRvUMAAADp8O2336p79+5q0aKF1q1bp+bNm+vEiRO6cuWKXnzxRXuHBwBAjvXEE09ozpw59g4DAIAcy6aF8SeeeEInTpxQQECAIiMjLe2nT59WyZIlM2ycKVOmyMnJSR06dFBMTIxatGihWbNmZdj6AQDISebNmyd3d3d17NjRqn3ZsmW6ffu2evToYafIAABASsaNG6cpU6YoKChIZrNZ06ZNU0BAgF5//XUVLlzY3uEBAJAjRUREpLrcw8PDRpEAAJBz2bQwvmzZMnl6Jr/2dq5cufTxxx8/8nq3bNlidT937tyaOXOmZs6c+cjrBAAAd4WEhOiLL75I1u7n56e+fftSGAcAIIs5ffq0WrduLUlydXVVVFSUTCaThgwZosaNG2vMmDF2jhAAgJwn6eyp9zMMQyaTSQkJCTaOCACAnMemhfEyZcqk2M4pWgEg7W7fumnvEPAIsvPrdu7cOQUEBCRrL1GihM6dO2eHiAAg+8nOeSCny46vXf78+S1naStatKgOHz6sypUrKywsLM2XMQMAABkrICBAV69e1YgRI1SvXj17hwMAQI5k82uMnz59WlOnTtXRo0clSRUqVNDgwYNVqlQpW4cCANnSiQMb7B0Cchg/Pz8dPHgw2WVPDhw4oAIFCtgnKADIZsjfsKWGDRtq/fr1qly5sjp27KhBgwZp06ZNWr9+vZo0aWLv8AAAyJGOHj2q6dOn6+OPP9b+/fv1ySefpLgTOgAAyDw2LYyvXbtWbdq0UbVq1Sx7xe3YsUMVKlTQjz/+qGbNmtkyHADIlp6s2lR53VM+/Rayrtu3bmbbosjLL7+sgQMHymw2q2HDhpKkrVu3atCgQercubOdowOA7IH8nX1lxxw+Y8YMRUdHS5Lee+89ubi46LffflOHDh30/vvv2zk6AAByJhcXFw0dOlQ9e/bU2LFjVaVKFfXt21cjR46Ul5eXvcMDACBHsGlhfMSIERoyZIjGjx+frP2dd96hMA4AaZDXPb/cPX3tHQZykA8//FBnz55VkyZN5Ox896NDYmKiunfvrnHjxtk5OgDIHsjfsCVvb2/L/52cnDRixIgU+40fP15vvPEGP8YDAGBD3t7emjp1qvr376933nlHpUuX1vvvv6/BgwfbOzQAAByeTQvjR48e1dKlS5O19+7dW1OnTrVlKAAAII1cXV21ZMkSffjhhzpw4IDy5MmjypUrq0SJEvYODQAAPIZx48apU6dOFMYBALCB6tWry2QyWbUZhqGYmBgNGzaMwjgAADZg08K4r6+vQkNDVaZMGav20NBQ+fn52TIUAACQTk8++aSefPJJe4cBAAAyiGEY9g4BAIAco127dvYOAQCAHM+mhfHXXntNffv21V9//aW6detKunuN8QkTJmjo0KG2DAUAAKTDP//8ox9++EHnzp1TbGys1bLJkyfbKSoAAAAAALKHUaNG2TsEAAByPJsWxkeOHCmz2axJkyYpODhYklSkSBGNHj1aAwcOtGUoAAAgjTZu3Kg2bdqoVKlSOnbsmCpVqqSzZ8/KMAzVqFHD3uEBAAAAAAAAAPBQNi2Mm0wmDRkyREOGDFFkZKQkac+ePSpdunSy66sAAICsITg4WMOHD9eYMWNkNpv1/fffy8/PT127dtVzzz1n7/AAAAAAAMjy8ufPn+pv4Ddu3LBhNAAA5Ew2LYyvXbtWPXv2lJeXl+bPn6+OHTvqn3/+kYuLixYvXqwOHTrYMhwAAJAGR48e1TfffCNJcnZ21p07d+Tu7q6xY8eqbdu2evPNN+0cIQAAAAAAWdvUqVMlSYZh6M0339TYsWPl5+dn36AAAMhhbFoYHzFihJo2bSo/Pz+1adNGPXv21AcffKBJkyZpzJgxFMYBAMiC8uXLZ7mueOHChXX69GlVrFhRknT9+nV7hgYAAB5DgwYNlCdPHnuHAQBAjtCjRw/L/wcMGKAOHTqoVKlSdozIvuLDb9k7BDwCe71uV27H2WVcPD5eO2Q1Ni2MHz9+XMuXL5e/v7+mT5+uHj16KF++fOrRo4dCQkJsGQoAAEijOnXqaPv27SpfvrxatWqlYcOG6dChQ1q+fLnq1Klj7/AAAMB9Dh48mOryKlWqSJLWrFlji3AAAACSCdtxyN4hIBtZePymvUMA4CBsWhiPjo6Wu7u7nJ2d5ebmZtkzPXfu3JYj0QAAQNYyefJk3bp1d4/gMWPG6NatW1qyZInKlCmjyZMn2zk6AABwv2rVqslkMskwDEmyXM/UMAyZTCYlJCTYM7wMdf36dUVGRto7jExx4cIFq38dkdlslo+Pj83GY75kb7aeL0BmS+164zmBV73KcvZ0t3cYSKf48Ft22amhW9n8KpjXxebj4vFduR3Hjg3IUmxaGJekkSNHKm/evIqNjdVHH30kT09P3b5929ZhAACANLr31G758uXT559/bsdoMk98eJS9Q8Ajstdrd+V2vF3GxePhdUNO8fvvv8vX11eGYahSpUpas2aNSpQoYe+wMtT169c1bPhwxTn4jvazZs2ydwiZxsXVVZMmTrRJsfP69esaPmyYYuMc+3SejjxfXF1cNHHSJIrjyLbat29v+X90dLTeeOMN5cuXz9K2fPlye4RlN86e7nIp4GnvMJBNFMzrIn93V3uHAcAB2LQw3rBhQx0/flySVLduXf31119WywAAAGzNbDbLxdVVYTtSP+0ssjYXV1eZzWabjGU2m+Xq4qKFx2/YZDxkPFcXF5vNF8BeihcvLj8/P0l3j0jLmzevwxXGIyMjFRcbK696VeTsme/hD0CWEh8epbAdBxUZGWmTQmdkZKRi4+LUray3Cua1+XEieExXbsdr4fEbNpsvQGbw9PxfEbhbt252jAQAgJzLpt8EtmzZYsvhAABABsifP3+qp3i7cSPjioMXLlzQO++8o59//lm3b99W6dKlNW/ePNWqVSvDxrifj4+PJk2c6LCn1ZTuPq+zZs1Sv379VLRoUXuHkylseWpNHx8fTZw0yWHnDPMFyP78/Px04sQJ+fn56eLFi4qKilLLli313//+V88995y9w8twzp75OOIMaVYwrzNHnAGwi3nz5tk7BAAAcjx2kQUAAKmaOnWq5f+GYejNN9/U2LFjLUehZZSbN2+qXr16evbZZ/Xzzz/L19dXJ0+eVP78+TN0nJT4+PjkiCJZ0aJFFRAQYO8wHEJOmDPMFyD7eu6559S5c2c9//zz2rJli5o2bapBgwapW7du6t+/v0aPHm3vEAEAyJHi4+O1ZcsWnT59Wl26dJHZbNbFixfl4eEhd3eutw0AQGajMA4AAFLVo0cPq/sDBgxQhw4drK49nhEmTJggf39/q73oUyvKxcTEKCYmxnI/IiIiQ+MBACC7mjlzpj7++GMdOHBATZs21QcffCA/Pz/t3r1bL730EoVxAADs4O+//9Zzzz2nc+fOKSYmRs2aNZPZbNaECRMUExOjzz//3N4hAgDg8JzsHQAAAMg+4uPjFRcXp1y5cmX4un/44QfVqlVLHTt2lJ+fn6pXr645c+Y8sH9ISIg8PT0tN39//wyPCQCA7ChfvnwaN26cfvrpJ82YMcNylpdSpUrpt99+s3N0AADkTIMGDVKtWrV08+ZN5cmTx9L+4osvauPGjXaMDACAnIMjxgEAQKp++OEHSdKdO3f03XffydPTU8WLF8/wcf766y/Nnj1bQ4cO1bvvvqs9e/Zo4MCBcnV1TXbUuiQFBwdr6NChlvsREREUxwEAeIjcuXPbOwQAAHKkX3/9Vb/99ptcXV2t2kuWLKkLFy7YKSoAAHIWCuMAACBV7dq1k3T3h/RKlSppxYoVMplMGT5OYmKiatWqpXHjxkmSqlevrsOHD+vzzz9PsTDu5uYmNze3DI8DAABH8Mcff2jp0qU6d+6cYmNjrZYtX74808YdP368goODNWjQIE2dOjXTxgEAILtJTExUQkJCsvZ//vlHZrPZDhEBAJDzcCp1AACQqsTERCUmJur27dvavXu36tatmynjFC5cWBUqVLBqK1++vM6dO5cp4wEA4Ki+/fZb1a1bV0ePHtWKFSsUFxenP//8U5s2bZKnp2emjbtnzx598cUXqlKlSqaNAQBAdtW8eXOrncZMJpNu3bqlUaNGqVWrVvYLDACAHITCOAAAyBLq1aun48ePW7WdOHFCJUqUsFNEAABkT+PGjdOUKVP0448/ytXVVdOmTdOxY8fUqVOnTLkciiTdunVLXbt21Zw5c5Q/f/5MGQMAgOxs0qRJ2rFjhypUqKDo6Gh16dLFchr1CRMm2Ds8AAByBArjAAAgSxgyZIh27dqlcePG6dSpU1q8eLG+/PJLBQUF2Ts0AACyldOnT6t169aSJFdXV0VFRclkMmnIkCH68ssvM2XMoKAgtW7dWk2bNn1o35iYGEVERFjdAABwdMWKFdOBAwf07rvvasiQIapevbrGjx+v/fv3y8/Pz97hAQCQI3CNcQAAkCU89dRTWrFihYKDgzV27FgFBARo6tSp6tq1q71DAwAgW8mfP78iIyMlSUWLFtXhw4dVuXJlhYWF6fbt2xk+3rfffqt9+/Zpz549aeofEhKiMWPGZHgcAABkdc7OzurWrZu9wwAAIMeiMA4AALKM559/Xs8//7y9wwAAIFtr2LCh1q9fr8qVK6tjx44aNGiQNm3apPXr16tJkyYZOtb58+c1aNAgrV+/Xrlz507TY4KDgzV06FDL/YiICPn7+2doXAAAZDWfffZZqssHDhxoo0gAAMi5KIwDAAAAAOBAZsyYoejoaEnSe++9JxcXF/3222/q0KGD3n///Qwda+/evbp69apq1KhhaUtISNC2bds0Y8YMxcTEKFeuXFaPcXNzk5ubW4bGAQAZ7fr165azbziiCxcuWP3riMxms3x8fOwdhsXgwYNVrFixZHlRkkwmE4VxAABsgMI4AAAAAAAOxNvb2/J/JycnjRgxItPGatKkiQ4dOmTV1qtXL5UrV07vvPNOij/+A0BWd/36dQ0bPlxxsbH2DiXTzZo1y94hZBoXV1dNmjgxSxXH//jjD64nDgCAHVEYBwAAAADAgZw7d07FixdP1h4fH6/Ro0fro48+yrCxzGazKlWqZNWWL18+FShQIFk7AGQXkZGRiouN1ZNVmyqve357h4NHcPvWTZ04sEGRkZFZpjBuMplkMpnsHQYAADkahXEAAAAAABxI/fr1tWHDBj355JOWtr1796pnz54yDCNDC+MA4MjyuueXu6evvcOAgzAMQyNHjpSnp6fy5cunIkWKqHr16qpZs6a9QwMAIMegMA4AAAAAgAPp3r27GjRooLVr16pixYoaNWqUpk6dqkGDBmnMmDGZPv6WLVsyfQwAALKbhg0b6tixY4qLi1NERIQuXryomzdvqmrVqvrpp59UpEgRe4cIAIDDozAOAAAAAIAD+eijj5Q/f34988wzKlq0qEwmk7Zu3aqnnnrK3qEBAJBjpbTj2OnTp9W9e3cNGzZM33zzje2DAgAgh3GydwAAAAAAACBjDRs2TBMnTtTx48c1duxYiuIAAGRBTzzxhKZNm6YLFy7YOxQAAHIEjhgHAAAAAMCBfPbZZ5b/N2zYUF26dFFwcLDy588vSRo4cKC9QgMAAPepVauWtm3bZu8wAADIESiMAwAAAADgQKZMmWJ1v3Dhwpo/f74kyWQyURgHAMBGTpw4oSeffNJy/+DBg5o4caKOHDkik8mkChUq6K233lKlSpXsGCUAADkHhXEAAAAAABzImTNn7B0CAAA5Xnx8vCpVqqTTp0/L399fP/zwg9q3b69nn31WL7zwgiRp+/btql69ulasWKHnn3/ezhEDAOD4KIwDAAAAAAAAAJCBnJ2d5eHhobi4OEnS+++/r5EjR2rUqFFW/UaPHq3333+fwjgAADbgZO8AAAAAAABAxunQoYMmTJiQrP2TTz5Rx44d7RARAAA5U8GCBfXvv/9Kkk6ePKmuXbsm69O1a1cdO3bM1qEBAJAjURgHAAAAAMCBbNu2Ta1atUrW3rJlS23bts0OEQEAkDM1atRIc+fOlST5+/tr3759yfrs27dPvr6+tg4NAIAciVOpAwAAAADgQG7duiVXV9dk7S4uLoqIiLBDRAAA5EzDhw9XrVq15OfnpxdffFGvv/66zpw5o7p160qSduzYoQkTJmjgwIF2jhQAgJyBwjgAAAAAAA6kcuXKWrJkiT744AOr9m+//VYVKlSwU1QAAOQ8pUqV0o4dOzRgwABt3rxZhmEoODjYsrxQoUJ69913NWzYMDtGCQBAzkFhHAAAAAAABzJy5Ei1b99ep0+fVuPGjSVJGzdu1DfffKNly5bZOToAAHKW8uXLa8OGDbp9+7b+/fdfJSYmSpLy588vDw8PO0cHAEDOwjXGAQAAAABwIC+88IJWrlypU6dOqV+/fho2bJj++ecfbdiwQe3atbN3eAAA5Eh58+aVv7+/4uLidOzYMbm4uEiSDMOwc2QAAOQcHDEOAAAAAICDad26tVq3bm3vMAAAwP/377//qlOnTtq8ebNMJpNOnjypUqVKqU+fPsqfP78mTZpk7xABAHB4HDEOAAAAAICDCQsL01dffaV3331XN27ckCTt27dPFy5csHNkAADkTEOGDJGLi4vOnTunvHnzWtr/85//6JdffknzekJCQvTUU0/JbDbLz89P7dq10/Hjx636REdHKygoSAUKFJC7u7s6dOigK1euWPU5d+6cWrdurbx588rPz09vvfWW4uPjH28jAQDI4iiMAwAAAADgQA4ePKgnn3xSEyZM0KeffqqwsDBJ0vLlyxUcHGzf4AAAyKHWrVunCRMmqFixYlbtZcqU0d9//53m9WzdulVBQUHatWuX1q9fr7i4ODVv3lxRUVGWPkOGDNGPP/6oZcuWaevWrbp48aLat29vWZ6QkKDWrVsrNjZWv/32mxYsWKD58+frgw8+ePwNBQAgC+NU6gAAAAAAOJChQ4eqZ8+e+uSTT2Q2my3trVq1UpcuXewYGQAAOVdUVJTVkeJJbty4ITc3tzSv5/6jy+fPny8/Pz/t3btXDRs2VHh4uObOnavFixercePGkqR58+apfPny2rVrl+rUqaN169bpyJEj2rBhgwoWLKhq1arpww8/1DvvvKPRo0fL1dU12bgxMTGKiYmx3I+IiEhzzAAAZBUUxgEAAAAAcCB79uzRF198kay9aNGiunz5sh0iAgAADRo00Ndff60PP/xQkmQymZSYmKhPPvlEzz777COvNzw8XJLk7e0tSdq7d6/i4uLUtGlTS59y5cqpePHi2rlzp+rUqaOdO3eqcuXKKliwoKVPixYt9Oabb+rPP/9U9erVk40TEhKiMWPGPHKcAGBLt2/dtHcIeAS2eN0ojAMAAAAA4EDc3NxSPIrrxIkT8vX1tUNEAADgk08+UZMmTfTHH38oNjZWb7/9tv7880/duHFDO3bseKR1JiYmavDgwapXr54qVaokSbp8+bJcXV3l5eVl1bdgwYKWHeQuX75sVRRPWp60LCXBwcEaOnSo5X5ERIT8/f0fKW4AyCxms1kurq46cWCDvUPBI3JxdbU681lGozAOAAAAAIADadOmjcaOHaulS5dKuntE2rlz5/TOO++oQ4cOdo4OAICcqVKlSjpx4oRmzJghs9msW7duqX379goKClLhwoUfaZ1BQUE6fPiwtm/fnsHRJufm5pauU74DgD34+Pho0sSJioyMtHcomeLChQuaNWuW+vXrp6JFi9o7nExhNpvl4+OTaeunMA4AAAAAmYzTuGVf2fG1mzRpkl566SX5+fnpzp07atSokS5fvqzAwEB9/PHH9g4PAIAcy9PTU++9916GrKt///5avXq1tm3bpmLFilnaCxUqpNjYWIWFhVkdNX7lyhUVKlTI0mf37t1W67ty5YplGQBkZz4+PplaWM0KihYtqoCAAHuHkS1RGAcAAACATMJp3BxDZp/KLaN5enpq/fr12r59uw4ePKhbt26pRo0aVtcaBQAAtnfz5k3NnTtXR48elSRVqFBBvXr1slwfPC0Mw9CAAQO0YsUKbdmyJVlhpGbNmnJxcdHGjRstZ4o5fvy4zp07p8DAQEmy7Cx39epV+fn5SZLWr18vDw8PVahQISM2FQCALInCOAAAAABkEk7j5hgy+1RumaV+/fqqX7++vcMAAACStm3bphdeeEGenp6qVauWJOmzzz7T2LFj9eOPP6phw4ZpWk9QUJAWL16sVatWyWw2W64J7unpqTx58sjT01N9+vTR0KFD5e3tLQ8PDw0YMECBgYGqU6eOJKl58+aqUKGCXnnlFX3yySe6fPmy3n//fQUFBXG6dACAQ6MwDgAAAACZiNO4wdY+++yzVJcPHDjQRpEAAIAkQUFB+s9//qPZs2crV65ckqSEhAT169dPQUFBOnToUJrWM3v2bEnSM888Y9U+b9489ezZU5I0ZcoUOTk5qUOHDoqJiVGLFi00a9YsS99cuXJp9erVevPNNxUYGKh8+fKpR48eGjt27ONvKAAAWRiFcQAAAAAAHMiUKVOs7p8/f16FCxeWs7OzTCYThXEAAOzg1KlT+u677yxFcelugXro0KH6+uuv07wewzAe2id37tyaOXOmZs6c+cA+JUqU0Jo1a9I8LgAAjoDCOAAAAAAADuTMmTNW981ms7Zu3apSpUrZKSIAAFCjRg0dPXpUZcuWtWo/evSoqlataqeoAADIWSiMAwAAAADgwEwmk71DAAAgxxs4cKAGDRqkU6dOWa71vWvXLs2cOVPjx4/XwYMHLX2rVKlirzABAHBoFMYBAAAAAHBQe/bsUVRUlLy9ve0dCgAAOdrLL78sSXr77bdTXGYymWQYhkwmkxISEmwdHgAAOQKFcQAAAAAAHEj16tVlMpl0584dnTp1Sl26dJGXl5e9wwIAIEe7/1InAADA9iiMAwAAAADgQNq1aydJypMnjypVqqRWrVrZNyAAAKC///5bdevWlbMzP8kDAGAvZGEAAAAAABzIqFGj7B2CTcWH37J3CHgE9nrdrtyOs8u4eDy8bnAEzz77rC5duiQ/Pz97hwIAQI5FYRwAAAAAAAdy8ODBVJdXqVLFRpHYRtiOQ/YOAdnIwuM37R0CgBzKMAx7hwAAQI5HYRwAAAAAAAdSrVo1mUwmSf/7Ed5kMskwDJlMJiUkJNgzvAznVa+ynD3d7R0G0ik+/JZddmroVja/CuZ1sfm4eDxXbsexUwMcws6dO5U/f/4UlzVs2NDG0QAAkPNQGAcAAAAAwIHUr19foaGhGjFihLp06WIpkjsqZ093uRTwtHcYyCYK5nWRv7urvcMAkEO9+OKLKbY74o5rAABkRU72DgAAAAAAAGScbdu2af78+Zo/f746deqkf/75RyVKlLDcAACAfVy+fFmJiYnJbhTFAQCwDQrjAAAAAAA4mPbt2+vIkSPq0qWL2rZtq/bt2+vUqVP2DgsAgBzL0c/gAgBAdkBhHAAAAAAAB+Ts7KzBgwfr1KlTCggIUI0aNTR48GB7hwUAQI5kGIa9QwAAIMfjGuMAAAAAADiQ/Pnzp3hUWkxMjKZPn66pU6faPigAAHK4xMREe4cAAECOR2EcAAAAAAAHQuEbAICs6fTp05o6daqOHj0qSapQoYIGDRqkJ554ws6RAQCQM1AYBwAAAADAgfTo0cPeIQAAgPusXbtWbdq0UbVq1VSvXj1J0o4dO1SxYkX9+OOPatasmZ0jBADA8VEYBwAAAADAwWzfvl0JCQlq1KiRjh8/rp9++kk1atTQM888Y+/QAADIkUaMGKEhQ4Zo/PjxydrfeecdCuMAANhAtiuMz549W7Nnz9bZs2clSRUrVtQHH3ygli1bSpKio6M1bNgwffvtt4qJiVGLFi00a9YsFSxY0I5RAwAAAABgG5MmTVJwcLBcXFw0cuRITZo0Sf7+/hoxYoQ+//xz9e7d294hAgCQ4xw9elRLly5N1t67d+8ceRmU+PAoe4eAR2Cv1+3K7Xi7jIvHx2uHrCbbFcaLFSum8ePHq0yZMjIMQwsWLFDbtm21f/9+VaxYUUOGDNFPP/2kZcuWydPTU/3791f79u21Y8cOe4cOAAAAAECmmz17tv773/+qbNmyql27tqZOnap+/frps88+09SpUymMAwBgB76+vgoNDVWZMmWs2kNDQ+Xn52enqGzPbDbLxdVVYTsO2jsUPCIXV1eZzWabjGU2m+Xq4qKFx2/YZDxkDlcXF5vNGeBhsl1h/IUXXrC6//HHH2v27NnatWuXihUrprlz52rx4sVq3LixJGnevHkqX768du3apTp16tgjZAAAAAAAbOaff/5RvXr1VKxYMTk7O1u+H7/wwgt699137RwdAAA502uvvaa+ffvqr7/+Ut26dSXdvcb4hAkTNHToUDtHZzs+Pj6aNHGiIiMj7R1Kprhw4YJmzZqlfv36qWjRovYOJ1OYzWb5+PjYZCwfHx9NnDSJ+ZLN2XLOAA+T7Qrj90pISNCyZcsUFRWlwMBA7d27V3FxcWratKmlT7ly5VS8eHHt3LnzgYXxmJgYxcTEWO5HRERkeuwAAAAAAGQGT09PhYWFqVixYurRo4flR6jY2Fi5ubnZOToAAHKmkSNHymw2Wy55IklFihTR6NGjNXDgQDtHZ1s+Pj4OXyQrWrSoAgIC7B2GQ2C+AMhI2bIwfujQIQUGBio6Olru7u5asWKFKlSooNDQULm6usrLy8uqf8GCBXX58uUHri8kJERjxozJ5KgBAAAAAMh8LVq00Pnz51WpUiXNnj3b0r5r1y5VqVLFjpEBAJBzmUwmDRkyREOGDLEc/cqphQEAsK1sWRgvW7asQkNDFR4eru+++049evTQ1q1bH3l9wcHBVqeriYiIkL+/f0aECgAAAACATX399dcptrdr105t27a1cTQAAECSatSokeryffv22SgSAAByrmxZGHd1dVXp0qUlSTVr1tSePXs0bdo0/ec//1FsbKzCwsKsjhq/cuWKChUq9MD1ubm5cTo5AAAAAIBD8/T0tHcIAADkWKGhoRo2bJjc3d3tHQoAADlWtiyM3y8xMVExMTGqWbOmXFxctHHjRnXo0EGSdPz4cZ07d06BgYF2jhIAAAAAgMzXvn37VJcvX77cRpEAAIB7vfXWW/Lz87N3GAAA5FjZrjAeHBysli1bqnjx4oqMjNTixYu1ZcsWrV27Vp6enurTp4+GDh0qb29veXh4aMCAAQoMDFSdOnXsHToAAAAAAJlu5cqVMpvNatu2rXLlymXvcAAAAAAAyBKyXWH86tWr6t69uy5duiRPT09VqVJFa9euVbNmzSRJU6ZMkZOTkzp06KCYmBi1aNFCs2bNsnPUAAAAAADYxvr16zVs2DDt3btXn3zyiVq3bm3vkAAAgCSTyWTvEAAAyNGyXWF87ty5qS7PnTu3Zs6cqZkzZ9ooIgAAAAAAso4mTZpo//79mj9/vl5//XWVK1dOkydPVpUqVewdGgAAOdrIkSOVN2/eFJdNnjzZxtEAAJDzZLvCeHYQHx5l7xDwiOz12l25HW+XcfF47PW63b510y7j4vHwugEAAFsymUzq1auXOnfurE8//VQNGzZU+/bt9dFHH6lIkSL2Dg8AsgW+x2VfWfG1a9iwoY4fP57iMo4kBwDANiiMZyCz2SwXV1eF7Tho71DwGFxcXWU2m20yltlslquLixYev2GT8ZDxXF1cbDpfXFxddeLABpuMh4xny78vAAAg5/rss8+s7nt5eemNN97QzJkztWzZMkVGRtopMgDIXvj+jYy0ZcsWe4cAAECOR2E8A/n4+GjSxIkO+yPDhQsXNGvWLPXr109Fixa1dziZxmw2y8fHxyZj+fj4aOKkScyZbMzW84W/MdmbLecLAADIuaZMmZJiO59DACB9nqzaVHnd89s7DDyC27dusmMDAABIhsJ4BvPx8XH4HxuKFi2qgIAAe4fhMJgzSA/mCwAAAB7mzJkzlv9HRkbKMAx5eHjYMSIAyJ7yuueXu6evvcMAAABABnGydwAAAAAAACDjxMTE6P3331fBggXl5eWl/Pnzy9fXV8HBwbpz5469wwMAAAAAwC44YhwAAAAAAAfSo0cP7d69Wx999JEqVKggSfrzzz81fvx4/fXXX1qyZImdIwQAAAAAwPYojAMAAAAA4EB++OEHbdq0SXXq1LG01atXT5UqVVLTpk3tGBkAAAAAAPbDqdQBAAAAAHAggYGBunnzZrL2mzdvqm7dunaICAAAAAAA++OIcQAAAAAAHMDQoUMlSSVKlFDXrl3VrVs3OTvf/dofHx+vRYsW6cUXX7T0k6TJkyfbJVYAAAAAAGyNwjgAAAAAAA5g//79kqTExETdunVL+/fvtyqM37p1S6dPn7b0N5lMdokTAAAAAAB7oDAOAAAAAIAD2Lx5sySpd+/eevnll/XGG29YLZ89e7b27t2rr776yh7hAQAAAABgV1xjHAAAAAAAB7JkyRI1aNAgWXv9+vW1ePFiO0QEAAAAAID9URgHAAAAAMCBPP300+rTp482b96sS5cu6dKlS9q0aZNee+01Pf300/YODwAAAAAAu6AwDgAAAACAA/n2229VokQJNW/eXMWKFVOxYsUs/8/oI8ZDQkL01FNPyWw2y8/PT+3atdPx48czdAwAAAAAADIC1xgHAAAAAMCB+Pn5acmSJQoPD9eZM2ckSSVLlpSXl1eGj7V161YFBQXpqaeeUnx8vN599101b95cR44cUb58+TJ8PAAAAAAAHhWFcQAAAAAAHJCnp6eqVauWqWP88ssvVvfnz58vPz8/7d27Vw0bNkzxMTExMYqJibHcj4iIyNQYAQAAAACQOJU6AADIosaPHy+TyaTBgwfbOxQAAJBG4eHhkiRvb+8H9gkJCZGnp6fl5u/vb6vwAAAAAAA5GIVxAACQ5ezZs0dffPGFqlSpYu9QAABAGiUmJmrw4MGqV6+eKlWq9MB+wcHBCg8Pt9zOnz9vwygBAAAAADkVhXEAAJCl3Lp1S127dtWcOXOUP39+e4cDAADSKCgoSIcPH9a3336baj83Nzd5eHhY3QAAAAAAyGxcYxwAAGQpQUFBat26tZo2baqPPvrogf2y8/VJY2JidPHiRZuMFR0drf/+97+SpDlz5uiVV15R7ty5bTJ2kSJF5ObmZpOxAAD21b9/f61evVrbtm1TsWLF7B0OAAAAAADJUBgHAABZxrfffqt9+/Zpz549D+0bEhKiMWPG2CCqjHfx4kW99957Nh/37Nmz+vDDD2023scff6yAgACbjQcAsD3DMDRgwACtWLFCW7Zs4e8+AAAAACDLojAOAACyhPPnz2vQoEFav359mo5oDg4O1tChQy33IyIi5O/vn5khZpgiRYro448/ztQxZs2apQsXLkiSqlWrpvr162v79u0KDQ2VJBUtWlT9+vXL1BiKFCmSqesHANhfUFCQFi9erFWrVslsNuvy5cuSJE9PT+XJk8fO0QEAAAAA8D8UxgEAQJawd+9eXb16VTVq1LC0JSQkaNu2bZoxY4ZiYmKUK1cuyzI3N7dse5puNze3TD2iLjo6WhcuXJDJZNLcuXMtOxrUrVtX0dHR6tOnjy5cuKDChQvb7LTqAADHNHv2bEnSM888Y9U+b9489ezZ0/YBAQAAAADwABTGAQBAltCkSRMdOnTIqq1Xr14qV66c3nnnHauiOFI3Y8YMSVK9evXk6uqqI0eOKCwsTF5eXipXrpzq1q2rHTt2aMaMGRo+fLido8XD2PKa9PHx8Vq3bp0kac2aNWrevLmcnW3zlYFr0gPZk2EY9g4BAAAAAIA0oTAOAACyBLPZrEqVKlm15cuXTwUKFEjWjtRdu3ZNklSiRAkNGTLEcl+SfH191axZM+3YscOqHVmXva5Jv2PHDu3YscNm43FNegAAAODhtm3bpk8//VR79+7VpUuXtGLFCrVr186y3DAMjRo1SnPmzFFYWJjq1aun2bNnq0yZMpY+N27c0IABA/Tjjz/KyclJHTp00LRp0+Tu7m6HLQIAwHYojAMAADgYX19fnT9/XosWLVKNGjXUv39/+fv76/z581q1apUWL15s6YeszxbXpP/ll1/066+/yt3dXU2bNlW5cuV07NgxbdiwQbdu3VKDBg303HPPZWoMXJMeAAAAeLioqChVrVpVvXv3Vvv27ZMt/+STT/TZZ59pwYIFCggI0MiRI9WiRQsdOXLEcimtrl276tKlS1q/fr3i4uLUq1cv9e3b1/JdEQAAR0VhHAAAZFlbtmyxdwjZUr9+/fTqq69a/p83b15JUpkyZZItQ9aX2dekj4+P144dO+Tp6anp06dbTp1epUoVtW/fXgMGDNCOHTv02muv2ey06gCQHvHhUfYOAY/AXq/bldvxdhkXj4fXDfifli1bqmXLlikuMwxDU6dO1fvvv6+2bdtKkr7++msVLFhQK1euVOfOnXX06FH98ssv2rNnj2rVqiVJmj59ulq1aqWJEyeywyoAwKHxyxYAAICDOXv2rOX/r732murWrauWLVvq559/1m+//WbVr0KFCnaIEFnJunXrlJiYqI4dO0q6e23xq1evys/PT82bN9dLL72kuXPnat26dWrVqpWdowWA/zGbzXJxdVXYjoP2DgWPyMXVVWaz2SZjmc1mubq4aOHxGzYZDxnP1cXFZvMFyK7OnDmjy5cvq2nTppY2T09PPf3009q5c6c6d+6snTt3ysvLy1IUl6SmTZvKyclJv//+u1588cUU1x0TE6OYmBjL/YiIiMzbEAAAMgmFcQAAAAcTFhYmSSpZsqTOnj2b7FrRSe1J/ZCzXb16VdLdHSX+7//+T4mJiZZlixcv1rPPPmvVDwCyCh8fH02aOFGRkZH2DiVTXLhwQbNmzVK/fv1UtGhRe4eTKcxms3x8fGwylo+PjyZOmsR8ycZsOV+A7Ory5cuSpIIFC1q1FyxY0LLs8uXL8vPzs1ru7Owsb29vS5+UhISEaMyYMRkcMQAAtkVhHAAAwMF4eXlJknr16iV/f3/NmDFD165dk6+vr/r3769z585p9OjRln7I2ZJ+FNuwYYM8PT3VsWNH1ahRQ/v27dOyZcu0ceNGq34AkJX4+Pg4fKGsaNGimXpJjZyE+QIAjy44OFhDhw613I+IiJC/v78dIwIAIP0ojAMAADiYcuXKydfXV6tWrdLQoUM1fPhwy7LExET98MMP8vX1Vbly5ewYJbKKxo0ba+HChTKZTJoyZYpy585taa9bt6769OkjwzDUuHFjO0cKAAAAIDWFChWSJF25ckWFCxe2tF+5ckXVqlWz9Ln/bFDx8fG6ceOG5fEpcXNzk5ubW8YHDQCADTnZOwAAAABkLCcnJ3Xt2lX79+/XpEmTtHbtWm3ZskVr167VpEmTtH//fnXt2lVOTnwUhLRp0yZJkmEYGjJkiDZu3KgbN25o48aNGjJkiAzDsOoHAAAAIGsKCAhQoUKFLGd9ku4e2f37778rMDBQkhQYGKiwsDDt3bvX0mfTpk1KTEzU008/bfOYAQCwJY4YBwAAcEC1a9dW69attWbNGu3fv9/S7uTkpNatW6t27dp2jA5ZSdLRIk2bNtWmTZs0d+5cyzInJyc1bdpUGzZs4BrjAAAAQBZw69YtnTp1ynL/zJkzCg0Nlbe3t4oXL67Bgwfro48+UpkyZRQQEKCRI0eqSJEiateunSSpfPnyeu655/Taa6/p888/V1xcnPr376/OnTurSJEidtoqAABsg8I4AACAA9q9e7d++uknVatWTVWrVpWrq6tiY2N14MAB/fTTTypdujTFcUj637XDS5Ysqfnz52vdunW6evWq/Pz81Lx5c23dutWqHwAAAAD7+eOPP/Tss89a7idd97tHjx6aP3++3n77bUVFRalv374KCwtT/fr19csvv1gumSRJixYtUv/+/dWkSRM5OTmpQ4cO+uyzz2y+LQAA2BqFcQAAAAeTmJioRYsWqXr16ho6dKjVKdObNm2qyZMna9GiRapVqxanU4eaN2+uxYsXa9myZWrYsKFatWplWRYfH6/vvvtOTk5Oat68uR2jBAAAACBJzzzzjOVyRykxmUwaO3asxo4d+8A+3t7eWrx4cWaEBwBAlsYvoQAAAA7m2LFjunbtmtq2bZus8O3k5KQ2bdro2rVrOnbsmJ0iRFbi7OysVq1aKTw8XAMGDLC6xviAAQMUHh6uVq1aydmZfWoBAAAAAACQffHrFgAAgIMJCwuTJPn7+6e4PKk9qR/QpUsXSdKaNWuSXWP8+eeftywHAAAAAAAAsiuOGAcAAHAwXl5ekqTz58+nuDypPakfkCQxMTHV+wAAAAAAAEB2RWEcAADAwZQrV06+vr5atWpVioXOH374Qb6+vipXrpydIkRWs3jxYq1evVqenp569dVXNWvWLL366qvy9PTU6tWruf4gAAAAAAAAsj0K4wAAAA7GyclJXbt21f79+zV58mSdOHFCd+7c0YkTJzR58mTt379fXbt2TXb9ceRM8fHxWrNmjTw9PTV9+nQ1btxYXl5eaty4saZPny5PT0+tWbNG8fHx9g4VAAAAAAAAeGRcYxwAAMAB1a5dW4MGDdKiRYs0evRoS7uvr68GDRqk2rVr2y84ZCnr1q1TYmKiOnbsKGdn668Hzs7OeumllzR37lytW7dOrVq1slOUAAAAAAAAwOOhMA4AAOCgateurVq1aunYsWMKCwuTl5eXypUrx5HisHL16lVJUo0aNVJcXr16dat+AAAAAAAAQHZEYRwAAMCBOTk5qUKFCvYOA1mYn5+fJGnfvn1q3LhxsuX79++36gcAAAAAAABkRxwuBAAAAORgzZs3l5OTk5YtW5bsOuLx8fH67rvv5OTkpObNm9spQgAAAAAAAODxURgHAAAAcjBnZ2e1atVK4eHhGjBggDZu3KgbN25o48aNGjBggMLDw9WqVatk1x8HAAAAAAAAshN+3QIAAAByuC5dukiS1qxZo7lz51ranZyc9Pzzz1uWAwAAAAAAANkVhXEAAAAA6tKlizp16qR169bp6tWr8vPzU/PmzTlSHAAAAAAAAA6BX7kAAAAASPrfadUBAAAAAAAAR0NhHAAAwIHFx8dzBDAAAAAAAACAHI9fRQEAABzU4sWLtWbNGiUmJlq1tWrVimtGAwAAAA9x+9ZNe4eAR8RrBwAAUkJhHAAAwAEtXrxYq1evlqenpzp27KgaNWpo3759WrZsmVavXi1JFMcBAACAFJjNZrm4uurEgQ32DgWPwcXVVWaz2d5hAACALITCOAAAgIOJj4/XmjVr5OnpqenTp1tOnd64cWM1bNhQAwYM0Jo1a9SpUydOqw4AAADcx8fHR5MmTlRkZKS9Q8k0Fy5c0KxZs9SvXz8VLVrU3uFkCrPZLB8fH3uHAQAAshB+CQUAAHAw69atU2Jiojp27CgnJycdOXJEYWFh8vLyUrly5fTSSy9p7ty5WrdunVq1amXvcAEAAIAsx8fHJ0cUVYsWLaqAgAB7hwEAAGATFMYBAAAczNWrVyVJJpNJQ4YM0bVr1yzLfH191bZtW6t+AAAAAAAAAODoKIwDAAA4GD8/P0nSnDlzVKNGDfXv31/+/v46f/68Vq1apa+++sqqHwAAAAAAAAA4Oid7BwAAAICM1bRpU0mSs7OzBg4cqDJlyih37twqU6aMBg4caLmueFI/AAAAAAAAAHB0FMYBAAAczKlTpyRJ8fHxGjRokDZu3KgbN25o48aNGjRokOLj4636AQAAAAAAAICj41TqAAAADiYsLEyS9Nxzz2ndunWaO3euZZmTk5NatGihtWvXWvoBAAAAAAAAgKOjMA4AAOBgvLy8JEmBgYHq0qWL1q1bp6tXr8rPz0/NmzfXX3/9pbVr11r6AQAAAAAAAICjozAOAADgYMqVKydfX1+tWrVKQ4cOVatWrSzLEhMT9cMPP8jX11flypWzY5QAAAAAAAAAYDtcYxwAAMDBODk5qWvXrtq/f78mT56sEydO6M6dOzpx4oQmT56s/fv3q2vXrnJy4qMgAAAAAAAAgJyBI8YBAAAcUO3atTVo0CAtWrRIo0ePtrT7+vpq0KBBql27tv2CQ5aVmJioY8eOKSwsTF5eXipXrhw7UAAAAAAAAMAhUBgHAABwULVr11atWrUodCJNdu/erUWLFunatWuWNl9fX3Xt2pUdKQAAAAAAAJDtURgHAABwYE5OTqpQoYK9w0AWt3v3bk2bNk3Vq1dX//795e/vr/Pnz2vVqlWaNm0aZxkAAAAAAABAtsfhQgAAAEAOlpiYqEWLFql69eoaOnSoypQpo9y5c6tMmTIaOnSoqlevrkWLFikxMdHeoQIAAAAAAACPjMI4AAAAkIMdO3ZM165dU9u2bZOdZt/JyUlt2rTRtWvXdOzYMTtFCAAAAAAAADw+CuMAAABADhYWFiZJ8vf3T3F5UntSPwAAAAAAACA7ojAOAAAA5GBeXl6SpPPnz6e4PKk9qR8AAAAAAACQHVEYBwAAAHKwcuXKydfXV6tWrUp2HfHExET98MMP8vX1Vbly5ewUIQAAAAAAAPD4KIwDAAAAOZiTk5O6du2q/fv3a/LkyTpx4oTu3LmjEydOaPLkydq/f7+6du2a7PrjAAAAAAAAQHbibO8AAAAAANhX7dq1NWjQIC1atEijR4+2tPv6+mrQoEGqXbu2/YIDAAAAAAAAMkC2K4yHhIRo+fLlOnbsmPLkyaO6detqwoQJKlu2rKVPdHS0hg0bpm+//VYxMTFq0aKFZs2apYIFC9oxcgAAACDrql27tmrVqqVjx44pLCxMXl5eKleuHEeKAwAAAAAAwCFku1+5tm7dqqCgIO3atUvr169XXFycmjdvrqioKEufIUOG6Mcff9SyZcu0detWXbx4Ue3bt7dj1AAAAEDW5+TkpAoVKqhu3bqqUKECRXEAAAAAAAA4jGx3xPgvv/xidX/+/Pny8/PT3r171bBhQ4WHh2vu3LlavHixGjduLEmaN2+eypcvr127dqlOnTrJ1hkTE6OYmBjL/YiIiMzdCAAAAAAAAAAAAACAzWT7Q0DCw8MlSd7e3pKkvXv3Ki4uTk2bNrX0KVeunIoXL66dO3emuI6QkBB5enpabv7+/pkfOAAAAAAAAAAAAADAJrJ1YTwxMVGDBw9WvXr1VKlSJUnS5cuX5erqKi8vL6u+BQsW1OXLl1NcT3BwsMLDwy238+fPZ3boAAAAAAAAAAAAAAAbyXanUr9XUFCQDh8+rO3btz/Wetzc3OTm5pZBUQEAAAAAAAAAAAAAspJse8R4//79tXr1am3evFnFihWztBcqVEixsbEKCwuz6n/lyhUVKlTIxlECAAAAAAAAAAAAAOwt2xXGDcNQ//79tWLFCm3atEkBAQFWy2vWrCkXFxdt3LjR0nb8+HGdO3dOgYGBtg4XAAAAAAAAAAAAAGBn2e5U6kFBQVq8eLFWrVols9lsuW64p6en8uTJI09PT/Xp00dDhw6Vt7e3PDw8NGDAAAUGBqpOnTp2jh4AAAAAAAAAAAAAYGvZrjA+e/ZsSdIzzzxj1T5v3jz17NlTkjRlyhQ5OTmpQ4cOiomJUYsWLTRr1iwbRwoAAAAAAAAAAAAAyAqyXWHcMIyH9smdO7dmzpypmTNn2iAiAAAAAAAAAAAAAEBWlu2uMQ4AAAAAAAAAAAAAQHpQGAcAAAAAAAAAAAAAODQK4wAAAAAAAAAAAAAAh0ZhHAAAAAAAAAAAAADg0CiMAwAAAAAAAAAAAAAcGoVxAAAAAADwWGbOnKmSJUsqd+7cevrpp7V79257hwQAAB6C/A0AyGkojAMAAAAAgEe2ZMkSDR06VKNGjdK+fftUtWpVtWjRQlevXrV3aAAA4AHI3wCAnIjCOAAAAAAAeGSTJ0/Wa6+9pl69eqlChQr6/PPPlTdvXv3f//2fvUMDAAAPQP4GAOREzvYOAI8uJiZGFy9etNl4Fy5csPrXlooUKSI3Nzebj+tocsqcYb5kDOYLAADZT07J3xI5PKuIjY3V3r17FRwcbGlzcnJS06ZNtXPnzhQfExMTo5iYGMv9iIiITI8zI+SU9xfvrYzBfEF6MWdgS+TvzMN7K3tjviC9mDPZD4XxbOzixYt67733bD7urFmzbD7mxx9/rICAAJuP62hyypxhvmQM5gsAANlPTsnfEjk8q7h+/boSEhJUsGBBq/aCBQvq2LFjKT4mJCREY8aMsUV4GSqnvL94b2UM5gvSizkDWyJ/Zz7eW9kT8wXpxZzJfkyGYRj2DiKriYiIkKenp8LDw+Xh4WHvcB7I1nui2JMj7Y1iTzllzjBfMgbzJWvILjkpK+C5AoCck78lcnhWcfHiRRUtWlS//fabAgMDLe1vv/22tm7dqt9//z3ZY1I64szf3z/LP1c55f2V1d9b2QXzBenFnMkayN/k7+wqq7+3sgvmC9KLOZM1pCd/c8R4Nubm5uYwe2jANpgzSA/mCwAA2Q/5G7bm4+OjXLly6cqVK1btV65cUaFChVJ8jJubW5b+UeVBeH8hPZgvSC/mDGyJ/A2kjPmC9GLOZD9O9g4AAAAAAABkT66urqpZs6Y2btxoaUtMTNTGjRutjkADAABZB/kbAJBTccQ4AAAAAAB4ZEOHDlWPHj1Uq1Yt1a5dW1OnTlVUVJR69epl79AAAMADkL8BADkRhXEAAAAAAPDI/vOf/+jatWv64IMPdPnyZVWrVk2//PKLChYsaO/QAADAA5C/AQA5EYVxAAAAAADwWPr376/+/fvbOwwAAJAO5G8AQE7DNcYBAAAAAAAAAAAAAA6NwjgAAAAAAAAAAAAAwKFRGAcAAFlCSEiInnrqKZnNZvn5+aldu3Y6fvy4vcMCAAAAAAAAADgACuMAACBL2Lp1q4KCgrRr1y6tX79ecXFxat68uaKiouwdGgAAAAAAAAAgm3O2dwAAAACS9Msvv1jdnz9/vvz8/LR37141bNgwWf+YmBjFxMRY7kdERGR6jAAAAAAAAACA7IkjxgEAQJYUHh4uSfL29k5xeUhIiDw9PS03f39/W4YHAAAAAAAAAMhGKIwDAIAsJzExUYMHD1a9evVUqVKlFPsEBwcrPDzccjt//ryNowQAAAAAAAAAZBecSh0AAGQ5QUFBOnz4sLZv3/7APm5ubnJzc7NhVAAAAAAAAACA7IrCOAAAyFL69++v1atXa9u2bSpWrJi9wwEAAAAAAAAAOAAK4wAAIEswDEMDBgzQihUrtGXLFgUEBNg7JAAAAAAAAACAg6AwDgAAsoSgoCAtXrxYq1atktls1uXLlyVJnp6eypMnj52jAwAAAAAAAABkZxTGU2AYhiQpIiLCzpEAAHK6pFyUlJsc2ezZsyVJzzzzjFX7vHnz1LNnz4c+nvwNAMhKclIOf1zkcABAVkH+TjvyNwAgq0hP/qYwnoLIyEhJkr+/v50jAQDgrsjISHl6eto7jEz1uD88kL8BAFlRTsjhj4scDgDIasjfD0f+BgBkNWnJ3yaD3d+SSUxM1MWLF2U2m2UymewdTpYREREhf39/nT9/Xh4eHvYOB9kAcwbpwXxJmWEYioyMVJEiReTk5GTvcLI08veD8f5CejBfkB7Mlwcjh6cdOTxlvL+QHswXpBdzJmXk77Qjf6eM9xbSg/mC9GLOpCw9+ZsjxlPg5OSkYsWK2TuMLMvDw4M3HNKFOYP0YL4kx17qaUP+fjjeX0gP5gvSg/mSMnJ42pDDU8f7C+nBfEF6MWeSI3+nDfk7dby3kB7MF6QXcya5tOZvdnsDAAAAAAAAAAAAADg0CuMAAAAAAAAAAAAAAIdGYRxp5ubmplGjRsnNzc3eoSCbYM4gPZgvQObh/YX0YL4gPZgvQObh/YX0YL4gvZgzQObgvYX0YL4gvZgzj89kGIZh7yAAAAAAAAAAAAAAAMgsHDEOAAAAAAAAAAAAAHBoFMYBAAAAAAAAAAAAAA6NwjgAAAAAAAAAAAAAwKFRGAcAAAAAAAAAAAAAODQK40iTbdu26YUXXlCRIkVkMpm0cuVKe4eELCokJERPPfWUzGaz/Pz81K5dOx0/ftzeYSELmz17tqpUqSIPDw95eHgoMDBQP//8s73DAhwC+RvpQQ5HepC/gcxD/kZ6kL+RHuRvIPOQv5Ee5G+kB/k7Y1EYR5pERUWpatWqmjlzpr1DQRa3detWBQUFadeuXVq/fr3i4uLUvHlzRUVF2Ts0ZFHFihXT+PHjtXfvXv3xxx9q3Lix2rZtqz///NPeoQHZHvkb6UEOR3qQv4HMQ/5GepC/kR7kbyDzkL+RHuRvpAf5O2OZDMMw7B0EsheTyaQVK1aoXbt29g4F2cC1a9fk5+enrVu3qmHDhvYOB9mEt7e3Pv30U/Xp08feoQAOg/yN9CKHI73I30DGI38jvcjfSC/yN5DxyN9IL/I30ov8/eic7R0AAMcWHh4u6e4fauBhEhIStGzZMkVFRSkwMNDe4QBAjkYOR1qRvwEg6yB/I63I3wCQdZC/kVbk78dHYRxApklMTNTgwYNVr149VapUyd7hIAs7dOiQAgMDFR0dLXd3d61YsUIVKlSwd1gAkGORw5EW5G8AyFrI30gL8jcAZC3kb6QF+TvjUBgHkGmCgoJ0+PBhbd++3d6hIIsrW7asQkNDFR4eru+++049evTQ1q1bSe4AYCfkcKQF+RsAshbyN9KC/A0AWQv5G2lB/s44FMYBZIr+/ftr9erV2rZtm4oVK2bvcJDFubq6qnTp0pKkmjVras+ePZo2bZq++OILO0cGADkPORxpRf4GgKyD/I20In8DQNZB/kZakb8zDoVxABnKMAwNGDBAK1as0JYtWxQQEGDvkJANJSYmKiYmxt5hAECOQg7H4yJ/A4Dtkb/xuMjfAGB75G88LvL3o6MwjjS5deuWTp06Zbl/5swZhYaGytvbW8WLF7djZMhqgoKCtHjxYq1atUpms1mXL1+WJHl6eipPnjx2jg5ZUXBwsFq2bKnixYsrMjJSixcv1pYtW7R27Vp7hwZke+RvpAc5HOlB/gYyD/kb6UH+RnqQv4HMQ/5GepC/kR7k74xlMgzDsHcQyPq2bNmiZ599Nll7jx49NH/+fNsHhCzLZDKl2D5v3jz17NnTtsEgW+jTp482btyoS5cuydPTU1WqVNE777yjZs2a2Ts0INsjfyM9yOFID/I3kHnI30gP8jfSg/wNZB7yN9KD/I30IH9nLArjAAAAAAAAAAAAAACH5mTvAAAAAAAAAAAAAAAAyEwUxgEAAAAAAAAAAAAADo3COAAAAAAAAAAAAADAoVEYBwAAAAAAAAAAAAA4NArjAAAAAAAAAAAAAACHRmEcAAAAAAAAAAAAAODQKIwDAAAAAAAAAAAAABwahXEAAAAAAAAAAAAAgEOjMA4AD/DKK69o3LhxmT7OL7/8omrVqikxMTHTxwIAwNGRvwEAyH7I3wAAZD/kb2RHFMYBIAUHDhzQmjVrNHDgQEvb8uXL1bx5cxUoUEAmk0mhoaFpWlebNm1UvHhx5c6dW4ULF9Yrr7yiixcvWpY/99xzcnFx0aJFizJ6MwAAyFHI3wAAZD/kbwAAsh/yN7IrCuMAkILp06erY8eOcnd3t7RFRUWpfv36mjBhQrrW9eyzz2rp0qU6fvy4vv/+e50+fVovvfSSVZ+ePXvqs88+y5DYAQDIqcjfAABkP+RvAACyH/I3si0DQJosWLDA8Pb2NqKjo63a27Zta3Tr1s0YNWqUUbVqVePzzz83ihUrZuTJk8fo2LGjERYWZumbkJBgjBkzxihatKjh6upqVK1a1fj5558ty8+cOWNIstzy589vvPjii8b169ctfW7evGn06dPH8PHxMcxms/Hss88aoaGhluVJcdxr8+bNhiTj5s2bhmEYxrx58wxPT89Hfi4OHz5stG7d2jCbzYa7u7tRv35949SpU8aoUaOs4r/31qhRI8MwDKNHjx5G27ZtjdGjR1u24fXXXzdiYmKsnqdx48YZJUuWNHLnzm1UqVLFWLZsWZpiSDJ37lyjQoUKhqurq1GoUCEjKCjIsmzSpElGpUqVjLx58xrFihUz3nzzTSMyMtKyPD4+3vD09DRWr16d4vYnvU779+9/pOdv1apVhslkMmJjYy1tf//9tyHJahsAAI+P/P0/5G/yNwBkF+Tv/yF/k78BILsgf/8P+Zv8jayLI8aBNOrYsaMSEhL0ww8/WNquXr2qn376Sb1795YknTp1SkuXLtWPP/6oX375Rfv371e/fv0s/adNm6ZJkyZp4sSJOnjwoFq0aKE2bdro5MmTVmNt2LBBly5d0k8//aTdu3frk08+sYrj6tWr+vnnn7V3717VqFFDTZo00Y0bNzL5GbjrwoULatiwodzc3LRp0ybt3btXvXv3Vnx8vIYPH65Lly7p0qVLGjZsmAIDAy33ly9fblnHxo0bdfToUW3ZskXffPONli9frjFjxliWh4SE6Ouvv9bnn3+uP//8U0OGDFG3bt20devWh8YgSbNnz1ZQUJD69u2rQ4cO6YcfflDp0qUt63dyctJnn32mP//8UwsWLNCmTZv09ttvW5YfPHhQ4eHhqlWrVoY/fzdu3NCiRYtUt25dubi4WNqLFy+uggUL6tdff83wMQEgJyN/30X+fjzkbwCwLfL3XeTvx0P+BgDbIn/fRf5+PORvZDp7V+aB7OTNN980WrZsabk/adIko1SpUkZiYqIxatQoI1euXMY///xjWf7zzz8bTk5OxqVLlwzDMIwiRYoYH3/8sdU6n3rqKaNfv36GYSTfk+rSpUtG6dKlLY/59ddfDQ8Pj2R73T3xxBPGF198YRhG5u/xFhwcbAQEBFjtrZWSUaNGWfZyu1ePHj0Mb29vIyoqytI2e/Zsw93d3UhISDCio6ONvHnzGr/99pvV4/r06WO8/PLLaYqhSJEixnvvvZfmbVq2bJlRoEABy/0VK1YYuXLlMhITE1Ps/yh7vL399ttG3rx5DUlGnTp1rPZiTFK9enVj9OjRaV4nACBtyN/kb8MgfwNAdkP+Jn8bBvkbALIb8jf52zDI38jaOGIcSIfXXntN69at04ULFyRJ8+fPV8+ePWUymSTd3WupaNGilv6BgYFKTEzU8ePHFRERoYsXL6pevXpW66xXr56OHj1q1Va3bl25u7urcOHC8vf317BhwyRJBw4c0K1bt1SgQAG5u7tbbmfOnNHp06ctjz906JDV8pYtWybblvDwcLm7u8vDw0NlypTR8OHDFRcX99DnIDQ0VA0aNLDaWyu9qlatqrx581ruBwYG6tatWzp//rxOnTql27dvq1mzZlbb8PXXX1u2MbUYrl69qosXL6pJkyYPHH/Dhg1q0qSJihYtKrPZrFdeeUX//vuvbt++LUm6c+eO3NzcLK9rWr3xxhtWMd/rrbfe0v79+7Vu3TrlypVL3bt3l2EYVn3y5MljiQEAkHHI3+Tv1JC/ASBrIn+Tv1ND/gaArIn8Tf5ODfkbWYGzvQMAspPq1auratWq+vrrr9W8eXP9+eef+umnnzJ8nCVLlqh8+fK6fPmyBg0apOHDh2v69Om6deuWChcurC1btiR7jJeXl+X/ZcuWtTplze+//65u3bpZ9Tebzdq3b58Mw9CRI0fUo0cPFSpUSMOHD081tjx58jzWtj3MrVu3JEk//fST1YckSXJzc3toDA+L7+zZs3r++ef15ptv6uOPP5a3t7e2b9+uPn36KDY2Vnnz5pWPj49u376t2NhYubq6pjn2sWPHPvD58/HxkY+Pj5588kmVL19e/v7+2rVrlwIDAy19bty4IV9f3zSPBwBIG/I3+Ts15G8AyJrI3+Tv1JC/ASBrIn+Tv1ND/kZWQGEcSKdXX31VU6dO1YULF9S0aVP5+/tblp07d04XL15UkSJFJEm7du2Sk5OTypYtKw8PDxUpUkQ7duxQo0aNLI/ZsWOHateubTWGv7+/SpcurdKlS6tXr14aP368pk+frho1aujy5ctydnZWyZIlHxijq6ur1TVB/vnnn2R9nJycLH3KlCmjZs2aKTQ09KHbX6VKFS1YsEBxcXGPvNfbgQMHdOfOHUsS3rVrl9zd3eXv7y9vb2+5ubnp3LlzVs9TWmMwm80qWbKkNm7cqGeffTbZY/fu3avExERNmjRJTk53T5qxdOlSqz7VqlWTJB05csTy/7Tw8/OTn5/fQ/slJiZKkmJiYixt0dHROn36tKpXr57m8QAAaUf+Jn8/CPkbALIu8jf5+0HI3wCQdZG/yd8PQv5GVsCp1IF06tKli/755x/NmTNHvXv3tlqWO3du9ejRQwcOHNCvv/6qgQMHqlOnTipUqJCku6cDmTBhgpYsWaLjx49rxIgRCg0N1aBBg6zW8++//+ry5cs6ePCgvvnmG5UrV06S1LRpUwUGBqpdu3Zat26dzp49q99++03vvfee/vjjj3RvS3R0tO7cuaO9e/dq+/btqlSp0kMf079/f0VERKhz5876448/dPLkSf33v//V8ePH0zxubGys+vTpoyNHjmjNmjUaNWqU+vfvLycnJ5nNZg0fPlxDhgzRggULdPr0ae3bt0/Tp0/XggUL0hTD6NGjNWnSJH322Wc6efKk5fGSVLp0acXFxWn69On666+/9N///leff/65VXy+vr6qUaOGtm/fbtV+48YNhYaG6siRI5Kk48ePKzQ0VJcvX37gtv7++++aMWOGQkND9ffff2vTpk16+eWX9cQTT1jt7bZr1y65ublZtQEAMg75m/xN/gaA7If8Tf4mfwNA9kP+Jn+Tv5Gl2e/y5kD29corrxje3t5GdHS0pW3UqFFG1apVjVmzZhlFihQxcufObbz00kvGjRs3LH0SEhKM0aNHG0WLFjVcXFyMqlWrGj///LNl+ZkzZwxJlpuXl5fx/PPPG2fOnLH0iYiIMAYMGGAUKVLEcHFxMfz9/Y2uXbsa586ds4rjXps3bzYkGTdv3jQMwzDmzZtnGcNkMhmFChUy3nzzTSMmJiZN23/gwAGjefPmRt68eQ2z2Ww0aNDAOH36tFWfUaNGGY0aNUr22B49ehht27Y1PvjgA6NAgQKGu7u78dprr1k9l4mJicbUqVONsmXLGi4uLoavr6/RokULY+vWrWmO4fPPP7c8vnDhwsaAAQMsyyZPnmwULlzYyJMnj9GiRQvj66+/tnp+DMMwZs2aZdSpU8cq9nuft3tvo0aNeuBzdfDgQePZZ581vL29DTc3N6NkyZLGG2+8Yfzzzz9W/fr27Wu8/vrrD1wPAODxkb/J3+RvAMh+yN/kb/I3AGQ/5G/yN/kbWZXJMO67ej2Ah2rSpIkqVqyozz77zNI2evRorVy5Mk2nU8nJevbsqbCwMK1cudLeoaTqzp07Klu2rJYsWZLpe6Fdv35dZcuW1R9//KGAgIBMHQsAcjLy96MjfydH/gYA2yB/Pzryd3LkbwCwDfL3oyN/J0f+RkbiGuNAOty8eVNbtmzRli1bNGvWLHuHg0yUJ08eff3117p+/Xqmj3X27FnNmjWLpA4AmYT8nXOQvwHAcZC/cw7yNwA4DvJ3zkH+RnZFYRxIh+rVq+vmzZuaMGGCypYta+9wMsUbb7yhhQsXprisW7duya4n4sieeeYZm4xTq1Yt1apVyyZjAUBORP4mf2cG8jcAZC7yN/k7M5C/ASBzkb/J35mB/I2MxKnUAVi5evWqIiIiUlzm4eEhPz8/G0cEAAAehvwNAED2Q/4GACD7IX8D2RuFcQAAAAAAAAAAAACAQ3OydwAAAAAAAAAAAAAAAGQmCuMAAAAAAAAAAAAAAIdGYRwAAAAAAAAAAAAA4NAojAMAAAAAAAAAAAAAHBqFcQAAAAAAAAAAAACAQ6MwDgAAAAAAAAAAAABwaBTGAQAAAAAAAAAAAAAOjcI4AAAAAAAAAAAAAMChURgHAAAAAAAAAAAAADg0CuMAAAAAAAAAAAAAAIdGYRwAAAAAAAAAAAAA4NAojAMAAAAAAAAAAAAAHBqFcQAOJyoqSufPn9fNmzftHQoAAAAAAAAAAACyAArjABzCsmXL1KRJE5nNZrm7u6t48eL65JNP7B0WAAAAAAAAAAAAsgAK49nI/PnzZTKZLLfcuXPrySefVP/+/XXlyhV7hwfYzYgRI9SpUyeZzWbNmTNH69ev14YNG9SvXz97hwYAWR6fLwAAsA9yMAAAGYvcCgB4GGd7B4D0Gzt2rAICAhQdHa3t27dr9uzZWrNmjQ4fPqy8efPaOzzAprZu3aoJEyYoJCREI0aMsHc4AJBt8fkCAAD7IAcDAJCxyK0AgAehMJ4NtWzZUrVq1ZIkvfrqqypQoIAmT56sVatW6eWXX7ZzdIBtTZw4UXXr1qUoDgCPic8XAADYBzkYAICMRW4FADwIp1J3AI0bN5YknTlzRpJ048YNDR8+XJUrV5a7u7s8PDzUsmVLHThwINljo6OjNXr0aD355JPKnTu3ChcurPbt2+v06dOSpLNnz1qdfub+2zPPPGNZ15YtW2QymbRkyRK9++67KlSokPLly6c2bdro/Pnzycb+/fff9dxzz8nT01N58+ZVo0aNtGPHjhS38Zlnnklx/NGjRyfru3DhQtWsWVN58uSRt7e3OnfunOL4qW3bvRITEzV16lRVrFhRuXPnVsGCBfX666/r5s2bVv1Kliyp559/Ptk4/fv3T7bOlGL/9NNPkz2nkhQTE6NRo0apdOnScnNzk7+/v95++23FxMRY9bt+/bqOHTum27dvJ4vhfqm9piVLlrTqGxUVpWHDhsnf319ubm4qW7asJk6cKMMw0rS+e7cpM+bIrl27VKlSJXXu3Fne3t7KkyePnnrqKa1cuTLFbe/Zs2ea5tKxY8f00ksvydvbW7lz51atWrX0ww8/WPVJOj3TH3/8YdV+/fr1ZOscPXp0snlw69YtFSpUSCaTSVu2bEn3tqdF0o4DBQoUUJ48eVSzZk199913Kfa9/3RTKb3Pk/qcPXvW0vbnn38qf/78ev755xUfH29p/+uvv9SxY0d5e3srb968qlOnjn766SerMZPmREq37du3W/rt379fLVu2lIeHh9zd3dWkSRPt2rUrxe140N+L+fPnW/WbPXu2KlWqpLx581r1e9DzA+Q0fL6wxueLjPl8YRiGSpYsqbZt2yZ7fHR0tDw9PfX6669btacld/fs2VPu7u4PjVGSfv75ZzVq1Ehms1keHh566qmntHjx4jQ99q+//pLJZNKUKVOSLfvtt99kMpn0zTffWLWnZ56lJul5qFatWrJlISEhMplMyZ6DtM6JpPdZSjnQ3d1dPXv2TFesAB4POdgaOTj1HJz0Ot3/nbJnz57Jvt+n5/vhwoULVbt2beXNm1f58+dXw4YNtW7dOkl3n5u0/q6Qkb8pxMbG6oMPPlDNmjXl6empfPnyqUGDBtq8eXOqz1FqHjTmvc9nankyyf3P96hRo+Tk5KSNGzda9evbt69cXV0t79+0blPS/J44cWKysStVqpTie/f+OdG6desU5+rmzZvVoEED5c+f3+o56N+//wO3F8huyK3WyK2p59ZGjRqpatWqKS4rW7asWrRoIcn6b/OUKVNUokQJ5cmTR40aNdLhw4eTPXbTpk1q0KCB8uXLJy8vL7Vt21ZHjx616pP0G3LSzWw2q3bt2in+1p2W+ZG0vuvXr1u1//HHH8l+L03P9+rU3L8N99/u/432Yc/Lw9Z3f85btmyZZX77+PioW7duunDhQrI40/J6JMnJ76+k3/iLFCkiJycnS4yVKlVK8bnKDjhi3AEkJeECBQpIujtRV65cqY4dOyogIEBXrlzRF198oUaNGunIkSMqUqSIJCkhIUHPP/+8Nm7cqM6dO2vQoEGKjIzU+vXrdfjwYT3xxBOWMV5++WW1atXKatzg4OAU4/n4449lMpn0zjvv6OrVq5o6daqaNm2q0NBQ5cmTR9LdPzotW7ZUzZo1LV8W5s2bp8aNG+vXX39V7dq1k623WLFiCgkJkXS3oPjmm2+mOPbIkSPVqVMnvfrqq7p27ZqmT5+uhg0bav/+/fLy8kr2mL59+6pBgwaSpOXLl2vFihVWy19//XXNnz9fvXr10sCBA3XmzBnNmDFD+/fv144dO+Ti4pLi85AeYWFhlm27V2Jiotq0aaPt27erb9++Kl++vA4dOqQpU6boxIkTVglxxowZGjNmjDZv3pzsj1dKmjVrpu7du1u1TZo0yeoPqmEYatOmjTZv3qw+ffqoWrVqWrt2rd566y1duHDB8qPwf//7X8tjfv31V3355ZeaMmWKfHx8JEkFCxa0Gicj58i///6rL7/8Uu7u7ho4cKB8fX21cOFCtW/fXosWLUpxL1AfHx+rH7RfeeUVq+V//vmn6tWrp6JFi2rEiBHKly+fli5dqnbt2un777/Xiy+++NDnNy0mTZqU4vWNHuX98SDTpk1TmzZt1LVrV8XGxurbb79Vx44dtXr1arVu3TrFx9z72n388ceprv/8+fN67rnnVK5cOS1dulTOznfTypUrV1S3bl3dvn1bAwcOVIECBbRgwQK1adNG3333XbLncODAgXrqqaes2sqWLSvp7uvRoEEDeXh46O2335aLi4u++OILPfPMM9q6dauefvrpZHGVK1dO7733nqS7H3qHDBlitXzJkiXq16+fnnnmGQ0YMED58uXT0aNHNW7cuFS3F8hJ+HxhPTafLzLm84XJZFK3bt30ySef6MaNG/L29rb0+/HHHxUREaFu3bolW+/DcndazZ8/X71791bFihUVHBwsLy8v7d+/X7/88ou6dOny0MeXKlVK9erV06JFi5LllkWLFslsNqdY9E/LPEsLZ2dn/fnnn9q/f7+qV69utV25c+d+6OMfNCcAZC3kYOuxycFpy8Fpkdbvh2PGjNHo0aNVt25djR07Vq6urvr999+1adMmNW/eXFOnTtWtW7ckyfI96t1331X58uUlyfKjekb/phAREaGvvvpKL7/8sl577TVFRkZq7ty5atGihXbv3p3izmNpce/nlz179uizzz57pPXc6/3339ePP/6oPn366NChQzKbzVq7dq3mzJmjDz/80FJwyaxtut+2bdu0Zs2aZO1nzpxR69atVbhwYX3wwQfy9fWV9OiftYCsitxqPTa5NfXc+sorr+i1117T4cOHrYp/e/bs0YkTJ/T+++9b9f/6668VGRmpoKAgRUdHa9q0aWrcuLEOHTpkyWEbNmxQy5YtVapUKY0ePVp37tzR9OnTVa9ePe3bty/ZzmxJufH69euaNWuWOnbsqMOHD1t+L83I348zy+zZs60K7WfOnNEHH3xg1Sctz0v79u1VunRpy2OGDBmi8uXLq2/fvpa2pM8gSfPwqaeeUkhIiK5cuaJp06Zpx44dVvM7va+HlDPfXwkJCWrTpo3+/vtvDR48WE8++aRMJtNDawZZnoFsY968eYYkY8OGDca1a9eM8+fPG99++61RoEABI0+ePMY///xjGIZhREdHGwkJCVaPPXPmjOHm5maMHTvW0vZ///d/hiRj8uTJycZKTEy0PE6S8emnnybrU7FiRaNRo0aW+5s3bzYkGUWLFjUiIiIs7UuXLjUkGdOmTbOsu0yZMkaLFi0s4xiGYdy+fdsICAgwmjVrlmysunXrGpUqVbLcv3btmiHJGDVqlKXt7NmzRq5cuYyPP/7Y6rGHDh0ynJ2dk7WfPHnSkGQsWLDA0jZq1Cjj3rfFr7/+akgyFi1aZPXYX375JVl7iRIljNatWyeLPSgoyLj/rXZ/7G+//bbh5+dn1KxZ0+o5/e9//2s4OTkZv/76q9XjP//8c0OSsWPHjmSxb968OVkM95NkBAUFJWtv3bq1UaJECcv9lStXGpKMjz76yKrfSy+9ZJhMJuPUqVPJ1pE0T8+cOZNsWWbMEUmGJGPLli1W/cqXL28UKlTIiI2NtYqha9euRkBAQLLn497Xo0mTJkblypWN6OhoS1tiYqJRt25do0yZMsm2dc+ePVbrS2l+3j+3rl69apjNZqNly5ZWr9ujvD9Sc/v2bav7sbGxRqVKlYzGjRsn6ztnzhxDkvH3339b2ho1amQ1J+99fW/cuGFUqFDBKFu2rHH9+nWrdQ0ePNiQZDV3IyMjjYCAAKNkyZKWv1FJc2LZsmUP3IZ27doZrq6uxunTpy1tFy9eNMxms9GwYcNk/evVq2c8++yzlvtJf8fmzZtnaXv55ZcNLy8v486dO5a2tMQCOCI+X/D5IomtPl8cP37ckGTMnj3bql+bNm2MkiVLWr1+hpG23N2jRw8jX758qcYXFhZmmM1m4+mnn7b6+28YRrIxU/PFF18YkoyjR49a2mJjYw0fHx+jR48eyfqnZZ6lRdI2vvDCC0b//v0t7b/++quRJ08eo127dsmeg7TOidRyYL58+VLcLgCPjxxMDk7yODl469athiRj06ZNVu09evSwyr+GkbbvhydPnjScnJyMF198Mdm8SylfJs2TlOLM6N8U4uPjjZiYGKu2mzdvGgULFjR69+6drP/DxMbGGpKs8uqyZcuSbU9avium9HwfOnTIcHV1NV599VXj5s2bRtGiRY1atWoZcXFx6d6mR3nv3rsNTz/9tOX3h3vnatLnmp07d1qt80Gf64CsjtxKbk3yOLk1LCzMyJ07t/HOO+9YtQ8cONDIly+fcevWLcMw/vfa3zu3DMMwfv/9d0OSMWTIEEtbtWrVDD8/P+Pff/+1tB04cMBwcnIyunfvnizGe61bt86QZCxdutQwjPTNj6T1Xbt2zWqde/bsSfZ7aVq+V6dFesZM6/NyrxIlSqT4HTU2Ntbw8/MzKlWqZPWdf/Xq1YYk44MPPnjkcXPq+yvp95uQkBCrxzdq1MioWLFisrGyC06lng01bdpUvr6+8vf3V+fOneXu7q4VK1aoaNGikiQ3Nzc5Od19aRMSEvTvv//K3d1dZcuW1b59+yzr+f777+Xj46MBAwYkG+P+UyukR/fu3WU2my33X3rpJRUuXNiyZ2poaKhOnjypLl266N9//9X169d1/fp1RUVFqUmTJtq2bZsSExOt1hkdHf3Qo2CWL1+uxMREderUybLO69evq1ChQipTpkyy01DFxsZKuvt8PciyZcvk6empZs2aWa2zZs2acnd3T7bOuLg4q37Xr19XdHR0qnFfuHBB06dP18iRI5OdqmTZsmUqX768ypUrZ7XOpNP/3Dv+6NGjZRhGhu1JLklr1qxRrly5NHDgQKv2YcOGyTAM/fzzz4+03oyeI0899ZQaNWpkuZ8nTx7169dPly9ftprz0t3XPbXX/MaNG9q0aZM6deqkyMhIy9j//vuvWrRooZMnTyY79Up4eLjV63Pjxo2HPgcffvihPD09kz23j/L+SE3SXqaSdPPmTYWHh6tBgwbJnhcpbe+JJNHR0WrTpo2uXbumX375xbLHbZI1a9aodu3aql+/vqXN3d1dffv21dmzZ3XkyJE0xZ+QkKB169apXbt2KlWqlKW9cOHC6tKli7Zv366IiIhk2/GwbYiMjFTevHnTdHQdkFPw+SJlfL7I+M8XTz75pJ5++mktWrTI0nbjxg39/PPP6tq1a7J5kpa/60lSe37Wr1+vyMhIjRgxItnrnp652alTJ+XOndsq/rVr1+r69espHu2elnmWHr1799bixYstpwWcN2+e2rdvL09Pz1Qfl9qcSHLvZ5+kG4DMRw5OGTk4bTnYz89PkvTPP/+k2k9K2/fDlStXKjExUR988IFl3iVJ7zzK6N8UcuXKJVdXV0l3jxC8ceOG4uPjVatWrRS/4z5M0muZ1jydlCfDwsLS1L9SpUoaM2aMvvrqK7Vo0ULXr1/XggULLGdak9K/Tbdv3042JxMSElKNY/ny5dqzZ4/Gjx+f4jZJSvadHsjuyK0pI7emLbd6enqqbdu2+uabbyyX/khISNCSJUvUrl075cuXz6p/u3btLHNLkmrXrq2nn37a8npeunRJoaGh6tmzp9VZ06pUqaJmzZqleEaPpO04evSoPv/8c+XLl0916tSR9Gjz48aNG1bPT3h4+AO3P62vy+N6lOclNX/88YeuXr2qfv36Wb0XWrdurXLlylku8fko4+bU95ejfk7gVOrZ0MyZM/Xkk0/K2dlZBQsWVNmyZa2+rCQmJmratGmaNWuWzpw5Y/UB+d4JfPr0aZUtW9bqA3lGKFOmjNV9k8mk0qVLW65JfPLkSUlSjx49HriO8PBw5c+f33L/+vXrydZ7v5MnT8owjAf2u/+UEklfZFK7bsbJkycVHh5u+aJ5v6tXr1rdX7duneW0U2k1atQoFSlSRK+//nqy61WdPHlSR48efeA67x8/o/39998qUqSI1Qc16X+nJvn7778fab0ZPUfKlSuXbHlSjGfPnrU61XZYWFiqr/mpU6dkGIZGjhypkSNHptjn6tWrVh92mjZt+sD1peTMmTP64osvNHv27GQJ9VHeH6lZvXq1PvroI4WGhlpdVyelD+9peU8k6dWrl3bt2qXcuXNbXVc8yd9//53iKc7vnTtpuQ7JtWvXdPv2bctpgu5fV2Jios6fP6+KFStabUeJEiVSXW9gYKBWr16t0aNHq3fv3sqbN2+qHwiBnIDPFynj80Xm6N69u/r376+///5bJUqU0LJlyxQXF5fiaTsflruTREVFWW2Tv7+/hg0bpkGDBkn63+kTH/c6WF5eXnrhhRe0ePFiffjhh5Lunka9aNGilh9f7pWWeZYerVu3lrOzs1atWqXWrVtr6dKlWrlypdVpaFOS2pxI0rt37wyLE0DakYNTRg5Om1KlSqlQoUKaOHGiqlatajn97/3XVZXS9v3w9OnTcnJyUoUKFdIdy/0y4zeFBQsWaNKkSTp27Jji4uIs7QEBAeleV9IOYA/buSzJvXnS3d1dL7zwgqZMmZLs8nH3euutt/Ttt99q9+7dGjduXIrPa3q2adSoURo1alSy9gfFkJCQoHfffVddu3ZVlSpVki0PDAy0xBkSEpLu+Q5kVeTWlJFb06579+5asmSJfv31VzVs2FAbNmzQlStXUvzOmtLz+eSTT2rp0qWS/pfvHvT75tq1axUVFWVVcL93ezw8PLRo0SL5+/tLerT5kdLYKXnY9+qM9CjPy6Our1y5ctq+ffsjj5tT319ly5ZV/vz5NWnSJFWoUMFyKvV7P69kRxTGs6HatWurVq1aD1w+btw4jRw5Ur1799aHH34ob29vOTk5afDgwek60jSzJMXw6aefPvBaSff+MYiNjdWlS5fUrFmzh67XZDLp559/Vq5cuVJdpyRdvnxZklSoUKFU1+nn52d1RNC97v8j8/TTT+ujjz6yapsxY4ZWrVqV4uOPHj2q+fPna+HChSleCyIxMVGVK1fW5MmTU3x8UjJ0NOmZI/fu8Z4Wly9fTrVomjT28OHD1aJFixT73HtNE+l/H7aTREREqEOHDg8c47333lOZMmXUo0cP/frrrymOn9b3R2p+/fVXtWnTRg0bNtSsWbNUuHBhubi4aN68eVq8eHGy/pcvX5a7u3uaPmzs27dPq1atUv/+/dW3b19t2rQpTTHZwuXLlx/42iUZMmSIjh8/rg8//FBjxoyxUWRA1sbniwevl88XGa9z584aMmSIFi1apHfffVcLFy5UrVq1Uvxi+rDcnSR37tz68ccfJd3dq/n//u//NHjwYBUuXFidOnXK0Pi7d++uZcuW6bffflPlypX1ww8/qF+/fsmOrEvrPEsPFxcXdevWTfPmzdPt27dVoEABNW7cONXC+MPmRJIPPvjAcm2zJC+88EKGxQ4gZeTgB6+XHPxwrq6umjNnjrp06WK5bnWSe/Nner8fZkULFy5Uz5491a5dO7311lvy8/NTrly5FBISYtkBLj2SClApXUc0JUl5Mi4uTnv37tXYsWMVFhaW6hFtf/31l6WAcejQocfepr59+6pjx45Wba+99toDx587d67Onj2rtWvXpri8bt26+vTTTzVmzJgM2RkCyCrIrQ9eL7k1bVq0aKGCBQtq4cKFatiwoRYuXKhChQql+wCpR7V+/XpJdwvV33//vTp16qTVq1erWbNmj/T78ffffy8PDw/L/RMnTigoKCjZ42z5vTq7yMnvL3d3dy1ZskS9e/e2OjOsJKsD1bIbCuMO6LvvvtOzzz6ruXPnWrWHhYXJx8fHcv+JJ57Q77//rri4uFR/IEuvpA/8SQzD0KlTpyx7pj7xxBOS7u7plJZEcuDAAcXFxaX6YSZpvYZhKCAgwKpI+SBHjhyRyWRKdW+pJ554Qhs2bFC9evXSVID18fFJtk0rV658YP/g4GBVq1ZN//nPfx44/oEDB9SkSZPHOj3PoypRooQ2bNigyMhIqz28jx07Zln+KDJyjgQEBOj48ePJ2pNivPcLblxcnE6dOqXnnnvugetLOl23i4tLmj/o3P9hO7XTju7fv1/ffvutVq5cmWKCTO/7IzXff/+9cufOrbVr11qdkmXevHkp9j9y5Ihlz/2H+eqrr9SmTRvlypVLzz//vObOnas+ffpYlpcoUSLV1yWtc8fX11d58+Z94LqcnJysPuD+888/ioyMfOh25MmTR3PmzNH+/fvl6empUaNG6cCBAxo+fHia4gJyIj5f8PkiI3l7e6t169ZatGiRunbtqh07dmjq1KnJ+qUldyfJlSuX1fPUunVreXt765dfflGnTp0sc+Tw4cPJdnJLr+eee06+vr5atGiRnn76ad2+fTvFIwfSOs/Sq3fv3qpatarOnz+vHj16PPR1fNicSFK5cuVkcy2lzysAbIscTA5+mOeff14XLlzQwYMHdefOHUl3fyy/93tUWr8fPvHEE0pMTNSRI0ce+GN7WmX0bwrfffedSpUqpeXLl1s9fykdQZ0Wf/zxhySlOU/fmydbtmypc+fOacGCBSmeRU26+2N2z5495eHhocGDB2vcuHF66aWX1L59+0fepjJlyiSbkw/auf327dsaM2aM+vXrl+pzPXz4cJ08eVLff/+9vv76a7m6umboTn1AVkRuJbc+TK5cudSlSxfNnz9fEyZM0MqVK/Xaa6+l+P3o/tdTult4TvpdOulv8IN+3/Tx8Un2t/ze56ht27b6/fffNXHiRDVr1uyRfj9u2LCh1dz28vJKsd/DvldnpEd5XtK6vvvP5nb8+HHL8vSOm5PfX5LUrFkzffLJJ+ratas+//xzlSpVSsOGDXvopVyyMq4x7oBy5cplufZFkmXLliW7LnKHDh10/fp1zZgxI9k67n98enz99deWaw9Idz9oXLp0SS1btpQk1axZU0888YQmTpyoW7duJXv8tWvXksWeVHxLTfv27ZUrVy6NGTMmWfyGYejff/+13I+Pj9f333+v2rVrp3r0badOnZSQkGA5Tea94uPj03xdqZTs3LlTq1at0vjx4x+YtDt16qQLFy5ozpw5yZbduXNHUVFRlvvXr1/XsWPHdPv27UeO6X6tWrVSQkJCsjkyZcoUmUwmy2uaXhk5R1q1aqXdu3frt99+s7RFR0dr9uzZKlSokGrWrGlpX7Vqle7cuZPiaU6T+Pn56ZlnntEXX3yhS5cupTr2oxgxYoTq1aunNm3apLg8ve+P1OTKlUsmk8kqSZ09ezbFZHj+/Hnt2LEj1efmXklHk7Vu3VqdO3fWW2+9pStXrliWJ70uO3futLRFRUXpyy+/VMmSJdO8J3quXLnUvHlzrVq1yrI3vyRduXJFixcvVv369a32dvz2228lKU3bERwcrHPnzmnhwoVq2rSp1VwBkByfL/h8kdFeeeUVHTlyRG+99ZZy5cqlzp07J+uTltz9IEmvV9IPF82bN5fZbFZISEiya2yld246Ozvr5Zdf1tKlSzV//nxVrlw5xdOTpnWepVfFihVVs2ZNHTlyRD179ky1b1rmBICsjRxMDk4Ls9msevXqqWnTpmratKkKFy5stTyt3w/btWsnJycnjR07NtlRk+mdRxn9m0JSTr83jt9//93qe2d6fPfddypbtmyKl2dLi8TERDk5OT3w9Z48ebJ+++03ffnll/rwww9Vt25dvfnmm1Y702f0Nt1r2rRpioqK0nvvvZdqvx9//FFffvmlvvrqK7Vq1cpmR0MC9kRuJbemxSuvvKKbN2/q9ddf161bt9StW7cU+61cudJq7uzevVu///675fUsXLiwqlWrpgULFlg9H4cPH9a6devUqlWrVONISEhQbGys5TIoGfn78cPc/706Iz3u83K/WrVqyc/PT59//rnVJWN+/vlnHT16VK1bt36kcXPy+0u6Wzfo16+fBg4cqL59+6pp06ZpvsxrVsUR4w7o+eef19ixY9WrVy/VrVtXhw4d0qJFiyxHwibp3r27vv76aw0dOlS7d+9WgwYNFBUVpQ0bNqhfv35q27btI43v7e2t+vXrq1evXrpy5YqmTp2q0qVLW07t5OTkpK+++kotW7ZUxYoV1atXLxUtWlQXLlzQ5s2b5eHhoR9//FFRUVGaOXOmPvvsMz355JPasmWLZYykP/gHDx7Uzp07FRgYqCeeeEIfffSRgoODdfbsWbVr105ms1lnzpzRihUr1LdvXw0fPlwbNmzQyJEjdfDgQctpQR6kUaNGev311xUSEqLQ0FA1b95cLi4uOnnypJYtW6Zp06bppZdeeqTnad26dWrWrFmqXzheeeUVLV26VG+88YY2b96sevXqKSEhQceOHdPSpUu1du1ay55KM2bM0JgxY7R582Y988wzjxTT/V544QU9++yzeu+993T27FlVrVpV69at06pVqzR48GDL3mnplVFzRJLefvttLVq0SC1bttTAgQPl4+OjhQsX6siRI1q0aJGcnZ11+/ZtjRo1SrNmzVLdunXVvHnzVOObOXOm6tevr8qVK+u1115TqVKldOXKFe3cuVP//POPDhw48EjbLd193Xfs2PHA5enZ9odp3bq1Jk+erOeee05dunTR1atXNXPmTJUuXVoHDx609Js9e7ZCQkKUN29eDRw4MN3bNG3aNJUvX14DBgywXDtnxIgR+uabbyyvi7e3txYsWKAzZ87o+++/T3aq2dR89NFHWr9+verXr69+/frJ2dlZX3zxhWJiYvTJJ59IulsoHzVqlL766it17tz5oT9sbNiwQVOmTNF///vfRz7zAZDT8PmCzxcZ9fkiSevWrVWgQAEtW7ZMLVu2tLpmVnpzt3T3x4JffvlF0t1Tvs2bN09RUVFq166dpLt700+ZMkWvvvqqnnrqKXXp0kX58+fXgQMHdPv2bS1YsCBd8Xfv3l2fffaZNm/erAkTJlgtS+88exSbNm1STEyMvL29U+2XljkBIGsjB5ODMyIHp/X7YenSpfXee+/pww8/VIMGDdS+fXu5ublpz549KlKkiEJCQtI8Zkb/pvD8889r+fLlevHFF9W6dWudOXNGn3/+uSpUqJBiYeBB/vrrL33yySfavXu32rdvr4ULF1qW7dmzR9LdU9gWL17c6n0WGhoqd3d3xcfHa+/evfr666/Vtm3bFIsFR48e1ciRI9WzZ0/LZUnmz5+vatWqqV+/fpbvzhm1TSlZt26dPv74Y6vrJd/v8uXL6tOnj1599VXLZyYgJyC3klvTklurV6+uSpUqadmyZSpfvrxq1KiRYr/SpUurfv36evPNNxUTE6OpU6eqQIECevvtty19Pv30U7Vs2VKBgYHq06eP7ty5o+nTp8vT01OjR49Ots6k3BQVFaWVK1fq7NmzGjx4sKSM/f34fg/7Xp3R0vu8pMbFxUUTJkxQr1691KhRI7388su6cuWKpk2bppIlS2rIkCHpGpf3192dAF955RUVK1ZM48ePf6RxsiQD2ca8efMMScaePXtS7RcdHW0MGzbMKFy4sJEnTx6jXr16xs6dO41GjRoZjRo1sup7+/Zt47333jMCAgIMFxcXo1ChQsZLL71knD592jAMwzhz5owhyfj000+TjVOxYkWr9W3evNmQZHzzzTdGcHCw4efnZ+TJk8do3bq18ffffyd7/P79+4327dsbBQoUMNzc3IwSJUoYnTp1MjZu3Gg19sNuPXr0sFrv999/b9SvX9/Ily+fkS9fPqNcuXJGUFCQcfz48f/H3p3HVVH2fRz/HhABFRAXQBQN99zRTFFTS0rRXNK70ux2TVvccaXcy1DTRNOszFwyszK37L71MRPNXMqFtFxSU3EDc2FVUeE8f/R4nohFORwYOHzer9d5xVwzc53vyNDA+c1cl9lsNpuHDBlibtmypXnTpk3pMk2aNMmc0Y/FRx99ZG7UqJHZ1dXV7ObmZq5bt655zJgx5osXL1q2qVSpkrlDhw7p9h00aFC6PiWZTSaTef/+/WnaM/oe3b592zxjxgxz7dq1zc7OzmZPT09zo0aNzFOmTDHHxcWly75t27Z0Gf5JknnQoEHp2jt06GCuVKlSmraEhATziBEjzL6+vlDece4AAQAASURBVGYnJydztWrVzO+88445NTU1w77vnaenT59Ot87W58g9p06dMv/rX/8ye3h4mF1cXMyNGzc2r1u3zrL+/PnzZj8/P/Pw4cPT/Jv9/d9j0qRJ6frs1auX2cfHx+zk5GQuX768+emnnzavXr063bH+82fyzz//TNfnve9P586dM/w3+ef37UGP/X4WL15srlatmtnZ2dlcs2ZN85IlS9Kd548++qj52WefNR87dizd/v88JzP7/i5btswsybxhwwZL273vS8mSJc0uLi7mRx991Lxx48YMj/+rr77K8jgOHDhgbtu2rblEiRLmYsWKmR9//HHzrl27LOt//PFHc9WqVc2TJ082Jycnp9n33v9LlixZYjabzeYrV66YfX19zT169LAqC2Bv+P2C3y+M+P3intdee80sybxy5co07dm9dvfu3TvN969EiRLmhg0bmj/99NN0+27YsMHcrFkzs6urq9nd3d386KOPmj///PP7Hl9GateubXZwcDCfP38+Tbu151lWevfubS5evHi21j/oOZHVNbB48eLZygngwXEN5hpsq2twRnr37p3u+vsgfx/e88knn5gDAgIsGVu1amXesmVLuu0y+5v2Hlt+ppCammp+++23zZUqVTI7OzubAwICzBs3bszwWLNy7z3u97r3N+S9Y7z3KlKkiLlSpUrmoUOHmq9fv242m9P+e9+9e9fcuHFjc4UKFcyxsbFp3nvu3LlmSeYvvvgiW8dkzc9uuXLlzElJSWm2/fvvUKmpqeZ27dqZq1WrZk5MTEy3XUa/1wH5HddWrq22vrbOnDnTLMn89ttvp1v39+/97NmzzX5+fmZnZ2fzY489Zv7ll1/Sbf/dd9+ZmzdvbvlbtGPHjuYjR46k2eZexnsvV1dXc61atcxz5sxJd+18kM+P7/X3559/ptn3559/TnOtM5uz93d1VrLzng/67/J3lSpVyvJv1C+++MLyO0ypUqXMPXv2TPc3+4O8Lz9fZvPbb79tdnZ2Tnc+t2rVyly7du1071VQmMzmHIz5AfxNRESEHn/8cX311VdW36Xyd2fOnJG/v79Onz6dZp7ov5s8ebLOnDmjpUuX5vj9kPtsfY4AAOwfv1/YtxEjRmjx4sWKjo5WsWLFjI6TbQEBASpVqpS2bt2app3zDIA94BoMe7V06VLLuZaZ1q1bq0+fPvedsgQAsoNra8Ezd+5cjRgxQmfOnFHFihXTrLv37//OO+9o1KhRBiVEbuHny34xxzgAAACAPHfr1i2tWLFC3bp1K5BF8X379ikyMlK9evUyOgoAAAAAwMbMZrMWL16sVq1apSuKAyi4mGMc+VaJEiXUs2dPlShRItNt6tWrJ19f3zxMBRgvJSVFf/75Z5bblChRIsufHQAorPj9wniXL1/Wd999p9WrV+vq1asaNmyY0ZEkSTdv3lRcXFyW25QqVUq///679u/fr9mzZ6tcuXJ6/vnn022XnfMsLi5ON2/ezPJ9fXx8HuwgACAf4xqMvHDt2jXdvn070/WOjo6qUqWKnnnmmSz7efLJJ7M9BzoA5DWurbkjKSlJGzZs0LZt23T48GGtX7/e6Ej5QmJiomVu7cyULVtWjo6OeZQod/HzZb8ojCPfKlOmjFasWJHlNl27ds2jNED+ce7cOfn7+2e5zaRJkzR58uS8CQQABQi/XxjvyJEj6tmzp7y8vDRv3jw1aNDA6EiSpC+++EJ9+/bNcptt27YpIiJCU6dOVY0aNfT555/LxcUl3XbZOc/69OmjZcuWZbkts18BsAdcg5EXunbtqu3bt2e6vlKlSjpz5owee+yxLPt54403bB0NAGyOa2vu+PPPP/XCCy+oZMmSev3119WpUyejI+ULs2bN0pQpU7LcJqthxwsafr7sF3OMA0ABc+vWLe3cuTPLbSpXrqzKlSvnUSIAAAq+S5cu6bfffstym0aNGsnT09Om73vkyBFdvHgxy22CgoJs+p4AANir/fv36/r165mud3V1VfPmzfMwEQAA9uGPP/7QH3/8keU2LVq0yPDmcSA/oTAOAAAAAAAAAAAAALBrDkYHAAAAAAAAAAAAAAAgNzHHeAZSU1N18eJFubm5yWQyGR0HAFCImc1mJSQkyNfXVw4O3M+WFa7fAID8hGv4g+MaDgDIL7h+Pziu3wCA/CI7128K4xm4ePGi/Pz8jI4BAIDFuXPnVKFCBaNj5GtcvwEA+RHX8PvjGg4AyG+4ft8f128AQH7zINdvCuMZcHNzk/TXP6C7u7vBaQAAhVl8fLz8/Pws1yZkjus3ACA/4Rr+4LiGAwDyC67fD47rNwAgv8jO9ZvCeAbuDf3i7u7ORR0AkC8wLNn9cf0GAORHXMPvj2s4ACC/4fp9f1y/AQD5zYNcv5koBQAAAAAAAAAAAABg1yiMAwAAAAAAAAAAAADsGoVxAAAAAAAAAAAAAIBdozAOAAAAAAAAAAAAALBrFMYBAAAAAAAAAAAAAHaNwjgAAAAAAAAAAAAAwK5RGAcAADm2Y8cOdezYUb6+vjKZTFq3bp1l3Z07dzR27FjVrVtXxYsXl6+vr3r16qWLFy+m6ePatWvq2bOn3N3dVbJkSfXv31+JiYl5fCQAAAAAAAAAAHtEYRwAAORYUlKS6tevrwULFqRbd+PGDR04cEATJkzQgQMHtGbNGh0/flydOnVKs13Pnj3122+/acuWLdq4caN27NihgQMH5tUhAAAAAAAAAADsWBGjAwAAgIIvODhYwcHBGa7z8PDQli1b0rTNnz9fjz76qKKiolSxYkUdPXpUmzZt0s8//6xHHnlEkvTee++pffv2mjVrlnx9fdP1m5ycrOTkZMtyfHy8DY8IAAAAAAAAAGBPeGIcAADkubi4OJlMJpUsWVKStHv3bpUsWdJSFJekoKAgOTg4aO/evRn2ERYWJg8PD8vLz88vL6IDAAAAAAAAAAogCuMAACBP3bp1S2PHjlWPHj3k7u4uSYqOjpaXl1ea7YoUKaJSpUopOjo6w35CQ0MVFxdneZ07dy7XswMAAAAAAAAACiaGUgcAAHnmzp07eu6552Q2m7Vw4cIc9eXs7CxnZ2cbJQMAAAAAAAAA2DOeGAcAAHniXlH87Nmz2rJli+VpcUny8fHR5cuX02x/9+5dXbt2TT4+PnkdFQAAAACAAmHy5MkymUxpXjVr1sxyn6+++ko1a9aUi4uL6tatq//85z95lBYAAGNRGAcAALnuXlH8xIkT+u6771S6dOk06wMDAxUbG6v9+/db2r7//nulpqaqSZMmeR0XAAAAAIACo3bt2rp06ZLltXPnzky33bVrl3r06KH+/fvr4MGD6tKli7p06aJff/01DxMDAGAMhlIvwJKTk3Xx4kWjY+QJX19fhsu1gcJyznC+2AbnC7IjMTFRJ0+etCyfPn1akZGRKlWqlMqVK6d//etfOnDggDZu3KiUlBTLvOGlSpVS0aJF9fDDD6tdu3YaMGCAPvjgA925c0eDBw9W9+7d5evra9Rh5Rp+vpAdnC/IjsJyvkicM8h7heXni58t2+B8QXZxziAnihQp8sCjrc2dO1ft2rXT6NGjJUlvvvmmtmzZovnz5+uDDz7IdL/k5GQlJydbluPj43MWOo/ws4Xs4HxBdnHOFDwUxguwixcv6o033jA6Rp6YNm2a/P39jY5R4BWWc4bzxTY4X5Ad+/bt0+OPP25ZDgkJkST17t1bkydP1oYNGyRJDRo0SLPftm3b1Lp1a0nSZ599psGDB6tNmzZycHBQt27dNG/evDzJn9f4+UJ2cL4gOwrL+SJxziDvFZafL362bIPzBdnFOYOcOHHihHx9feXi4qLAwECFhYWpYsWKGW67e/duy9/s97Rt21br1q3L8j3CwsI0ZcoUW0XOM/xsITs4X5BdnDMFj8lsNpuNDpHfxMfHy8PDQ3FxcWnmP81v8vpOlAsXLuj999/Xa6+9pvLly+fZ+0r2dTeKkQrLOcP5YhucL/lDQbkm5QcF6d+Kny9kB+cLsqOwnC9S/j9nCtJ1yWgF5d+qsPx85fefrYKC8wXZxTmTPxSUa9Lf/fe//1ViYqJq1KihS5cuacqUKbpw4YJ+/fVXubm5pdu+aNGiWrZsmXr06GFpe//99zVlyhTFxMRk+j4ZPTHu5+eX7/+t+NlCdnC+ILs4Z/KH7Fy/eWK8AHN2djbkDo3y5cvbzZ0hhQ3nDLKD8wXIPfx8ITs4X5AdnC9A7uHnC9nB+YLs4pyBtYKDgy1f16tXT02aNFGlSpX05Zdfqn///jZ7H2dn53xdFMkMP1vIDs4XZBfnTMHjYHQAAAAAAAAAAACQcyVLllT16tV18uTJDNf7+PikezI8JibmgecoBwCgIKMwDgAAAAAAAACAHUhMTNSpU6dUrly5DNcHBgZq69atadq2bNmiwMDAvIgHAIChKIwDAAAAAAAAAFAAjRo1Stu3b9eZM2e0a9cuPfPMM3J0dLTMId6rVy+FhoZath82bJg2bdqk2bNn69ixY5o8ebL27dunwYMHG3UIAADkGeYYBwAAAAAAAACgADp//rx69Oihq1evqmzZsmrRooX27NmjsmXLSpKioqLk4PD/z8c1a9ZMK1eu1Pjx4/X666+rWrVqWrdunerUqWPUIQAAkGcojAMAAAAAAAAAUACtWrUqy/URERHp2p599lk9++yzuZQIAID8i6HUAQAAAAAAAAAAAAB2jcI4AAAAAAAAAAAAAMCuURgHAAAAAAAAAAAAANg1CuMAAAAAAAAAAAAAALtGYRwAAAAAAAAAAAAAYNcojAMAAAAAAAAAAAAA7BqFcQAAAAAAAAAAAACAXaMwDgAAAAAAAAAAAACwaxTGAQAAAAAAAAAAAAB2jcI4AAAAAAAAAAAAAMCuURgHAAAAAAAAAAAAANg1CuMAAAAAAAAAAAAAALtGYRwAAAAAAAAAAAAAYNcojAMAAAAAAAAAAAAA7BqFcQAAAAAAAAAAAACAXaMwDgAAAAAAAAAAAACwaxTGAQAAAAAAAAAAAAB2jcI4AAAAAAAAAAAAAMCuURgHAAAAAAAAAAAAANg1QwvjO3bsUMeOHeXr6yuTyaR169alWW8ymTJ8vfPOO5n2OXny5HTb16xZM5ePBAAAAAAAAAAAAACQXxlaGE9KSlL9+vW1YMGCDNdfunQpzeuTTz6RyWRSt27dsuy3du3aafbbuXNnbsQHAAAAAAAAAAAAABQARYx88+DgYAUHB2e63sfHJ83y+vXr9fjjj6ty5cpZ9lukSJF0+2YlOTlZycnJluX4+PgH3hcAAAAAAAAAAAAAkL8VmDnGY2Ji9O2336p///733fbEiRPy9fVV5cqV1bNnT0VFRWW5fVhYmDw8PCwvPz8/W8UGAAAAAMBwYWFhaty4sdzc3OTl5aUuXbro+PHjlvVnzpzJdDqzr776KtN++/Tpk277du3a5cUhAQAAAACQLQWmML5s2TK5ubmpa9euWW7XpEkTLV26VJs2bdLChQt1+vRpPfbYY0pISMh0n9DQUMXFxVle586ds3V8AAAAAAAMs337dg0aNEh79uzRli1bdOfOHT311FNKSkqSJPn5+aWbzmzKlCkqUaJEliO9SVK7du3S7Pf555/nxSEBAAAAAJAthg6lnh2ffPKJevbsKRcXlyy3+/sf7PXq1VOTJk1UqVIlffnll5k+be7s7CxnZ2eb5gUAAAAAIL/YtGlTmuWlS5fKy8tL+/fvV8uWLeXo6JhuSrK1a9fqueeeU4kSJbLs29nZOVvTmQEAAAAAYIQC8cT4Dz/8oOPHj+ull17K9r4lS5ZU9erVdfLkyVxIBgAAAABAwRMXFydJKlWqVIbr9+/fr8jIyAeaziwiIkJeXl6qUaOGXn31VV29ejXL7ZOTkxUfH5/mBQAAAABAbisQhfHFixerUaNGql+/frb3TUxM1KlTp1SuXLlcSAYAAAAAQMGSmpqq4cOHq3nz5qpTp06G2yxevFgPP/ywmjVrlmVf7dq10/Lly7V161bNmDFD27dvV3BwsFJSUjLdJywsTB4eHpaXn59fjo4HAAAAAIAHYWhhPDExUZGRkYqMjJQknT59WpGRkYqKirJsEx8fr6+++irTp8XbtGmj+fPnW5ZHjRql7du368yZM9q1a5eeeeYZOTo6qkePHrl6LAAAAAAAFASDBg3Sr7/+qlWrVmW4/ubNm1q5cuUDPS3evXt3derUSXXr1lWXLl20ceNG/fzzz4qIiMh0n9DQUMXFxVle586ds/ZQAAAAAAB4YIbOMb5v3z49/vjjluWQkBBJUu/evbV06VJJ0qpVq2Q2mzMtbJ86dUpXrlyxLJ8/f149evTQ1atXVbZsWbVo0UJ79uxR2bJlc+9AAAAAAAAoAAYPHqyNGzdqx44dqlChQobbrF69Wjdu3FCvXr2y3X/lypVVpkwZnTx5Um3atMlwG2dnZzk7O2e7bwAAAAAAcsLQwnjr1q1lNpuz3GbgwIEaOHBgpuvPnDmTZjmzO94BAAAAACiszGazhgwZorVr1yoiIkL+/v6Zbrt48WJ16tTJqhvMz58/r6tXrzKdGQAAAAAg3ykQc4wDAAAAAADrDRo0SCtWrNDKlSvl5uam6OhoRUdH6+bNm2m2O3nypHbs2JHpdGY1a9bU2rVrJf01Pdro0aO1Z88enTlzRlu3blXnzp1VtWpVtW3bNtePCQAAAACA7KAwDgAAAACAnVu4cKHi4uLUunVrlStXzvL64osv0mz3ySefqEKFCnrqqacy7Of48eOKi4uTJDk6OurQoUPq1KmTqlevrv79+6tRo0b64YcfGCodAAAAAJDvGDqUOgAAAAAAyH33m8bsnrfffltvv/32A/Xj6uqqzZs35zgbAAAAAAB5gSfGAQAAAAAAAAAAAAB2jcI4AAAAAAAAAAAAAMCuURgHAAAAAAAAAAAAANg1CuMAAAAAAAAAANiB6dOny2Qyafjw4Zlus3TpUplMpjQvFxeXvAsJAIBBihgdAAAAAAAAAAAA5MzPP/+sDz/8UPXq1bvvtu7u7jp+/Lhl2WQy5WY0AADyBZ4YBwAAAAAAAACgAEtMTFTPnj21aNEieXp63nd7k8kkHx8fy8vb2zvL7ZOTkxUfH5/mBQBAQUNhHAAAAAAAAACAAmzQoEHq0KGDgoKCHmj7xMREVapUSX5+furcubN+++23LLcPCwuTh4eH5eXn52eL2AAA5CkK4wAAAAAAAAAAFFCrVq3SgQMHFBYW9kDb16hRQ5988onWr1+vFStWKDU1Vc2aNdP58+cz3Sc0NFRxcXGW17lz52wVHwCAPMMc4wAAAAAAAAAAFEDnzp3TsGHDtGXLFrm4uDzQPoGBgQoMDLQsN2vWTA8//LA+/PBDvfnmmxnu4+zsLGdnZ5tkBgDAKBTGAQAAAAAAAAAogPbv36/Lly+rYcOGlraUlBTt2LFD8+fPV3JyshwdHbPsw8nJSQEBATp58mRuxwUAwFAUxgEAAAAAAAAAKIDatGmjw4cPp2nr27evatasqbFjx963KC79VUg/fPiw2rdvn1sxAQDIFyiMAwAAAAAAAABQALm5ualOnTpp2ooXL67SpUtb2nv16qXy5ctb5iCfOnWqmjZtqqpVqyo2NlbvvPOOzp49q5deeinP8wMAkJcojAMAAAAAAAAAYKeioqLk4OBgWb5+/boGDBig6OhoeXp6qlGjRtq1a5dq1aplYEoAAHKfw/03AQAAyNqOHTvUsWNH+fr6ymQyad26dWnWr1mzRk899ZRKly4tk8mkyMjIdH3cunVLgwYNUunSpVWiRAl169ZNMTExeXMAAAAAAADYiYiICIWHh6dZXrp0qWV5zpw5Onv2rJKTkxUdHa1vv/1WAQEBeR8UAIA8RmEcAADkWFJSkurXr68FCxZkur5FixaaMWNGpn2MGDFC33zzjb766itt375dFy9eVNeuXXMrMgAAAAAAAACgEGEodQAAkGPBwcEKDg7OdP2///1vSdKZM2cyXB8XF6fFixdr5cqVeuKJJyRJS5Ys0cMPP6w9e/aoadOmNs8MAAAAAAAAACg8eGIcAAAYbv/+/bpz546CgoIsbTVr1lTFihW1e/fuDPdJTk5WfHx8mhcAAAAAAAAAABmhMA4AAAwXHR2tokWLqmTJkmnavb29FR0dneE+YWFh8vDwsLz8/PzyICkAAAAAAAAAoCCiMA4AAAqk0NBQxcXFWV7nzp0zOhIAAAAAAAAAIJ9ijnEAAGA4Hx8f3b59W7GxsWmeGo+JiZGPj0+G+zg7O8vZ2TmPEgIAAAAAAAAACjKeGAcAAIZr1KiRnJyctHXrVkvb8ePHFRUVpcDAQAOTAQAAAAAAAADsAU+MAwCAHEtMTNTJkycty6dPn1ZkZKRKlSqlihUr6tq1a4qKitLFixcl/VX0lv56UtzHx0ceHh7q37+/QkJCVKpUKbm7u2vIkCEKDAxU06ZNDTkmAAAAAAAAAID94IlxAACQY/v27VNAQIACAgIkSSEhIQoICNDEiRMlSRs2bFBAQIA6dOggSerevbsCAgL0wQcfWPqYM2eOnn76aXXr1k0tW7aUj4+P1qxZk/cHAwAAAAAAAACwOzwxDgAAcqx169Yym82Zru/Tp4/69OmTZR8uLi5asGCBFixYYON0AAAAAAAAAIDCjifGAQAAAAAAAAAAAAB2jSfGAQAAAAAAAOBvrly5ooSEBKNj5JoLFy6k+a89cnNzU5kyZYyOAQAA8hEK4wAAAAAAAADwf65cuaKRo0bpzu3bRkfJde+//77REXKNU9Gimj1rFsVxAABgQWEcAAAAAAAAAP5PQkKC7ty+rer1g1SshKfRcWCFG4nX9fsv3ykhIYHCOAAAsKAwDgAAAAAAAAD/UKyEp0p4lDU6BgAAAGyEwjgAAAAA5CJ7nqO0MMxPKjFHKQAAAAAA9oDCOAAAAADkksIyR6k9z08qMUcpAAAAAAD2gMI4AAAAAOQS5igt+JijFAAAAAAA+0BhHAAAAAByGXOUAgAAAAAAGMvB6AAAAAAAAAAAAAAAAOQmCuMAAAAAAAAAAAAAALtmaGF8x44d6tixo3x9fWUymbRu3bo06/v06SOTyZTm1a5du/v2u2DBAj300ENycXFRkyZN9NNPP+XSEQAAAAAAAAAAAAAA8jtDC+NJSUmqX7++FixYkOk27dq106VLlyyvzz//PMs+v/jiC4WEhGjSpEk6cOCA6tevr7Zt2+ry5cu2jg8AAAAAAAAAAAAAKACKGPnmwcHBCg4OznIbZ2dn+fj4PHCf7777rgYMGKC+fftKkj744AN9++23+uSTTzRu3Lgc5QUAAAAAAAAAAAAAFDyGFsYfREREhLy8vOTp6aknnnhCb731lkqXLp3htrdv39b+/fsVGhpqaXNwcFBQUJB2796d6XskJycrOTnZshwfH2+7AwDu48qVK0pISDA6Rq64cOFCmv/aIzc3N5UpUybP3o/zpWDL6/MFAAAAAAAAAAD8JV8Xxtu1a6euXbvK399fp06d0uuvv67g4GDt3r1bjo6O6ba/cuWKUlJS5O3tnabd29tbx44dy/R9wsLCNGXKFJvnB+7nypUrGjVypG7fuWN0lFz1/vvvGx0h1xR1ctKs2bPzpNh55coVjRw1Sndu38719zKSPZ8vTkWLavasWRTHAQAAAAAAAADIY/m6MN69e3fL13Xr1lW9evVUpUoVRUREqE2bNjZ7n9DQUIWEhFiW4+Pj5efnZ7P+gcwkJCTo9p07erFGKXkXy9c/jshAzI27WnH8mhISEvKk0JmQkKA7t2+rev0gFSvhmevvB9u6kXhdv//yXZ6dLwAAAAAAAAAA4P8VqEpc5cqVVaZMGZ08eTLDwniZMmXk6OiomJiYNO0xMTFZzlPu7OwsZ2dnm+cFHpR3sSLyK1HU6BgoIIqV8FQJj7JGxwAAAAAAAAAAACgwHIwOkB3nz5/X1atXVa5cuQzXFy1aVI0aNdLWrVstbampqdq6dasCAwPzKiYAAAAAAAAAAAAAIB8xtDCemJioyMhIRUZGSpJOnz6tyMhIRUVFKTExUaNHj9aePXt05swZbd26VZ07d1bVqlXVtm1bSx9t2rTR/PnzLcshISFatGiRli1bpqNHj+rVV19VUlKS+vbtm9eHBwAAAAAAAAAAAADIBwwtjO/bt08BAQEKCAiQ9FdROyAgQBMnTpSjo6MOHTqkTp06qXr16urfv78aNWqkH374Ic2w56dOndKVK1csy88//7xmzZqliRMnqkGDBoqMjNSmTZvk7e2d58cHAAAAAEB+EBYWpsaNG8vNzU1eXl7q0qWLjh8/nmab1q1by2QypXm98sorWfZrNps1ceJElStXTq6urgoKCtKJEydy81AAAAAAALCKoXOMt27dWmazOdP1mzdvvm8fZ86cSdc2ePBgDR48OCfRAAAAAACwG9u3b9egQYPUuHFj3b17V6+//rqeeuopHTlyRMWLF7dsN2DAAE2dOtWyXKxYsSz7nTlzpubNm6dly5bJ399fEyZMUNu2bXXkyBG5uLjk2vEAAAAAAJBdhhbGAQAAAABA7tu0aVOa5aVLl8rLy0v79+9Xy5YtLe3FihWTj4/PA/VpNpsVHh6u8ePHq3PnzpKk5cuXy9vbW+vWrVP37t1tdwAAAAAAAOQQhXEAAAAAAAqZuLg4SVKpUqXStH/22WdasWKFfHx81LFjR02YMCHTp8ZPnz6t6OhoBQUFWdo8PDzUpEkT7d69O9PCeHJyspKTky3L8fHxVh/HlStXlJCQYPX++dmFCxfS/Nceubm5qUyZMnn2fpwvBVteny8AAACwPxTGAQAAgGzig/WCjQ/WUdilpqZq+PDhat68uerUqWNpf+GFF1SpUiX5+vrq0KFDGjt2rI4fP641a9Zk2E90dLQkydvbO027t7e3ZV1GwsLCNGXKlBwfx5UrVzRy1CjduX07x33lZ++//77REXKNU9Gimj1rVp78P/nKlSsaNXKkbt+5k+vvZSR7Pl+KOjlp1uzZXMMBAABgNQrjAAAAQDbwwXrBxwfrKOwGDRqkX3/9VTt37kzTPnDgQMvXdevWVbly5dSmTRudOnVKVapUsdn7h4aGKiQkxLIcHx8vPz+/bPeTkJCgO7dvq2TzeiriUfz+OyBfuRuXpNgfDykhISFP/n+ckJCg23fu6MUapeRdjI/DCpqYG3e14vi1PDtfAAAAYJ/4SwAAAADIBj5YL9j4YB2F3eDBg7Vx40bt2LFDFSpUyHLbJk2aSJJOnjyZYWH83lzkMTExKleunKU9JiZGDRo0yLRfZ2dnOTs7W5E+Y0U8isuptIfN+oN98y5WRH4lihodAwByzfTp0xUaGqphw4YpPDw80+2++uorTZgwQWfOnFG1atU0Y8YMtW/fPu+CAgBgAD7JAwAAAKzAB+sAChKz2awhQ4Zo7dq1ioiIkL+//333iYyMlKQ0Re+/8/f3l4+Pj7Zu3WophMfHx2vv3r169dVXbRUdAAA8oJ9//lkffvih6tWrl+V2u3btUo8ePRQWFqann35aK1euVJcuXXTgwIE006wAAGBvKIwDAAAAAGDnBg0apJUrV2r9+vVyc3OzzAHu4eEhV1dXnTp1SitXrlT79u1VunRpHTp0SCNGjFDLli3TfLhes2ZNhYWF6ZlnnpHJZNLw4cP11ltvqVq1avL399eECRPk6+urLl26GHSkAAAUTomJierZs6cWLVqkt956K8tt586dq3bt2mn06NGSpDfffFNbtmzR/Pnz9cEHH2S4T3JyspKTky3L8fHxVme9cuWKEhISrN4/P7tw4UKa/9ojNze3PB19i/Ol4OOcsZ3CcM7k9vlCYRwAAAAAADu3cOFCSVLr1q3TtC9ZskR9+vRR0aJF9d133yk8PFxJSUny8/NTt27dNH78+DTbHz9+XHFxcZblMWPGKCkpSQMHDlRsbKxatGihTZs2ycXFJdePCQAA/L9BgwapQ4cOCgoKum9hfPfu3QoJCUnT1rZtW61bty7TfcLCwjRlypQc57xy5YpGjhqlO7dv57iv/Oz99983OkKucSpaVLNnzcqTQueVK1c0auRI3b5zJ9ffy0j2fL5IUlEnJ82aPTvPzhn+H1Ow5fb/YyiMAwCAQs+e7ySVuJsUAPDXUOpZ8fPz0/bt27Pdj8lk0tSpUzV16tQc5QMAANZbtWqVDhw4oJ9//vmBto+Ojpa3t3eaNm9vb8uIMhkJDQ1NU0yPj4+Xn59ftrMmJCTozu3bKtm8nop4FM/2/jDW3bgkxf54SAkJCXnyN3hCQoJu37mjF2uUkncxylkFUcyNu1px/FqenjN3bt9W9fpBKlbCM9ffD7Z1I/G6fv/lu1w9X/g/CQAAKNQKy52kEneTAgAAAIC9OXfunIYNG6YtW7bk6ogtzs7OcnZ2tll/RTyKy6m0h836g33zLlZEfiWKGh0DBUixEp4q4VHW6BjIhyiMAwCAQo271Qu+vL5jHQAAAADyi/379+vy5ctq2LChpS0lJUU7duzQ/PnzlZycLEdHxzT7+Pj4KCYmJk1bTEyMfHx88iQzAABGoTBuY/Y8FGthGIZVYihWACisuFsdAAAAAFDQtGnTRocPH07T1rdvX9WsWVNjx45NVxSXpMDAQG3dulXDhw+3tG3ZskWBgYG5HRcAAENRGLehwjIUqz0PwyoxFCsAAAAAAACAgsHNzU116tRJ01a8eHGVLl3a0t6rVy+VL19eYWFhkqRhw4apVatWmj17tjp06KBVq1Zp3759+uijj/I8PwAAeYnCuA0xFGvBx1CsAAAAAAAAAOxJVFSUHBwcLMvNmjXTypUrNX78eL3++uuqVq2a1q1bl67ADgCAvaEwngsYihUAAAAAAAAAYISIiIgslyXp2Wef1bPPPps3gQAAyCcc7r8JAAAAAAAAAAAAAAAFF4VxAAAAAAAAAAAAAIBdozAOAAAAAAAAAAAAALBrFMYBAAAAAAAAAAAAAHatiNEBAAAAAAAAAAAoTA4dOpTl+nr16uVREgAACg8K4wAAAAAAAAAA5KEGDRrIZDLJbDZLkkwmkyTJbDbLZDIpJSXFyHgAANglqwrjISEhWa5/9913rQoDAAAAAAAAAEBhsHfvXpUtW1Zms1l16tTRf/7zH1WqVMnoWAAA2C2rCuPh4eEKDAxU0aJFJUk7d+5Uo0aN5OrqarmzDQAAAAAAAAAAZKxixYry8vKS9NcT48WKFaMwDgBALrJ6KPW1a9daLtpubm5auXKlKleubLNgAAAAAAAAAADYIy8vL/3+++/y8vLSxYsXlZSUpODgYH366adq166d0fEAALBLDtbs5OTkpNu3b1uW79y5o6+//tpmoQAAAAAAAAAAsFft2rVT9+7d9corr+iJJ55QUFCQli5dqhdffFGTJ082Oh4AAHbJqsK4v7+/Vq1aJUn6+uuv5eTkpEWLFqlHjx66ceOGTQMCAAAAAAAAAGBPFixYoF69euncuXMKCgrSihUr1KFDB/3000/asGGD0fEAALBLVhXGx44dq3HjxsnFxUXPPfecxo0bp3379unGjRt69NFHbZ0RAAAAAAAAAAC7Ubx4cb399tv69ttvNX/+fMu0pZUrV9auXbsMTgcAgH2yao7xvn37qlmzZjp06JD8/f31yCOPSJLWr1+v6dOn2zQgAAAAAAAAAACFhYuLi9ERAACwS1YVxiWpRo0aqlGjRrr2cePG5SgQAAAAAAAAAAD2rGvXrlmuX7NmTR4lAQCg8LCqMH7o0KEs19erV8+qMAAAAAAAAAAA2Lt169bJzc1NnTt3lqOjo9FxAAAoFKwqjDdo0EAmk0lms9nSdm/ZZDIpJSXFZgEBAAAAAAAAALAnW7Zs0ciRI7V//37NnDlTHTp0MDoSAAB2z8HaHffu3avTp09bXn/88YflvwAAoHDZsWOHOnbsKF9fX5lMJq1bty7NerPZrIkTJ6pcuXJydXVVUFCQTpw4kWaba9euqWfPnnJ3d1fJkiXVv39/JSYm5uFRAAAAAACQN9q0aaODBw9q1KhRevnllxUUFHTfkVoBAEDOWF0Yr1ixoipVqpThCwAAFC5JSUmqX7++FixYkOH6mTNnat68efrggw+0d+9eFS9eXG3bttWtW7cs2/Ts2VO//fabtmzZoo0bN2rHjh0aOHBgXh0CAAAAAAB5ymQyqW/fvjpx4oRatmypli1bql+/frp48aLR0QAAsEtWDaUuSZs3b1aZMmVUvHhx+fr6qkqVKjKZTLbMBgAACojg4GAFBwdnuM5sNis8PFzjx49X586dJUnLly+Xt7e31q1bp+7du+vo0aPatGmTfv75Zz3yyCOSpPfee0/t27fXrFmz5Ovrm2fHAgAAAABAbps3b16a5ZIlS+qVV17RggUL9NVXXykhIcGgZAAA2C+rC+O9e/e2fG0ymeTm5qbevXtr1qxZcnJyskk4AABQ8J0+fVrR0dEKCgqytHl4eKhJkybavXu3unfvrt27d6tkyZKWorgkBQUFycHBQXv37tUzzzyTrt/k5GQlJydbluPj43P3QAAAAAAAsJE5c+Zk2F6mTJk8TgIAQOFhVWE8NTVVknTnzh3Fx8fr4sWL+umnn/TGG2+oWLFiCgsLs2lIAABQcEVHR0uSvL2907R7e3tb1kVHR8vLyyvN+iJFiqhUqVKWbf4pLCxMU6ZMyYXEAAAAAADkrtOnTxsdAQCAQsfqOcYlycnJSaVLl1bdunXVv39/ffTRR1qxYoWtsgEAAGQqNDRUcXFxlte5c+eMjgQAAAAAAAAAyKesHko9Ix07dlSLFi1s2SUAACjgfHx8JEkxMTEqV66cpT0mJkYNGjSwbHP58uU0+929e1fXrl2z7P9Pzs7OcnZ2zp3QAAAAAADkopCQkCzXv/vuu3mUBACAwsPqwnhKSorWrVuno0ePSpJq1aqlzp07q1SpUjYLBwAACj5/f3/5+Pho69atlkJ4fHy89u7dq1dffVWSFBgYqNjYWO3fv1+NGjWSJH3//fdKTU1VkyZNjIoOAAAAAECuOHjwoOXrnTt3qlGjRnJ1dZUkmUwmo2IBAGDXrBpK/eTJk6pVq5Z69eqlNWvWaM2aNfr3v/+t2rVr69SpUw/cz44dO9SxY0f5+vrKZDJp3bp1lnV37tzR2LFjVbduXRUvXly+vr7q1auXLl68mGWfkydPlslkSvOqWbOmNYcJAAAeUGJioiIjIxUZGSnpr7nSIiMjFRUVJZPJpOHDh+utt97Shg0bdPjwYfXq1Uu+vr7q0qWLJOnhhx9Wu3btNGDAAP3000/68ccfNXjwYHXv3l2+vr7GHRgAAAAAALlg27ZtlpeLi4tWrlxpWf7++++NjgcAgF2yqjA+dOhQVa5cWefOndOBAwd04MABRUVFyd/fX0OHDn3gfpKSklS/fn0tWLAg3bobN27owIEDmjBhgg4cOKA1a9bo+PHj6tSp0337rV27ti5dumR57dy5M1vHBwAAsmffvn0KCAhQQECApL+GhAsICNDEiRMlSWPGjNGQIUM0cOBANW7cWImJidq0aZNcXFwsfXz22WeqWbOm2rRpo/bt26tFixb66KOPDDkeAAAAAAAAAIB9sWoo9e3bt2vPnj1phk0vXbq0pk+frubNmz9wP8HBwQoODs5wnYeHh7Zs2ZKmbf78+Xr00UcVFRWlihUrZtpvkSJFMp2PNCPJyclKTk62LMfHxz/wvgAAQGrdurXMZnOm600mk6ZOnaqpU6dmuk2pUqW0cuXK3IgHAECBxhykAAAAAADknFWFcWdnZyUkJKRrT0xMVNGiRXMcKjNxcXEymUwqWbJkltudOHFCvr6+cnFxUWBgoMLCwrIspIeFhWnKlCk2TgsAAAAAQM6Fh4crMDDQ8vf23+chZQ5SAAAKpg0bNli+Tk1N1datW/Xrr79a2h5k5FQAAJA9VhXGn376aQ0cOFCLFy/Wo48+Kknau3evXnnllVy7YN+6dUtjx45Vjx495O7unul2TZo00dKlS1WjRg1dunRJU6ZM0WOPPaZff/1Vbm5uGe4TGhqa5g78+Ph4+fn52fwYAAAAAACwxtq1a+Xl5SVJcnNz08qVK1W5cmWDUwEAAGt16dIlzfLLL79s+dpkMiklJSWPEwEAYP+smmN83rx5qlKligIDA+Xi4iIXFxc1b95cVatW1dy5c22dUXfu3NFzzz0ns9mshQsXZrltcHCwnn32WdWrV09t27bVf/7zH8XGxurLL7/MdB9nZ2e5u7uneQEAAAAAkB84OTnp9u3bluU7d+7o66+/NjARAADIqdTU1ExfFMUBAMgdVj0xXrJkSa1fv14nT57U0aNHJUkPP/ywqlatatNw0v8Xxc+ePavvv/8+20XrkiVLqnr16jp58qTNswEAAAAAkNv8/f21atUqjRo1Sl9//bWcnJy0aNEiHThwQIsXL1axYsWMjggAAHLg1q1bcnFxMToGAAB2z6onxo8cOaLU1FRVrVpVHTt2VMeOHXO1KH7ixAl99913Kl26dLb7SExM1KlTp1SuXDmb5wMAAAAAILeNHTtW48aNk4uLi5577jmNGzdO+/bt040bNyzTmwEAgIIlJSVFb775psqXL68SJUrojz/+kCRNmDBBixcvNjgdAAD2yarCeN26dXXlypUcv3liYqIiIyMVGRkpSTp9+rQiIyMVFRWlO3fu6F//+pf27dunzz77TCkpKYqOjlZ0dHSaIeTatGmj+fPnW5ZHjRql7du368yZM9q1a5eeeeYZOTo6qkePHjnOCwAAAABAXuvbt69+++03ffrpp9q7d6/eeOMNubu7a/369XrxxReNjgcAAKwwbdo0LV26VDNnzlTRokUt7XXq1NHHH39sYDIAAOyXVUOpm81mm7z5vn379Pjjj1uWQ0JCJEm9e/fW5MmTtWHDBklSgwYN0uy3bds2tW7dWpJ06tSpNEX68+fPq0ePHrp69arKli2rFi1aaM+ePSpbtqxNMgMAAAAAkNdq1KihGjVqpGsfN26cAWkAAEBOLV++XB999JHatGmjV155xdJev359HTt2zMBkAADYL6sK47bSunXrLIvsD1KAP3PmTJrlVatW5TQWAAAAAAD5Rnx8fJbr3d3d8ygJAACwlQsXLmQ4PWlqaqru3LljQCIAAOyfVYVxk8mkhIQEubi4ZLieP8oBAAAAALANT0/PDNvNZrNMJpNSUlLyOBEAAMipWrVq6YcfflClSpXStK9evVoBAQEGpQIAwL5ZPZR69erVM2znj3IAAAAAAGzH399fly9f1rhx49S8eXOj4wAAABuYOHGievfurQsXLig1NVVr1qzR8ePHtXz5cm3cuPGB+1m4cKEWLlxoGVm1du3amjhxooKDgzPcfunSperbt2+aNmdnZ926dcvqYwEAoKCwqjC+bds2W+cAAAAAAAAZOHr0qN577z1NmzZNBw8e1MyZM+Xv7290LAAAkAOdO3fWN998o6lTp6p48eKaOHGiGjZsqG+++UZPPvnkA/dToUIFTZ8+XdWqVZPZbNayZcvUuXNnHTx4ULVr185wH3d3dx0/ftyybDKZcnw8AAAUBFYVxlu1amXrHAAAAAAAIANOTk4KCQlRnz59NHXqVNWrV08DBw7UhAkTVLJkSaPjAQAAKz322GPasmVLjvro2LFjmuVp06Zp4cKF2rNnT6aFcZPJJB8fnxy9LwAABZGDtTvGxsZq9uzZeumll/TSSy9pzpw5iouLs2U2AAAAAADwf0qVKqXw8HAdPHhQZ86cUdWqVRUeHv5A+4aFhalx48Zyc3OTl5eXunTpkuZJsWvXrmnIkCGqUaOGXF1dVbFiRQ0dOvS+f+f36dNHJpMpzatdu3Y5OUwAAAqF+Pj4LF/WSElJ0apVq5SUlKTAwMBMt0tMTFSlSpXk5+enzp0767fffrtv38nJyTbJCACAkax6Ynzfvn1q27atXF1d9eijj0qS3n33XU2bNk3/8z//o4YNG9o0JAAAyB3z5s3Lcv3QoUPzKAkAAMhMQEBAuiFOzWazkpOTNXLkSA0fPvy+fWzfvl2DBg1S48aNdffuXb3++ut66qmndOTIERUvXlwXL17UxYsXNWvWLNWqVUtnz57VK6+8oosXL2r16tVZ9t2uXTstWbLEsuzs7GzVcQIAUJiULFkywyHMzWazTCaTUlJSHrivw4cPKzAwULdu3VKJEiW0du1a1apVK8Nta9SooU8++UT16tVTXFycZs2apWbNmum3335ThQoVMn2PsLAwTZky5YEzAQCQH1lVGB8xYoQ6deqkRYsWqUiRv7q4e/euXnrpJQ0fPlw7duywaUgAAJA75syZY/n63LlzKleunOXabjKZKIwDAJAPdOnSJcd9bNq0Kc3y0qVL5eXlpf3796tly5aqU6eOvv76a8v6KlWqaNq0aXrxxRd19+5dy+8HGXF2ds7WcKzJyclKTk62LPPEGQCgsFq9erVKlSqV435q1KihyMhIxcXFafXq1erdu7e2b9+eYXE8MDAwzdPkzZo108MPP6wPP/xQb775ZqbvERoaqpCQEMtyfHy8/Pz8cpwdAIC8ZPUT438viktSkSJFNGbMGD3yyCM2CwcAAHLX6dOnLV+7ublp+/btqly5soGJAADAP02aNMnmfd4bIj2rD+Pj4uLk7u6eZVFckiIiIuTl5SVPT0898cQTeuutt1S6dOlMt+eJMwAA/tK8eXN5eXnluJ+iRYuqatWqkqRGjRrp559/1ty5c/Xhhx/ed18nJycFBATo5MmTWW7n7OzMqDAAgALPqjnG3d3dFRUVla793LlzcnNzy3EoAAAAAACQO1JTUzV8+HA1b95cderUyXCbK1eu6M0339TAgQOz7Ktdu3Zavny5tm7dqhkzZmj79u0KDg7OcvjX0NBQxcXFWV7nzp3L0fEAAFBQHTlyREePHlVUVJRu375ts35TU1PTjM6SlZSUFB0+fFjlypWz2fsDAJBfWfXE+PPPP6/+/ftb5h+RpB9//FGjR49Wjx49bBoQAAAAAIDCzNPTM8M5SO+5du1atvobNGiQfv31V+3cuTPD9fHx8erQoYNq1aqlyZMnZ9lX9+7dLV/XrVtX9erVU5UqVRQREaE2bdpkuA9PnAEA8Jc2bdpY5hR3cHBQzZo11a9fP40YMeKB+wgNDVVwcLAqVqyohIQErVy5UhEREdq8ebMkqVevXipfvrzCwsIkSVOnTlXTpk1VtWpVxcbG6p133tHZs2f10ksv5coxAgCQn1hVGJ81a5ZMJpN69eqlu3fvSvpryJVXX31V06dPt2lAAACQew4dOmT52mw269ixY0pMTLS01atXz4hYAADgb8LDwyX9da1+9dVXNXXqVKuHXR08eLA2btyoHTt2qEKFCunWJyQkqF27dnJzc9PatWvl5OSUrf4rV66sMmXK6OTJk5kWxgEAwF9Tm5nNZt25c0fx8fG6ePGifvrpJ02YMEF3797V6NGjH6ify5cvq1evXrp06ZI8PDxUr149bd68WU8++aQkKSoqSg4O/z9w7PXr1zVgwABFR0fL09NTjRo10q5duzKcjxwAAHtjVWG8aNGimjt3rsLCwnTq1ClJUpUqVVSsWDGbhgMAALmrQYMGMplMMpvNkqSnn37asmwymbIcBhUAAOSN3r17W74eMmSIunXrpsqVK2erD7PZrCFDhmjt2rWKiIiQv79/um3i4+PVtm1bOTs7a8OGDXJxccl21vPnz+vq1asMxwoAwH1UqlQpzXKjRo3UsWNHVa9eXVOnTn3gwvjixYuzXB8REZFmec6cOZozZ062sgIAYC+sKozfU6xYMdWtWzdN25EjR7i7DACAAuL06dNGRwAAAHlg0KBBWrlypdavXy83NzdFR0dLkjw8POTq6qr4+Hg99dRTunHjhlasWKH4+HjFx8dLksqWLStHR0dJUs2aNRUWFqZnnnlGiYmJmjJlirp16yYfHx+dOnVKY8aMUdWqVdW2bVvDjhUAgIKse/fuql27ttExAACwS1YVxvv06aNPPvkkzRAsqampCgsL09tvv62kpCSbBQQAALnnn3eoAwCA/C+r+cYzs3DhQklS69at07QvWbJEffr00YEDB7R3715JUtWqVdNsc/r0aT300EOSpOPHjysuLk6S5OjoqEOHDmnZsmWKjY2Vr6+vnnrqKb355pvMIQ4AwAOIjY3V6tWrderUKY0ePVqlSpXS4cOH5e3tbXQ0AADsklWF8YMHD+rZZ5/VqlWr5OTkpN9++019+vRRbGys/vvf/9o6IwAAyCUbNmzIcn2nTp3yKAkAAMhM165dLV/funVLr7zyiooXL25pW7NmzX37uDdtSmZat259323+2Y+rq6s2b958330AAEB6hw4dUlBQkDw8PHTmzBkNGDBApUqV0po1axQVFaXly5cbHREAALtjVWE8IiJCHTp0UPv27dWqVStNmzZNAwYM0PTp05lnHACAAqRLly6Wp87++WE4c4wDgO3cSLxudARYKT987zw8PCxfv/jiiwYmAQAAthISEqI+ffpo5syZcnNzs7S3b99eL7zwgoHJAACwX1YVxj09PbVlyxZ17txZkyZN0tdff60uXbrYOBoAAMhtPXv21DfffKMxY8Zo5MiRDHsKALnk91++MzoCCrAlS5YYHQEAANjYzz//rA8//DBde/ny5RUdHW1AIgAA7J9VhfH4+HhJ0sqVK9WzZ09NmjRJAQEB8vT0lCS5u7vbLiEAAMg1n376qfbv36+RI0fqww8/1Ntvv62ePXsaHQsA7E71+kEqVsLT6Biwwo3E69zYAACFVH4YNQTWKQjfO2dnZ8vn7H/3+++/q2zZsgYkAgDA/llVGC9ZsmS6YVcrV64ss9nMsKsAABQwjRo1UkREhNatW6exY8dqzpw5evfdd9WyZUujowGA3ShWwlMlPPiAE9ZbvXq1vvzyS0VFRen27dtp1h04cMCgVABg37gxCrmpU6dOmjp1qr788ktJf01nFhUVpbFjx6pbt24GpwMAwD5ZVRjftm2brXMAAAAD/P3u9CeeeEI//vijFi5cqKefflpPPPGE1q1bZ1w4AAAgSZo3b57eeOMN9enTR+vXr1ffvn116tQp/fzzzxo0aJDR8QDAbjHiS8FVEEZ8mT17tv71r3/Jy8tLN2/eVKtWrRQdHa3AwEBNmzbN6HgAANglqwrjrVq1snUOAABggL+PAvN3ZrNZ33zzjQGJAADAP73//vv66KOP1KNHDy1dulRjxoxR5cqVNXHiRF27ds3oeABgtxjxBbnJw8NDW7Zs0c6dO3Xo0CElJiaqYcOGCgoKMjoaAAB2y6rC+IYNG7Jc36lTJ6vCAACAvMUoMAAA5H9RUVFq1qyZJMnV1VUJCQmSpH//+99q2rSp5s+fb2Q8AACQAy1atFCLFi2MjgEAQKFgVWG8S5cuma5jjnEAAAoORoEBACD/8/Hx0bVr11SpUiVVrFhRe/bsUf369XX69GmZzWaj4wEAACv8fWqzv7t8+bJq1KghDw8PeXt76+jRo3mcDAAA+2VVYVySLl26JG9vb1tmAQAAeWzHjh1Zrm/ZsmUeJQEAAJl54okntGHDBgUEBKhv374aMWKEVq9erX379qlr165GxwMAAFbIamozk8nEdCkAAOQCqwvjDg4OtswBAAAM0Lp1a8sf4v984oxRYAAAyB8++ugjpaamSpIGDRqk0qVLa9euXerUqZNefvllg9MBAABrrV69WqVKlUrTdvXqVT377LMGJQIAwL5ZXRhftGiRPD09Vbx4cfn6+qpBgwYqU6aMLbMBAIBcVr9+fV25ckX9+/dXr169VLp0aaMjAQCAf3BwcEhzc3r37t3VvXt3AxMBAABbaN68uby8vNK0xcTEGJQGAAD7Z9Vj3xUrVtRHH32kt956S4MGDdJTTz0lHx8fde7cOdO5UQAAQP5z8OBBrVmzRhcuXFCTJk302muvKTIyUh4eHvLw8DA6HgAAkDR58mTLE+N/FxcXpx49ehiQCAAA2MKRI0d09OhRXbhwId0obgAAwPasKoyfOXNGZ86c0YULF5SQkKC4uDht3rxZv//+u8aMGWPrjAAAIBc1btxYixYt0h9//KFmzZqpc+fOCg8PNzoWAAD4P4sXL1aLFi30xx9/WNoiIiJUt25dnTp1ysBkAAAgJ9q0aaM6deqoYsWKKlasmNq0aaPVq1cbHQsAALtl9VDqf+fm5qY2bdro/fffV//+/W3RJQAAyEPnzp3Txx9/rE8++UQNGzZUixYtjI4EAAD+z6FDh/Tyyy+rQYMGmj17tn7//XfNnTtXo0eP1pQpU4yOBwAArHD69GlJUnJysq5evao//vhD27dv19ixYw1OBgCA/bJJYfyexx9/PM0d7AAAIH9bt26dPvroIx08eFD//ve/9f3336tatWpGxwIAAH/j6empL7/8Uq+//rpefvllFSlSRP/973/Vpk0bo6MBAAArVapUKc1yYGCgevbsqRdffFGtW7dW5cqVVbZsWe3du9eghAAA2J8cFcZv3LihqKgo3b59O017vXr1chQKAADkja5du6pChQrq1q2b7t69q4ULF6ZZ/+677xqUDAAA/N17772nuXPnqkePHtq/f7+GDh2qlStXqn79+kZHAwAANtSiRQvL0+SOjo4GpwEAwL5YVRj/888/1bdvX/33v//NcH1KSkqOQgEAgLzRsmVLmUwm/fbbb+nWmUwmAxIBAIB/ateunfbt26dly5bpX//6l27evKmQkBA1bdpUU6ZM0ZgxY4yOCAAArPTnn3/q+PHjkqQaNWqobNmy6Z4mBwAAtmFVYXz48OGKjY3V3r171bp1a61du1YxMTF66623NHv2bFtnBAAAuSQiIuKBtjt//rx8fX3l4OCQu4EAAEA6KSkpOnTokHx9fSVJrq6uWrhwoZ5++mm99NJLFMYBACiAkpKSNGTIEH366aeWB80cHR3Vq1cvvffeeypWrJjBCQEAsD9Wfbr9/fff691339UjjzwiBwcHVapUSS+++KJmzpypsLAwW2cEAAAGq1Wrls6cOWN0DAAACqUtW7ZYiuJ/16FDBx0+fNiARAAAIKdCQkK0fft2bdiwQbGxsYqNjdX69eu1fft2jRw50uh4AADYJasK40lJSfLy8pIkeXp66s8//5Qk1a1bVwcOHLBdOgAAkC+YzWajIwAAgAyUKVPG6AgAAMAKX3/9tRYvXqzg4GC5u7vL3d1d7du316JFi7R69Wqj4wEAYJesKozXqFHDMu9J/fr19eGHH+rChQv64IMPVK5cOZsGBAAAAACgMHNwcJCjo2OmLwAAUPDcuHFD3t7e6dq9vLx048YNAxIBAGD/rJpjfNiwYbp06ZIkadKkSWrXrp0+++wzFS1aVEuXLrVlPgAAAAAACrW1a9caHQEAANhYYGCgJk2apOXLl8vFxUWSdPPmTU2ZMkWBgYEGpwMAwD5ZVRh/8cUXLV83atRIZ8+e1bFjx1SxYkWGcQMAAAAAwIY6d+6cZnnNmjWKjIxUnTp19NxzzxmUCgAA5MTcuXPVtm1bVahQQfXr15ck/fLLL3JxcdHmzZsNTgcAgH2yaij1fypWrJgaNmyYriju7u6uP/74I9P9duzYoY4dO8rX11cmk0nr1q1Ls95sNmvixIkqV66cXF1dFRQUpBMnTtw3z4IFC/TQQw/JxcVFTZo00U8//WTVcQEAgL+YTCajIwAAAEkzZsxQjx49tGnTJvXv319TpkwxOhIAALBCnTp1dOLECYWFhalBgwZq0KCBpk+frhMnTqh27dpGxwMAwC7ZpDCeGbPZnOX6pKQk1a9fXwsWLMhw/cyZMzVv3jx98MEH2rt3r4oXL662bdvq1q1bmfb5xRdfKCQkRJMmTdKBAwdUv359tW3bVpcvX87RsQAAUJjd75oOAADyxrJly/Txxx/rp59+0vr167VkyRKjIwEAACsVK1ZMAwYM0OzZszV79my99NJLcnV1NToWAAB2y6qh1G0lODhYwcHBGa4zm80KDw/X+PHjLcPGLV++XN7e3lq3bp26d++e4X7vvvuuBgwYoL59+0qSPvjgA3377bf65JNPNG7cuNw5EAAA7MydO3e0e/duSVLRokV15MgR+fr6GpwKAABcvHhRTZs2lSQ1bdpUFy5cMDiR8e7GJRodAVYw6vsWc+OOIe+LnOH7Bnt16tQphYeH6+jRo5Kk2rVra+jQoapSpYrByQAAsE+GFsazcvr0aUVHRysoKMjS5uHhoSZNmmj37t0ZFsZv376t/fv3KzQ01NLm4OCgoKAgy4f7GUlOTlZycrJlOT4+3kZHAQC2dyPxutERYIX8+n3bsGFDhu2xsbHq27evOnfuLE9PTy1evDiPkwEAgIykpKSoSJG//pR3dHRUamqqwYmMF/vjYaMjoABZcTx//l4OoPDZvHmzOnXqpAYNGqh58+aSpB9//FEffvihvvnmGz355JMGJwQAwP7k28J4dHS0JMnb2ztNu7e3t2XdP125ckUpKSkZ7nPs2LFM3yssLIx52QAUGL//8p3REWBHunTpkuk6k8mkNWvW5F0YAACQoYCAAJlMJknSzZs31bFjRxUtWpSpTv5PyeZ1VcSjhNExkE134xINuanhxRqe8i7mlOfvi5yJuXGHmxpgd8aNG6cRI0Zo+vTp6drHjh1LYRwAgFyQq4Xxe3+453ehoaEKCQmxLMfHx8vPz8/ARACQuer1g1SshKfRMZBNNxKv59ubGi5dupTuprLo6GiVL1/eoEQAAODv/n4j272pxjJaV1gV8Sghp9IeRsdAAeFdzEl+JYoaHQMAdPToUX355Zfp2vv166fw8PC8DwQAQCGQq4XxnNy97uPjI0mKiYlRuXLlLO0xMTFq0KBBhvuUKVNGjo6OiomJSdMeExNj6S8jzs7OcnZ2tjorAOSlYiU8VcKjrNExYEccHBzStRWUm9sAACgMJk2aZHQEAABgY2XLllVkZKSqVauWpj0yMlJeXl4GpQIAwL6l/yQ8G27fvq3jx4/r7t27Ga7/73//a/XTZv7+/vLx8dHWrVstbfHx8dq7d68CAwMz3Kdo0aJq1KhRmn1SU1O1devWTPcBAKCwW7RokRYuXKjPPvtMu3bt0u3bt3PlfRISEjR8+HBVqlRJrq6uatasmX7++WfLerPZrIkTJ6pcuXJydXVVUFCQTpw4kStZAACwBzdu3NDUqVM1depUvfvuu0bHAQAA2TBgwAANHDhQM2bM0A8//KAffvhB06dP18svv6wBAwYYHQ8AALtk1RPjN27c0JAhQ7Rs2TJJ0u+//67KlStryJAhKl++vMaNGydJatGiRZb9JCYm6uTJk5bl06dPKzIyUqVKlVLFihU1fPhwvfXWW6pWrZr8/f01YcIE+fr6phkqrk2bNnrmmWc0ePBgSVJISIh69+6tRx55RI8++qjCw8OVlJSkvn37WnOoAADYtYoVK2rRokVKTk7WtWvXdPv2bRUrVizdMK228NJLL+nXX3/Vp59+Kl9fX61YsUJBQUE6cuSIypcvr5kzZ2revHlatmyZ5brftm1bHTlyRC4uLjbPAwBAQfH3qb/+7saNG1q0aJHeffddFS9ePI9TAQCAnJgwYYLc3Nw0e/ZshYaGSpJ8fX01efJkDR061OB0AADYJ6sK46Ghofrll18UERGhdu3aWdqDgoI0efJkS2H8fvbt26fHH3/csnzvj/3evXtr6dKlGjNmjJKSkjRw4EDFxsaqRYsW2rRpU5oPx0+dOqUrV65Ylp9//nn9+eefmjhxoqKjo9WgQQNt2rQp3dypAABAOnPmTJrlCxcuKCIiQjNmzJAknTt3Tg4ODjmeb/zmzZv6+uuvtX79erVs2VKSNHnyZH3zzTdauHCh3nzzTYWHh2v8+PGWovzy5cvl7e2tdevWqXv37un6TE5OVnJysmU5Pj4+RxmB7Iq5ccfoCLAC3zcUROHh4QoMDFTRomnnRb43ysuwYcOMiAUAAHLAZDJpxIgRGjFihBISEiRJbm5uBqcCAMC+WVUYX7dunb744gs1bdo0zRyktWvX1qlTpx64n9atW2c5D7nJZLIMC5eZf36gL0mDBw+2PEEOAAAeXPny5dWzZ081bdpUbdq0UcuWLeXl5aW9e/fmqN+7d+8qJSUl3ZPfrq6u2rlzp06fPq3o6GgFBQVZ1nl4eKhJkybavXt3hoXxsLAwTZkyJUe5gJxYcfy60REAFCJr165NN99odHR0jm9eAwAAxnjiiSe0Zs0alSxZMkcF8YULF2rhwoWWz8lr166tiRMnKjg4ONN9vvrqK02YMEFnzpxRtWrVNGPGDLVv397qDAAAFBRWFcb//PPPdH+QS1JSUlKaQjkAACiYqlSpkuHNZ9Zyc3NTYGCg3nzzTT388MPy9vbW559/rt27d6tq1aqKjo6WpHQjvHh7e1vW/VNoaGiaoWXj4+Pl5+dns8zA/bxYw1PexZyMjoFsirlxh5saUOCYTKYM/9bm728AAAquiIgIy+gvOVGhQgVNnz5d1apVk9ls1rJly9S5c2cdPHhQtWvXTrf9rl271KNHD4WFhenpp5/WypUr1aVLFx04cEB16tTJcR4AAPIzqwrjjzzyiL799lsNGTJE0v//Mf7xxx8rMDDQdukAAECuatWqlfr3769nn31Wrq6uufpen376qfr166fy5cvL0dFRDRs2VI8ePbR//36r+nN2dpazs7ONUwIPzruYk/xKFL3/hgCQQ2azWX369FGJEiXk7u4uf39/tWzZUlWrVjU6GgAAyAFb3OTWsWPHNMvTpk3TwoULtWfPngwL43PnzlW7du00evRoSdKbb76pLVu2aP78+frggw9ynAcAgPzMqsL422+/reDgYB05ckR3797V3LlzdeTIEe3atUvbt2+3dUYAAJBLAgICNGrUKA0ZMkTPPfec+vfvr6ZNm+bKe1WpUkXbt29XUlKS4uPjVa5cOT3//POqXLmyfHx8JEkxMTEqV66cZZ+YmBg1aNAgV/IAAFBQ9O7dW5KUnJysqKgoRUREaMKECXrooYeMDQYAAHLkmWeeUdGiGd9s+/3332e7v5SUFH311VdKSkrK9AG23bt3pxl9TZLatm2rdevWZdl3cnKykpOTLcvx8fHZzvd3d+MSc7Q/jGHU9y3mxh1D3hc5Z9T37kYiI8UVRHnxfbOqMN6iRQtFRkZq+vTpqlu3rv7nf/5HDRs21O7du1W3bl1bZwQAALkkPDxcs2bN0oYNG7Rs2TLL02f9+vXTv//973RDm9tC8eLFVbx4cV2/fl2bN2/WzJkz5e/vLx8fH23dutVSCI+Pj9fevXv16quv2jwDAAAFyZIlS9K1nT9/XmPHjtWZM2e0fPlyubq66tlnnzUgHQAAsFZgYKBKlCiR434OHz6swMBA3bp1SyVKlNDatWtVq1atDLeNjo7O1jRm94SFhWnKlCk5znpP7I+HbdYX7B/TYSG7fv/lO6MjIJ+yqjAu/fXU16JFi2yZBQAAGKBIkSLq2rWrunbtqsuXL+ujjz7ShAkT9Prrr6t9+/YaOnSonnjiiRy/z+bNm2U2m1WjRg2dPHlSo0ePVs2aNdW3b1+ZTCYNHz5cb731lqpVqyZ/f39NmDBBvr6+6tKlS84PEgAAO1OhQgUtWLBARYsW1bZt21SyZEkK4wAAFCAmk0mjR4+Wl5dXjvuqUaOGIiMjFRcXp9WrV6t3797avn17psVxa4SGhqZ50jw+Pl5+fn5W91eyeV0V8cj5TQHIW3fjEg25qeHFGp7yLuaU5++LnIu5cceQGxuq1w9SsRKeef6+yJkbiddz/aYGqwrj9xsmxd3d3aowAADAOD/99JOWLFmiVatWycvLS3369NGFCxf09NNP67XXXtOsWbNy1H9cXJxCQ0N1/vx5lSpVSt26ddO0adPk5PTXHzZjxoxRUlKSBg4cqNjYWLVo0UKbNm2Si4uLLQ7vvhjGreDiewegsCpZsmSap8k7dOigjz/+OM20JAAAIH8ym80266to0aKqWrWqJKlRo0b6+eefNXfuXH344YfptvXx8VFMTEyatpiYGMsUZ5lxdnaWs7OzzTIX8Sghp9IeNusP9s27mJP8SmQ87QCQkWIlPFXCo6zRMZAPWVUY9/TM+C4Ls9ksk8mklJSUHIUCAAB54/Lly/r000+1ZMkSnThxQh07dtTnn3+utm3bymQySZL69Omjdu3a5bgw/txzz+m5557LdL3JZNLUqVM1derUHL2PtRjGDQBQ0O3YsUM3b940OgYAAHgAkyZNsskw6hlJTU1NMx/43wUGBmrr1q0aPny4pW3Lli2ZzkkOAIA9saow7u/vr8uXL2vcuHFq3ry5rTMBAIA8UqFCBVWpUkX9+vVTnz59VLZs+jsp69Wrp8aNGxuQLm8xjFvBZdRQbgAAAABgrUmTJkmS/vzzTx0/flzSX0OiZ/R3eVZCQ0MVHBysihUrKiEhQStXrlRERIQ2b94sSerVq5fKly+vsLAwSdKwYcPUqlUrzZ49Wx06dNCqVau0b98+ffTRRzY8OgAA8ierCuNHjx7Ve++9p2nTpungwYOaOXOm/P39bZ0NAADksq1bt+qxxx7Lcht3d3e99dZbSk5OtumwafkNw7gBAAAAAPLKjRs3NHjwYH366aeWEVgdHR3Vq1cvvffeeypWrNgD9XP58mX16tVLly5dkoeHh+rVq6fNmzfrySeflCRFRUXJwcHBsn2zZs20cuVKjR8/Xq+//rqqVaumdevWqU6dOrY/SAAA8hmH+2+SnpOTk0JCQnTixAmVL19e9erV08iRIxUbG2vjeAAAIDfdryh+T3BwsC5cuJDLaQAAAAAAKBxGjBih7du3a8OGDYqNjVVsbKzWr1+v7du3a+TIkQ/cz+LFi3XmzBklJyfr8uXL+u677yxFcUmKiIjQ0qVL0+zz7LPP6vjx40pOTtavv/6q9u3b2+qwAADI16wqjN9TqlQphYeH6+DBgzpz5oyqVq2q8PBwG0UDAAD5hdlsNjoCAADIgbCwMDVu3Fhubm7y8vJSly5dLMO23nPr1i0NGjRIpUuXVokSJdStWzfFxMRk2a/ZbNbEiRNVrlw5ubq6KigoSCdOnMjNQwEAwC58/fXXWrx4sYKDg+Xu7i53d3e1b99eixYt0urVq42OBwCAXbJqKPWAgACZTKY0bWazWcnJyRo5cqSGDx9ui2wF1t24RKMjwEpGfe9ibtwx5H2RM3zfAAAAUFBs375dgwYNUuPGjXX37l29/vrreuqpp3TkyBEVL15c0l9Prn377bf66quv5OHhocGDB6tr16768ccfM+135syZmjdvnpYtWyZ/f39NmDBBbdu21ZEjR+Ti4pJXhwcAQIFz48YNeXt7p2v38vLSjRs3DEgEAID9s6ow3qVLFxvHsC+xPx42OgIKmBXHrxsdAQAAAEAB9/rrr6tUqVIZrtu0aVOa5aVLl8rLy0v79+9Xy5YtFRcXp8WLF2vlypV64oknJElLlizRww8/rD179qhp06bp+jSbzQoPD9f48ePVuXNnSdLy5cvl7e2tdevWqXv37jY+QgAA7EdgYKAmTZqk5cuXW24mu3nzpqZMmaLAwECD0wEAYJ+sKoxPmjTJ1jnsSsnmdVXEo4TRMWCFu3GJhtzY8GINT3kXc8rz90XOxNy4w00NAAAAyDNHjhxRVFSUbt++naa9U6dOkqTQ0NAH7isuLk6SLIX0/fv3686dOwoKCrJsU7NmTVWsWFG7d+/OsDB++vRpRUdHp9nHw8NDTZo00e7duzMtjCcnJys5OdmyHB8f/8C5AQCwF3PnzlXbtm1VoUIF1a9fX5L0yy+/yMXFRZs3bzY4HQAA9smqwjiyVsSjhJxKexgdAwWIdzEn+ZUoanQMAMjUP6dQAQAAeeePP/7QM888o8OHD8tkMslsNkv6/+tzSkpKtvpLTU3V8OHD1bx5c9WpU0eSFB0draJFi6pkyZJptvX29lZ0dHSG/dxr/+cwsFntI/013/mUKVOylRkAAHtTp04dnThxQp999pmOHTsmSerRo4d69uwpV1dXg9MBAGCfrCqMe3p6ZvkB+bVr16wOBAAA8p97H8ADAIC8N2zYMPn7+2vr1q3y9/fXTz/9pKtXr2rkyJGaNWtWtvsbNGiQfv31V+3cuTMX0t5faGioQkJCLMvx8fHy8/MzJAsAAEYqVqyYBgwYYHQMAAAKDasK4+Hh4ZL++pD81Vdf1dSpU+Xl5WXLXAAAIA+cPn1ad+/eVbVq1dK0nzhxQk5OTnrooYckSQkJCQakAwAAkrR79259//33KlOmjBwcHOTg4KAWLVooLCxMQ4cO1cGDBx+4r8GDB2vjxo3asWOHKlSoYGn38fHR7du3FRsbm+ap8ZiYGPn4+GTY1732mJgYlStXLs0+DRo0yDSDs7OznJ2dHzgzAAD2aMOGDVmuvzdVCgAAsB2rCuO9e/e2fD1kyBB169ZNlStXtlkoAACQN/r06aN+/fqlK4zv3btXH3/8sSIiIowJBgAALFJSUuTm5iZJKlOmjC5evKgaNWqoUqVKOn78+AP1YTabNWTIEK1du1YRERHy9/dPs75Ro0ZycnLS1q1b1a1bN0nS8ePHFRUVpcDAwAz79Pf3l4+Pj7Zu3WophMfHx2vv3r169dVXrTxaAAAKhy5dumS6zmQyZXuqFAAAcH8ORgcAAADGOXjwoJo3b56uvWnTpoqMjMz7QAAAIJ06derol19+kSQ1adJEM2fO1I8//qipU6c+8E3qgwYN0ooVK7Ry5Uq5ubkpOjpa0dHRunnzpiTJw8ND/fv3V0hIiLZt26b9+/erb9++CgwMVNOmTS391KxZU2vXrpX014f2w4cP11tvvaUNGzbo8OHD6tWrl3x9fbP8sB8AAPwlOjpaqamp6V4UxQEAyB1WPTH+T1nNNw4AAPIvk8mU4TDpcXFx/CEOAEA+MX78eCUlJUmSpk6dqqefflqPPfaYSpcurS+++OKB+li4cKEkqXXr1mnalyxZoj59+kiS5syZIwcHB3Xr1k3Jyclq27at3n///TTbHz9+XHFxcZblMWPGKCkpSQMHDlRsbKxatGihTZs2ycXFxcqjBQAAAAAgd1hVGO/atavl61u3bumVV15R8eLFLW1r1qzJeTIAAJDrWrZsqbCwMH3++edydHSU9NdwrWFhYWrRooXB6QAAgCS1bdvW8nXVqlV17NgxXbt2TZ6eng98o7rZbL7vNi4uLlqwYIEWLFjwwP2YTCZNnTpVU6dOfaAcAAAAAAAYxarCuIeHh+XrF1980WZhAABA3poxY4ZatmypGjVq6LHHHpMk/fDDD4qPj9f3339vcDoAACBJ/fr109y5cy3zjEtSqVKlDEwEAABy6t4IbpmNsuLu7p7HiQAAsH9WFcaXLFli6xwAAMAAtWrV0qFDhzR//nz98ssvcnV1Va9evTR48GA+cAcAIJ9YtmyZpk+fnqYwDgAACjaz2azq1atn2G4ymZjeDACAXGD1HON3795VRESETp06pRdeeEFubm66ePGi3N3dVaJECVtmBAAAucjX11dvv/220TEAAEAm7n1ADgAA7Me2bduMjgAAQKFjVWH87NmzateunaKiopScnKwnn3xSbm5umjFjhpKTk/XBBx/YOicAAMhlKSkpmjt3riIjI1W3bl2NGDFCRYpYfQ8dAACwoaFDh8rV1TXDdZ988kkepwEAADnVqlWrB9rutdde09SpU1WmTJlcTgQAgP1zsGanYcOG6ZFHHtH169fT/GH+zDPPaOvWrTYLBwAA8s64ceP05ptv6tatW5ozZ45GjBhhdCQAAPB/zGZzpi8AAGC/VqxYofj4eKNjAABgF6x6DOyHH37Qrl27VLRo0TTtDz30kC5cuGCTYAAAIG+tX79ey5cvV8eOHbV//3516tRJ7733ntGxAAAo9Ewmk+bNmycvLy+jowAAgDzGTXAAANiOVU+Mp6amKiUlJV37+fPn5ebmluNQAAAg78XExKhWrVqSpNq1aysmJsbgRAAAQOIDcQAAAAAAbMGqwvhTTz2l8PBwy7LJZFJiYqImTZqk9u3b2yobAADIQ2azWQ4Of/1qYDKZ+BAeAIB8onfv3pnOLw4AAAAAAB6MVUOpz549W23btlWtWrV069YtvfDCCzpx4oTKlCmjzz//3NYZAQBALvH09JTJZJIkJSYmKiAgwFIcBwAA+cOSJUssX58/f16SVKFCBaPiAAAAAABQIFlVGK9QoYJ++eUXrVq1SocOHVJiYqL69++vnj17chc7AAAFyJw5cyyFcQAAkD+lpqbqrbfe0uzZs5WYmChJcnNz08iRI/XGG29wUxsAAAAAAA/AqsK4JBUpUkQvvviiLbMAAIA81qdPH6MjAACA+3jjjTe0ePFiTZ8+Xc2bN5ck7dy5U5MnT9atW7c0bdo0gxMCAIDc8uKLL8rd3d3oGAAA2AWrCuPz5s3Lcv3QoUOtCgMAAPLWoUOHslxfr169PEoCAAAys2zZMn388cfq1KmTpa1evXoqX768XnvtNQrjAAAUcCkpKZo7d64iIyNVt25djRgxQkWK/PXR/cKFCw1OBwCA/bCqMD58+HBVqFBBjo6O6daZTCYK4wAAFBANGjSQyWSS2WxOt85kMiklJcWAVAAA4O+uXbummjVrpmuvWbOmrl27ZkAiAABgS+PGjdPHH3+sJ598UnPmzFFUVJTee+89o2MBAGB3rB5Kfd++ffLy8rJlFgAAYIC9e/eqbNmyRscAAACZqF+/vubPn59u9Lb58+erfv36BqUCAAC2sn79ei1fvlwdO3bU/v371alTJwrjAADkAqsK4yaTSSaTydZZAACAASpWrMjNbgAA5GMzZ85Uhw4d9N133ykwMFCStHv3bp07d07/+c9/DE4HAAByKiYmRrVq1ZIk1a5dWzExMQYnAgDAPllVGDebzZowYYI8PDxUvHhx+fr6KiAgQI0aNbJ1PgAAkMs2b96sMmXKWK7pVapU4QY4AADykVatWun333/XggULdOzYMUlS165d9dprr8nX19fgdAAAIKfMZrMcHBwkKdPpzgAAQM5ZVRhv2bKljh07pjt37ig+Pl4XL17U9evXVb9+fX377bf8YQ4AQAHSu3dvy9cmk0lubm7q3bu3Zs2aJScnJwOTAQAASYqKipKfn5+mTZtmdBQAAGAjnp6elpvSExMTFRAQYCmOAwCA3GFVYTwiIiJd26lTp9SrVy+NHDlSn3/+eU5zAQCAPJCamipJaW52++mnn/TGG2+oWLFiCgsLMzghAADw9/fXpUuXmPoEAAA7Eh4ebnQEAAAKHasK4xmpUqWK5s6dq5CQEFt1KUl66KGHdPbs2XTtr732mhYsWJCufenSperbt2+aNmdnZ926dcumuQAAsCdOTk4qXbq0Spcurbp166ps2bIaNGgQhXEAAPIBhlMFAMD+/H30NgAAkDdsVhiXpEceeUQ7duywZZf6+eeflZKSYln+9ddf9eSTT+rZZ5/NdB93d3cdP37cssw8qQAAZE/Hjh3VokULo2MAAID/c/78+Uxv+K5YsWIepwEAADkVHx+f5Xp3d/c8SgIAQOHxwIXx33//XdWrV7csHzp0SLNmzdKRI0dkMplUq1YtjR49WnXq1LFpwLJly6ZZnj59uqpUqaJWrVpluo/JZJKPj88Dv0dycrKSk5Mty/f7pQQAAHvRqlUr9e/fX88++6xcXV0t7SaTSaVKlTIwGQAA+LvGjRunazObzTKZTGluJgcAAAVDyZIlM3ygi+s7AAC5x+FBNrp7967q1Kmjc+fOSZI2bNighg0b6tKlS+rYsaOefvppXbx4UQEBAdq4cWOuhb19+7ZWrFihfv36ZfkUeGJioipVqiQ/Pz917txZv/32W5b9hoWFycPDw/Ly8/OzdXQAAPKlgIAAjRo1Sj4+PhowYID27NljdCQAAJCBvXv36o8//kjzOn36tP744w+jowEAACts27ZN33//vbZu3SpnZ2d9+umn+v777y3tAADA9h7oifEiRYrI3d1dd+7ckSSNHz9eEyZM0KRJk9JsN3nyZI0fP15PP/207ZNKWrdunWJjY9WnT59Mt6lRo4Y++eQT1atXT3FxcZo1a5aaNWum3377TRUqVMhwn9DQ0DRzo8fHx1McBwAUCuHh4Zo1a5Y2bNigZcuWqWXLlqpatar69eunf//73/L29jY6IgAAhZ7JZFLFihXl5eVldBQAAGAjfx8R1dHRUU2bNlXlypUNTAQAgP17oCfGJcnb21tXr16VJJ04cUI9e/ZMt03Pnj117Ngx26X7h8WLFys4OFi+vr6ZbhMYGKhevXqpQYMGatWqldasWaOyZcvqww8/zHQfZ2dnubu7p3kBAFBYFClSRF27dtX69et1/vx5vfDCC5owYYL8/PzUpUsX7lQHAMBgZrPZ6AgAAAAAABR4D1wYb9WqlRYvXixJ8vPz04EDB9Jtc+DAgXRzgtvK2bNn9d133+mll17K1n5OTk4KCAjQyZMncyUXAAD24qefftKkSZM0e/ZseXl5KTQ0VGXKlNHTTz+tUaNGGR0PAIBC6/Tp07n2tzYAAMgfspo6FAAA2MYDDaUuSaNGjdIjjzwiLy8vPfPMM3r55Zd1+vRpNWvWTJL0448/asaMGRo6dGiuBF2yZIm8vLzUoUOHbO2XkpKiw4cPq3379rmSCwCAguzy5cv69NNPtWTJEp04cUIdO3bU559/rrZt21r+KO/Tp4/atWunWbNmGZwWAIDC6fvvv1eJEiX07LPPpmn/6quvdOPGDfXu3dugZAAAwFoBAQGWv7tv3rypjh07qmjRopb1GT2YlpGwsDCtWbNGx44dk6urq5o1a6YZM2aoRo0ame6zdOlS9e3bN02bs7Ozbt26ZcWRAABQcDxwYbxy5cr68ccfNWTIEG3btk1ms1mhoaGW9T4+Pnr99dc1cuRIm4dMTU3VkiVL1Lt3bxUpkjZyr169VL58eYWFhUmSpk6dqqZNm6pq1aqKjY3VO++8o7Nnz2b7SXMAAAqDChUqqHLlyurfv7/69OmT4dNo9erVU+PGjQ1IBwAApL8+8M5oejAvLy8NHDiQwjgAAAVQly5dLF937tzZ6n62b9+uQYMGqXHjxrp7965ef/11PfXUUzpy5IiKFy+e6X7u7u46fvy4ZZkn1gEAhcEDF8Yl6eGHH9Z3332nGzdu6OrVq0pNTZUkeXp65uq83N99952ioqLUr1+/dOuioqLk4PD/I8Jfv35dAwYMUHR0tDw9PdWoUSPt2rVLtWrVyrV8AAAUVFu3btVjjz2W5Tbu7u7atm1bHiUCAAD/FBUVJX9//3TtlSpVUlRUlAGJAABATk2aNMkm/WzatCnN8tKlS+Xl5aX9+/erZcuWme5nMpnk4+NjkwwAABQU2SqM31OsWDEVK1ZMJ0+e1KlTpywXWLPZnCt3lj311FMym80ZrouIiEizPGfOHM2ZM8fmGQAAsEfDhg3Lcv2DDt0GAAByj5eXlw4dOqSHHnooTfsvv/yi0qVLGxMKAADkWGxsrFavXq1Tp05p9OjRKlWqlA4cOCBvb2+VL1/eqj7j4uIkSaVKlcpyu8TERFWqVEmpqalq2LCh3n77bdWuXTvT7ZOTk5WcnGxZjo+PtyofAABGsqowfvXqVT333HPatm2bTCaTTpw4YRmG1dPTU7Nnz7Z1TgAAkAsiIyM1cuRIlShRwugoAAAgEz169NDQoUPl5uZmuTF9+/btGjZsmLp3725wOgAAYI1Dhw4pKChIHh4eOnPmjAYMGKBSpUppzZo1ioqK0vLly7PdZ2pqqoYPH67mzZurTp06mW5Xo0YNffLJJ6pXr57i4uI0a9YsNWvWTL/99psqVKiQ4T5hYWGaMmVKtjMBAJCfWFUYHzFihJycnBQVFaWHH37Y0v78888rJCSEwjgAAAXI6NGj5eXlZXQMAACQiTfffFNnzpxRmzZtVKTIX3/Gp6amqlevXnr77bcNTgcAAKwREhKiPn36aObMmXJzc7O0t2/fXi+88IJVfQ4aNEi//vqrdu7cmeV2gYGBCgwMtCw3a9ZMDz/8sD788EO9+eabGe4TGhqqkJAQy3J8fLz8/PysygkAgFGsKoz/z//8jzZv3pzu7rFq1arp7NmzNgkGAAAAAACkokWL6osvvtCbb76pX375Ra6urqpbt64qVapkdDQAAGCln3/+WR9++GG69vLlyys6Ojrb/Q0ePFgbN27Ujh07Mn3qOzNOTk4KCAjQyZMnM93G2dlZzs7O2c4FAEB+YlVhPCkpScWKFUvXfu3aNS6OAAAUMCaTyegIAADgAVSvXl3Vq1c3OgYAALABZ2fnDOfp/v3331W2bNkH7sdsNmvIkCFau3atIiIi5O/vn+0sKSkpOnz4sNq3b5/tfQEAKEisKow/9thjWr58uWVYFZPJpNTUVM2cOVOPP/64TQMCAIDcNWHChAxveJOkd999N4/TAACAjJw/f14bNmxQVFSUbt++nWYd12sAAAqeTp06aerUqfryyy8l/fUZe1RUlMaOHatu3bo9cD+DBg3SypUrtX79erm5uVmeNvfw8JCrq6skqVevXipfvrzCwsIkSVOnTlXTpk1VtWpVxcbG6p133tHZs2f10ksv2fgoAQDIX6wqjM+cOVNt2rTRvn37dPv2bY0ZM0a//fabrl27ph9//NHWGQEAQC5p2bKljh8/nuE6niQHACB/2Lp1qzp16qTKlSvr2LFjqlOnjs6cOSOz2ayGDRsaHQ8AAFhh9uzZ+te//iUvLy/dvHlTrVq1UnR0tAIDAzVt2rQH7mfhwoWSpNatW6dpX7Jkifr06SNJioqKkoODg2Xd9evXNWDAAEVHR8vT01ONGjXSrl27VKtWrRwfFwAA+ZlVhfE6dero999/1/z58+Xm5qbExER17dpVgwYNUrly5WydEQAA5JKIiAijIwAAgPsIDQ3VqFGjNGXKFLm5uenrr7+Wl5eXevbsqXbt2hkdDwAAWMHDw0NbtmzRzp07dejQISUmJqphw4YKCgrKVj9ms/m+2/zzb/85c+Zozpw52XofAADsgVWFcemvC/cbb7xhyywAAAAAAOAfjh49qs8//1ySVKRIEd28eVMlSpTQ1KlT1blzZ7366qsGJwQAANZq0aKFWrRoYXQMAAAKBYf7b5Kx69eva9asWerfv7/69++v2bNn69q1a7bMBgAAAABAoVe8eHHLvOLlypXTqVOnLOuuXLliVCwAAJAD169fV2hoqGbMmKE7d+5o2LBhqlixotq2bauoqCij4wEAYJesKozv2LFDDz30kObNm6fr16/r+vXrmjdvnvz9/bVjxw5bZwQAAAAAoNBq2rSpdu7cKUlq3769Ro4cqWnTpqlfv35q2rSpwekAAIA1XnrpJa1YsUKLFy9WcHCwfvzxR40dO1ZJSUkaOnSo0fEAALBLVg2lPmjQID3//PNauHChHB0dJUkpKSl67bXXNGjQIB0+fNimIQEAQMGWkpKiyZMna8WKFYqOjpavr6/69Omj8ePHy2QySfprXrRJkyZp0aJFio2NVfPmzbVw4UJVq1bN4PQAABjr3XffVWJioiRpypQpSkxM1BdffKFq1arp3XffNTgdAACwRkREhP7zn/+oUqVK8vX11c6dO9WsWTM99thjevzxx42OBwCAXbKqMH7y5EmtXr3aUhSXJEdHR4WEhGj58uU2CwcAAOzDjBkztHDhQi1btky1a9fWvn371LdvX3l4eFjuhJ85c6bmzZunZcuWyd/fXxMmTFDbtm115MgRubi4GHwEAAAYp3Llypavixcvrg8++MDANAAAwBauX78uf39/eXl5qXjx4vLx8ZEkeXt7KzY21thwAADYKasK4w0bNtTRo0dVo0aNNO1Hjx5V/fr1bRIMAADYj127dqlz587q0KGDJOmhhx7S559/rp9++knSX0+Lh4eHa/z48ercubMkafny5fL29ta6devUvXv3dH0mJycrOTnZshwfH58HRwIAAAAAgG0cOXJE0dHRMpvNOnbsmBITE3XlyhWjYwEAYLesKowPHTpUw4YN08mTJy3zme3Zs0cLFizQ9OnTdejQIcu29erVs01SAABQYDVr1kwfffSRfv/9d1WvXl2//PKLdu7caRn+9fTp04qOjlZQUJBlHw8PDzVp0kS7d+/OsDAeFhamKVOm5NkxAABgFE9PT8vUIxm5du1aHqYBAAC20qZNG5nNZknS008/LZPJJLPZnOV1HwAAWM+qwniPHj0kSWPGjMlw3d8v4CkpKTlLCAAACrxx48YpPj5eNWvWlKOjo1JSUjRt2jT17NlTkhQdHS3pryHj/s7b29uy7p9CQ0MVEhJiWY6Pj5efn18uHQEAAMYJDw+3fG02m/Xqq69q6tSp8vLyMi4UAADIkdOnTxsdAQCAQseqwjgXbQAAkB1ffvmlPvvsM61cuVK1a9dWZGSkhg8fLl9fX/Xu3duqPp2dneXs7GzjpAAA5D//vFYOGTJE3bp1SzP3+IPYsWOH3nnnHe3fv1+XLl3S2rVr1aVLF8v6zJ5OmzlzpkaPHp3husmTJ6cbwaVGjRo6duxYtrIBAFDYVKpUyegIAAAUOlYVxs+ePatmzZqpSBGrdgcAAIXM6NGjNW7cOMuQ6HXr1tXZs2cVFham3r17y8fHR5IUExOjcuXKWfaLiYlRgwYNjIgMAEC+dPfuXd25c0eOjo7Z3jcpKUn169dXv3791LVr13TrL126lGb5v//9r/r3769u3bpl2W/t2rX13XffWZb5rAAAgAdz6tQphYeH6+jRo5KkWrVqadiwYapSpYrByQAAsE9W/bX6+OOP69KlSwzbBgAAHsiNGzfk4OCQps3R0VGpqamSJH9/f/n4+Gjr1q2WQnh8fLz27t2rV199Na/jAgCQr2zYsEGSdPPmTa1evVoeHh6qWLFitvsJDg5WcHBwpuvv3ah2z/r16/X444/f98n0IkWKpNsXAABkbfPmzerUqZMaNGig5s2bS5J+/PFH1a5dW998842efPJJgxMCAGB/rCqMm81mW+cAAAB2rGPHjpo2bZoqVqyo2rVr6+DBg3r33XfVr18/SX8N3Tp8+HC99dZbqlatmvz9/TVhwgT5+vqmGeIVAIDC6N610MXFRXXq1NHatWszHfbcVmJiYvTtt99q2bJl9932xIkT8vX1lYuLiwIDAxUWFpZl4T45OVnJycmW5fj4eJtkBgCgIBk3bpxGjBih6dOnp2sfO3YshXEAAHKB1eOb7d69W56enhmua9mypdWBAACA/Xnvvfc0YcIEvfbaa7p8+bJ8fX318ssva+LEiZZtxowZo6SkJA0cOFCxsbFq0aKFNm3aJBcXFwOTA4Bt3Ei8bnQEWCk/fO/ujbCSl5YtWyY3N7cMh1z/uyZNmmjp0qWqUaOGLl26pClTpuixxx7Tr7/+Kjc3twz3CQsLSzcvOQAAhc3Ro0f15Zdfpmvv16+fwsPD8z4QAACFgNWF8WeeeSbDdpPJpJSUFKsDAQAA++Pm5qbw8PAs/7g3mUyaOnWqpk6dmnfBACCXubm5yaloUf3+y3f33xj5llPRopkWee3VJ598op49e973BrW/D81er149NWnSRJUqVdKXX36p/v37Z7hPaGioQkJCLMvx8fHy8/OzTXAAAAqIsmXLKjIyUtWqVUvTHhkZyRSmAADkEqsL49HR0VygAcAA+eGpJWQf3zcAKJzKlCmj2bNmKSEhwegoueLChQt6//339dprr6l8+fJGx8k1bm5uKlOmjNEx8swPP/yg48eP64svvsj2viVLllT16tV18uTJTLdxdnaWs7NzTiICAFDgDRgwQAMHDtQff/yhZs2aSfprjvEZM2akuYEMAADYjlWF8dyeywwAkB5PnBV8hfFpMwDAX8Vxey+qli9fXv7+/kbHgI0sXrxYjRo1Uv369bO9b2Jiok6dOqV///vfuZAMAAD7MWHCBLm5uWn27NkKDQ2VJPn6+mry5MkaOnSowekAALBPVhXGzWazrXMAAO6DJ84KvsL2tBkAAMhfEhMT0zzJffr0aUVGRqpUqVKqWLGipL+GNf/qq680e/bsDPto06aNnnnmGQ0ePFiSNGrUKHXs2FGVKlXSxYsXNWnSJDk6OqpHjx65f0AAABRgJpNJI0aM0IgRIyyf9XAzPQAAucuqwnhqaqqtcwAAHgBPnAEAAMBa+/bt0+OPP25ZvjdMa+/evbV06VJJ0qpVq2Q2mzMtbJ86dUpXrlyxLJ8/f149evTQ1atXVbZsWbVo0UJ79uxR2bJlc+9AAACwI5cvX9bx48clSTVr1uQaCgBALrJ6jvFTp04pPDxcR48elSTVqlVLw4YNU5UqVWwWDgAAAAAA2Ebr1q3vOwLcwIEDNXDgwEzXnzlzJs3yqlWrbBENAIBCJyEhQa+99po+//xzy4Nojo6Oev7557VgwQJ5eHgYnBAAAPvjYM1OmzdvVq1atfTTTz+pXr16qlevnvbu3avatWtry5Ytts4IAAAAAAAAAIDdeOmll7R37159++23io2NVWxsrDZu3Kh9+/bp5ZdfNjoeAAB2yaonxseNG6cRI0Zo+vTp6drHjh2rJ5980ibhAAAAAAAAAACwNxs3btTmzZvVokULS1vbtm21aNEitWvXzsBkAADYL6ueGD969Kj69++frr1fv346cuRIjkMBAAAAAAAAAGCvSpcuneFw6R4eHvL09DQgEQAA9s+qJ8bLli2ryMhIVatWLU17ZGSkvLy8bBIMAAAAAAAAAIxyI/G60RFgpYLwvRs/frxCQkL06aefysfHR5IUHR2t0aNHa8KECQanAwDAPllVGB8wYIAGDhyoP/74Q82aNZMk/fjjj5oxY4ZCQkJsGhAAAAAAAAAA8oqbm5ucihbV7798Z3QU5IBT0aJyc3MzOkamFi5cqJMnT6pixYqqWLGiJCkqKkrOzs76888/9eGHH1q2PXDggFExAQCwK1YVxidMmCA3NzfNnj1boaGhkiRfX19NnjxZQ4cOtWlAAAAAAAAAAMgrZcqU0exZs5SQkGB0lFxz4cIFvf/++3rttddUvnx5o+PkCjc3N5UpU8boGJnq0qWL0REAACh0rCqMm0wmjRgxQiNGjLD8gpif774DAAAAAAAAgAdVpkyZfF1UtZXy5cvL39/f6BiF0h9//KF+/fqpVatWRkcBAKDQsKow3rBhwyzXM7QLAAAAAAAAAAAZi4uL05NPPqlKlSqpb9++6tOnj3x9fY2OBQCAXbOqMB4ZGamRI0eqRIkSts4DAP/L3p3Hx3T2/x9/T4IkJKKWSEIQe+1Lq3fsWhWxt8VdWkIVtRTVVqutJVrNrWpX1H23lqItVWmrqpZaqpRaQlFqiV0sRSJBkFy/P/wyXyOLhCSTTF7Px2MenHOuc87nzFyTz5z5zLkOAAAAAAAA4NDCwsJ04cIFffHFF5o3b55GjRql5s2b66WXXlKHDh2UN29ee4cIAIDDeaDCuCS9+eab8vLyyshYAAAAAAAAAADIFYoVK6ahQ4dq6NCh2rlzp+bMmaPu3bvL3d1dL774ovr3768KFSrYO0wAAByGk70DAAAAAAAAAAAgtzp79qxWr16t1atXy9nZWa1atdKff/6pKlWqaNKkSfYODwAAh/HAhXGLxZKRcQAAAAAAAAAAkCvcunVLS5cuVZs2bVS6dGktWbJEQ4YM0ZkzZzRv3jytWbNGixcv1pgxY+wdKgAADuOBh1IfMWKE8ufPn+yyiRMnPnBA9xo9erRCQkJs5lWqVEkHDhxIcZ0lS5ZoxIgROnbsmCpUqKBx48apVatWGRYTAAAAAAAAAAAPysfHRwkJCerSpYu2bdumWrVqJWnTrFkzFSpUKMtjAwDAUT1QYbxx48Y6ePBgsssy40ryqlWras2aNdbpPHlSDnvz5s3q0qWLQkND1aZNGy1atEgdOnTQzp07Va1atQyPDQAAAAAAAACA9Jg0aZI6deokV1fXFNsUKlRIERERWRgVAACO7YEK4+vXr8/gMFKXJ08eeXt7p6ntlClT1LJlS7355puSpPfff1+rV6/W9OnTNWvWrMwMEwAAAAAAAACA++rWrZu9QwAAINd54HuMZ6VDhw7J19dXZcuW1QsvvKATJ06k2HbLli1q3ry5zbzAwEBt2bIlxXXi4uIUHR1t8wAAAAAAAAAAAAAAOIZsXxh/4oknNHfuXK1cuVIzZ85URESEGjVqpKtXrybbPjIyUsWLF7eZV7x4cUVGRqa4j9DQUHl6eloffn5+GXoMAAAAAAAAAAAAAAD7yfaF8aCgIHXq1Ek1atRQYGCgVqxYoStXrmjx4sUZto/hw4crKirK+jh58mSGbRsAAAAAAAAAgMwQGhqqxx9/XB4eHvLy8lKHDh108ODB+663ZMkSVa5cWa6urqpevbpWrFiRBdECAGBfD3SPcXsqVKiQKlasqMOHDye73NvbW+fOnbOZd+7cuVTvUe7i4iIXF5cMjRMAAACO7dy12/YOAQ+A1w0AAACOZMOGDRowYIAef/xx3b59W++8845atGih/fv3q0CBAsmus3nzZnXp0kWhoaFq06aNFi1apA4dOmjnzp2qVq1aFh8BAABZJ8cVxmNiYnTkyBF169Yt2eUBAQFau3athgwZYp23evVqBQQEZFGEAAAAcGQeHh7KlzevFhy8ZO9Q8IDy5c0rDw8Pe4cBAAAAPLSVK1faTM+dO1deXl7asWOHGjdunOw6U6ZMUcuWLfXmm29Kkt5//32tXr1a06dP16xZszI9ZgAA7CXbF8bfeOMNtW3bVqVLl9aZM2c0atQoOTs7q0uXLpKk7t27q0SJEgoNDZUkDR48WE2aNNGECRPUunVrffXVV9q+fbtmz55tz8MAAACAgyhatKg+njBBV69etXcomeL06dOaMWOG+vfvrxIlStg7nEzh4eGhokWL2jsMAAAAIMNFRUVJkgoXLpximy1btmjo0KE28wIDAxUWFpbiOnFxcYqLi7NOR0dHP1Sct6NiH2p92Ie9XjdG/sq57PXaXYu5bJf94uFkxeuW7Qvjp06dUpcuXfTPP/+oWLFiatiwoX7//XcVK1ZMknTixAk5Of3frdLr16+vRYsW6b333tM777yjChUqKCwsjCFgAAAAkGGKFi3q8IXVEiVKyN/f395hAAAAAEijhIQEDRkyRA0aNEj1+/DIyEgVL17cZl7x4sUVGRmZ4jqhoaEKCQl56Bg9PDyUN18+Xfltz0NvC/aRN1++LBuBixHbHENWjtqW+Dfm791rsmR/yHiZ/Tcm2xfGv/rqq1SXr1+/Psm8Tp06qVOnTpkUEQAAAAAAAAAA2cuAAQO0d+9ebdq0KcO3PXz4cJurzKOjo+Xn55fu7RQtWlQTPv6YEbhysKwcgYsR2xxDVvcZ/sbkbJndX7J9YRwAAAAAAAAAAKRs4MCBWr58uTZu3KiSJUum2tbb21vnzp2zmXfu3Dl5e3unuI6Li4tcXFwyJFZG4EJ60F+QXvQZpIbCOAAAgLi/WU7GawcAAAAgtzLG6NVXX9WyZcu0fv36NBVKAgICtHbtWg0ZMsQ6b/Xq1QoICMjESAEAsD8K4wAAIFfj/maOISvvcQYAyF74gVTOZK/X7dy123bZLx4OrxuQsgEDBmjRokX67rvv5OHhYb1PuKenp9zc3CRJ3bt3V4kSJRQaGipJGjx4sJo0aaIJEyaodevW+uqrr7R9+3bNnj3bbscBAEBWoDAOAAByNUe/95DE/YcAAI6JH7flfFn5wzYPDw/ly5tXCw5eypL9IePly5uXH0ICyZg5c6YkqWnTpjbz58yZox49ekiSTpw4IScnJ+uy+vXra9GiRXrvvff0zjvvqEKFCgoLC1O1atWyKmwAAOyCwjgAAMj1csO9hyTuPwQAcCyO/uM2ftiWsYoWLaqPJ0ygv+Rg/BASSJ4x5r5t1q9fn2Rep06d1KlTp0yICACA7IvCOAAAAAAAyJFyw4/b+GFbxqG/AAAAALmb0/2bAAAAAAAAAAAAAACQc1EYBwAAAAAAAAAAAAA4NArjAAAAAAAAAAAAAACHRmEcAAAAAAAAAAAAAODQKIwDAAAAAAAAAAAAABwahXEAAAAAAAAAAAAAgEPLY+8AHNHtqFh7h4AHZK/X7ty123bZLx4OrxsAAAAAAAAAAEDOQGE8A3l4eChvvny68tsee4eCh5A3Xz55eHhkyb48PDyUL29eLTh4KUv2h4yXL2/eLOsvAAAAAAAAAAAAeDAUxjNQ0aJFNeHjj3X16lV7h5IpTp8+rRkzZqh///4qUaKEvcPJNB4eHipatGiW7Kto0aL6eMIE+kwOlpX9BQAAAAAAAAAAAA+GwngGK1q0qMMXyUqUKCF/f397h+Ew6DMAAAAAAAAAAABA5nKydwAAAAAAAAAAAAAAAGQmCuMAAAAAAAAAAAAAAIdGYRwAAAAAAAAAAAAA4NAojAMAAAAAAAAAAAAAHBqFcQAAAAAAAAAAAACAQ6MwDgAAAAAAAAAAAABwaBTGAQAAAADIBTZu3Ki2bdvK19dXFotFYWFhNst79Oghi8Vi82jZsuV9t/vJJ5+oTJkycnV11RNPPKFt27Zl0hEAAAAAAPDgKIwDAAAAAJALxMbGqmbNmvrkk09SbNOyZUudPXvW+vjyyy9T3ebXX3+toUOHatSoUdq5c6dq1qypwMBAnT9/PqPDBwAAAADgoVAYBwAAma5MmTJJrkCzWCwaMGCAJOnGjRsaMGCAihQpInd3dz333HM6d+6cnaMGAMCxBAUF6YMPPtAzzzyTYhsXFxd5e3tbH4888kiq25w4caJ69+6tnj17qkqVKpo1a5by58+vzz//PMV14uLiFB0dbfMAAAAAACCzURgHAACZ7o8//rC5+mz16tWSpE6dOkmSXnvtNf3www9asmSJNmzYoDNnzujZZ5+1Z8gAAORK69evl5eXlypVqqR+/frpn3/+SbHtzZs3tWPHDjVv3tw6z8nJSc2bN9eWLVtSXC80NFSenp7Wh5+fX4YeAwAAAAAAyaEwDgAAMl2xYsVsrj5bvny5ypUrpyZNmigqKkqfffaZJk6cqCeffFJ169bVnDlztHnzZv3+++/2Dh0AgFyjZcuWmj9/vtauXatx48Zpw4YNCgoKUnx8fLLtL168qPj4eBUvXtxmfvHixRUZGZnifoYPH66oqCjr4+TJkxl6HAAAAAAAJCePvQMAAAC5y82bN7VgwQINHTpUFotFO3bs0K1bt2yuNqtcubJKlSqlLVu26F//+ley24mLi1NcXJx1mmFYAQB4OM8//7z1/9WrV1eNGjVUrlw5rV+/Xk899VSG7cfFxUUuLi4Ztj0AAAAAANKCK8YBAECWCgsL05UrV9SjRw9JUmRkpPLly6dChQrZtLvf1WYMwwoAQOYqW7asihYtqsOHDye7vGjRonJ2dta5c+ds5p87d07e3t5ZESIAAAAAAGlGYRwAAGSpzz77TEFBQfL19X2o7TAMKwAAmevUqVP6559/5OPjk+zyfPnyqW7dulq7dq11XkJCgtauXauAgICsChMAAAAAgDRhKHUAAJBljh8/rjVr1ujbb7+1zvP29tbNmzd15coVm6vG73e1GcOwAgCQPjExMTZXf0dERCg8PFyFCxdW4cKFFRISoueee07e3t46cuSIhg0bpvLlyyswMNC6zlNPPaVnnnlGAwcOlCQNHTpUwcHBeuyxx1SvXj1NnjxZsbGx6tmzZ5YfHwAAAAAAqaEwDgAAssycOXPk5eWl1q1bW+fVrVtXefPm1dq1a/Xcc89Jkg4ePKgTJ05wtRkAABlo+/btatasmXV66NChkqTg4GDNnDlTe/bs0bx583TlyhX5+vqqRYsWev/9921+iHbkyBFdvHjROv3vf/9bFy5c0MiRIxUZGalatWpp5cqVKl68eNYdGAAAAAAAaUBhHAAAZImEhATNmTNHwcHBypPn/z6CeHp6qlevXho6dKgKFy6sggUL6tVXX1VAQID+9a9/2TFiAAAcS9OmTWWMSXH5zz//fN9tHDt2LMm8gQMHWq8gBwAAAAAgu6IwDgAAssSaNWt04sQJvfTSS0mWTZo0SU5OTnruuecUFxenwMBAzZgxww5RAgAAAAAAAAAcEYVxAACQJVq0aJHiVWqurq765JNP9Mknn2RxVAAAAAAAAACA3MDJ3gEAAAAAAAAAAAAAAJCZKIwDAAAAAAAAAAAAABwahXEAAAAAAAAAAAAAgEOjMA4AAAAAAAAAAAAAcGjZvjAeGhqqxx9/XB4eHvLy8lKHDh108ODBVNeZO3euLBaLzcPV1TWLIgYAAAAAAAAAAAAAZCfZvjC+YcMGDRgwQL///rtWr16tW7duqUWLFoqNjU11vYIFC+rs2bPWx/Hjx7MoYgAAAAAAAAAAAABAdpLtC+MrV65Ujx49VLVqVdWsWVNz587ViRMntGPHjlTXs1gs8vb2tj6KFy+eYtu4uDhFR0fbPAAAAAAAAAAAyO42btyotm3bytfXVxaLRWFhYam2X79+fZIRVy0WiyIjI7MmYAAA7CTbF8bvFRUVJUkqXLhwqu1iYmJUunRp+fn5qX379tq3b1+KbUNDQ+Xp6Wl9+Pn5ZWjMAAAAAAAAAABkhtjYWNWsWVOffPJJutY7ePCgzairXl5emRQhAADZQx57B5AeCQkJGjJkiBo0aKBq1aql2K5SpUr6/PPPVaNGDUVFRenjjz9W/fr1tW/fPpUsWTJJ++HDh2vo0KHW6ejoaIrjAAAAAAAAAIBsLygoSEFBQelez8vLS4UKFcr4gAAAyKZyVGF8wIAB2rt3rzZt2pRqu4CAAAUEBFin69evr0cffVSffvqp3n///STtXVxc5OLikuHxAgAAAAAAAACQHdWqVUtxcXGqVq2aRo8erQYNGqTYNi4uTnFxcdZpbkcKAMiJcsxQ6gMHDtTy5cu1bt26ZK/6Tk3evHlVu3ZtHT58OJOiAwAAAAAAAAAg+/Px8dGsWbO0dOlSLV26VH5+fmratKl27tyZ4jrcjhQA4Aiy/RXjxhi9+uqrWrZsmdavXy9/f/90byM+Pl5//vmnWrVqlQkRAgAAAAAAAACQM1SqVEmVKlWyTtevX19HjhzRpEmT9MUXXyS7DrcjBQA4gmxfGB8wYIAWLVqk7777Th4eHoqMjJQkeXp6ys3NTZLUvXt3lShRQqGhoZKkMWPG6F//+pfKly+vK1euaPz48Tp+/Lhefvllux0HAAAAAAAAAADZUb169VK9hSm3IwUAOIJsXxifOXOmJKlp06Y28+fMmaMePXpIkk6cOCEnp/8bFf7y5cvq3bu3IiMj9cgjj6hu3bravHmzqlSpklVhAwAAAAAAAACQI4SHh8vHx8feYQAAkKmyfWHcGHPfNuvXr7eZnjRpkiZNmpRJEQEAAAAAAAAAkD3ExMTo8OHD1umIiAiFh4ercOHCKlWqlIYPH67Tp09r/vz5kqTJkyfL399fVatW1Y0bN/S///1Pv/zyi1atWmWvQwAAIEtk+8I4AAAAAAAAAABI3vbt29WsWTPrdOK9wIODgzV37lydPXtWJ06csC6/efOmXn/9dZ0+fVr58+dXjRo1tGbNGpttAADgiCiMAwAAAAAAAACQQzVt2jTVkVfnzp1rMz1s2DANGzYsk6MCACD7cbp/EwAAAAAAAAAAAAAAci4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5AIbN25U27Zt5evrK4vForCwMOuyW7du6a233lL16tVVoEAB+fr6qnv37jpz5kyq2xw9erQsFovNo3Llypl8JAAAAAAApB+FcQAAAAAAcoHY2FjVrFlTn3zySZJl165d086dOzVixAjt3LlT3377rQ4ePKh27drdd7tVq1bV2bNnrY9NmzZlRvgAAAAAADyUPPYOAAAAAAAAZL6goCAFBQUlu8zT01OrV6+2mTd9+nTVq1dPJ06cUKlSpVLcbp48eeTt7Z2hsQIAAAAAkNG4YhwAAAAAACQRFRUli8WiQoUKpdru0KFD8vX1VdmyZfXCCy/oxIkTqbaPi4tTdHS0zQMAAAAAgMxGYRwAAAAAANi4ceOG3nrrLXXp0kUFCxZMsd0TTzyhuXPnauXKlZo5c6YiIiLUqFEjXb16NcV1QkND5enpaX34+fllxiEAAAAAAGCDwjgAAAAAALC6deuWOnfuLGOMZs6cmWrboKAgderUSTVq1FBgYKBWrFihK1euaPHixSmuM3z4cEVFRVkfJ0+ezOhDAAAAAAAgCe4xDgAAAAAAJP1fUfz48eP65ZdfUr1aPDmFChVSxYoVdfjw4RTbuLi4yMXF5WFDBQAAAAAgXbhiHAAAAAAAWIvihw4d0po1a1SkSJF0byMmJkZHjhyRj49PJkQIAAAAAMCDozAOAAAAAEAuEBMTo/DwcIWHh0uSIiIiFB4erhMnTujWrVvq2LGjtm/froULFyo+Pl6RkZGKjIzUzZs3rdt46qmnNH36dOv0G2+8oQ0bNujYsWPavHmznnnmGTk7O6tLly5ZfXgAAAAAAKSKodQBAAAAAMgFtm/frmbNmlmnhw4dKkkKDg7W6NGj9f3330uSatWqZbPeunXr1LRpU0nSkSNHdPHiReuyU6dOqUuXLvrnn39UrFgxNWzYUL///ruKFSuWuQcDAAAAAEA6URgHAAAAACAXaNq0qYwxKS5PbVmiY8eO2Ux/9dVXDxsWAAAAAABZIscMpf7JJ5+oTJkycnV11RNPPKFt27al2n7JkiWqXLmyXF1dVb16da1YsSKLIgUAAMk5ffq0XnzxRRUpUkRubm6qXr26tm/fbl1ujNHIkSPl4+MjNzc3NW/eXIcOHbJjxAAAAAAAZH8bN25U27Zt5evrK4vForCwsPuus379etWpU0cuLi4qX7685s6dm+lxAgBgbzmiMP71119r6NChGjVqlHbu3KmaNWsqMDBQ58+fT7b95s2b1aVLF/Xq1Uu7du1Shw4d1KFDB+3duzeLIwcAAJJ0+fJlNWjQQHnz5tVPP/2k/fv3a8KECXrkkUesbT766CNNnTpVs2bN0tatW1WgQAEFBgbqxo0bdowcAAAAAIDsLTY2VjVr1tQnn3ySpvYRERFq3bq1mjVrpvDwcA0ZMkQvv/yyfv7550yOFAAA+8oRQ6lPnDhRvXv3Vs+ePSVJs2bN0o8//qjPP/9cb7/9dpL2U6ZMUcuWLfXmm29Kkt5//32tXr1a06dP16xZs7I0dgAAII0bN05+fn6aM2eOdZ6/v7/1/8YYTZ48We+9957at28vSZo/f76KFy+usLAwPf/881keMwAAAAAAOUFQUJCCgoLS3H7WrFny9/fXhAkTJEmPPvqoNm3apEmTJikwMDCzwgQAwO6yfWH85s2b2rFjh4YPH26d5+TkpObNm2vLli3JrrNlyxYNHTrUZl5gYGCKQ8jExcUpLi7OOh0dHf3wgWeBuLg4nTlzJsv2d/r0aZt/s5Kvr69cXFyyfL+OJrf0GfpLxqC/ICN9//33CgwMVKdOnbRhwwaVKFFC/fv3V+/evSXd+bV6ZGSkmjdvbl3H09NTTzzxhLZs2ZJsYTyn5m+J9xfSh/6C9Mgt/UWizyDr5Zb3F++tjEF/QXrRZ5CVtmzZYnP+Ld35/nzIkCEprpNTz8F5byE96C9IL/pMzpPtC+MXL15UfHy8ihcvbjO/ePHiOnDgQLLrREZGJts+MjIy2fahoaEKCQnJmICz0JkzZ/Tuu+9m+X5nzJiR5fscO3aszZWFeDC5pc/QXzIG/QUZ6ejRo5o5c6aGDh2qd955R3/88YcGDRqkfPnyKTg42Jqjc0P+lnh/IX3oL0iP3NJfJPoMsl5ueX/x3soY9BekF30GWSml78+jo6N1/fp1ubm5JVknp56D895CetBfkF70mZwn2xfGs8Lw4cNtrjCPjo6Wn5+fHSNKG19fX40dO9beYWQJX19fe4fgEHJLn6G/ZAz6CzJSQkKCHnvsMX344YeSpNq1a2vv3r2aNWuWgoODH2ibOTV/S7y/kD70F6RHbukvEn0GWS+3vL94b2UM+gvSiz6D7C6nnoPz3kJ60F+QXvSZnCfbF8aLFi0qZ2dnnTt3zmb+uXPn5O3tnew63t7e6Wrv4uKSI4cAcHFxcZhfaCBr0GeQHvQXZCQfHx9VqVLFZt6jjz6qpUuXSpI1R587d04+Pj7WNufOnVOtWrWS3WZOzd8S7y+kD/0F6UF/ATIP7y+kB/0F6UWfQVZK6fvzggULJnu1uJRzz8F5byE96C9IL/pMzuNk7wDuJ1++fKpbt67Wrl1rnZeQkKC1a9cqICAg2XUCAgJs2kvS6tWrU2wPAAAyV4MGDXTw4EGbeX///bdKly4tSfL395e3t7dN/o6OjtbWrVvJ3wAAAAAAZCC+PwcA5FbZvjAuSUOHDtV///tfzZs3T3/99Zf69eun2NhY9ezZU5LUvXt3DR8+3Np+8ODBWrlypSZMmKADBw5o9OjR2r59uwYOHGivQwAAIFd77bXX9Pvvv+vDDz/U4cOHtWjRIs2ePVsDBgyQJFksFg0ZMkQffPCBvv/+e/3555/q3r27fH191aFDB/sGDwAAAABANhYTE6Pw8HCFh4dLkiIiIhQeHq4TJ05IujMMevfu3a3tX3nlFR09elTDhg3TgQMHNGPGDC1evFivvfaaPcIHACDLZPuh1CXp3//+ty5cuKCRI0cqMjJStWrV0sqVK1W8eHFJ0okTJ+Tk9H81/vr162vRokV677339M4776hChQoKCwtTtWrV7HUIAADkao8//riWLVum4cOHa8yYMfL399fkyZP1wgsvWNsMGzZMsbGx6tOnj65cuaKGDRtq5cqVcnV1tWPkAAAAAABkb9u3b1ezZs2s04n3Ag8ODtbcuXN19uxZa5FcujNq248//qjXXntNU6ZMUcmSJfW///1PgYGBWR47AABZyWKMMfYOIruJjo6Wp6enoqKiVLBgQXuHAwDIxchJacdzBQDITshLacdzBQDILshJacdzBQDILtKTk3LEUOoAAAAAAAAAAAAAADwoCuMAAAAAAAAAAAAAAIdGYRwAAAAAAAAAAAAA4NAojAMAAAAAAAAAAAAAHBqFcQAAAAAAAAAAAACAQ6MwDgAAAAAAAAAAAABwaBTGAQAAAAAAAAAAAAAOjcI4AAAAAAAAAAAAAMChURgHAAAAAAAAAAAAADg0CuMAAAAAAAAAAAAAAIdGYRwAAAAAAAAAAAAA4NDy2DuA7MgYI0mKjo62cyQAgNwuMRcl5iakjPwNAMhOyOFpRw4HAGQX5O+0I38DALKL9ORvCuPJuHr1qiTJz8/PzpEAAHDH1atX5enpae8wsjXyNwAgOyKH3x85HACQ3ZC/74/8DQDIbtKSvy2Gn78lkZCQoDNnzsjDw0MWi8Xe4WQb0dHR8vPz08mTJ1WwYEF7h4McgD6D9KC/JM8Yo6tXr8rX11dOTtwBJTXk75Tx/kJ60F+QHvSXlJHD044cnjzeX0gP+gvSiz6TPPJ32pG/k8d7C+lBf0F60WeSl578zRXjyXByclLJkiXtHUa2VbBgQd5wSBf6DNKD/pIUv1JPG/L3/fH+QnrQX5Ae9JfkkcPThhyeOt5fSA/6C9KLPpMU+TttyN+p472F9KC/IL3oM0mlNX/zszcAAAAAAAAAAAAAgEOjMA4AAAAAAAAAAAAAcGgUxpFmLi4uGjVqlFxcXOwdCnII+gzSg/4CZB7eX0gP+gvSg/4CZB7eX0gP+gvSiz4DZA7eW0gP+gvSiz7z8CzGGGPvIAAAAAAAAAAAAAAAyCxcMQ4AAAAAAAAAAAAAcGgUxgEAAAAAAAAAAAAADo3COAAAAAAAAAAAAADAoVEYBwAAAAAAAAAAAAA4NArjSJONGzeqbdu28vX1lcViUVhYmL1DQjYVGhqqxx9/XB4eHvLy8lKHDh108OBBe4eFbGzmzJmqUaOGChYsqIIFCyogIEA//fSTvcMCHAL5G+lBDkd6kL+BzEP+RnqQv5Ee5G8g85C/kR7kb6QH+TtjURhHmsTGxqpmzZr65JNP7B0KsrkNGzZowIAB+v3337V69WrdunVLLVq0UGxsrL1DQzZVsmRJ/ec//9GOHTu0fft2Pfnkk2rfvr327dtn79CAHI/8jfQghyM9yN9A5iF/Iz3I30gP8jeQecjfSA/yN9KD/J2xLMYYY+8gkLNYLBYtW7ZMHTp0sHcoyAEuXLggLy8vbdiwQY0bN7Z3OMghChcurPHjx6tXr172DgVwGORvpBc5HOlF/gYyHvkb6UX+RnqRv4GMR/5GepG/kV7k7weXx94BAHBsUVFRku78oQbuJz4+XkuWLFFsbKwCAgLsHQ4A5GrkcKQV+RsAsg/yN9KK/A0A2Qf5G2lF/n54FMYBZJqEhAQNGTJEDRo0ULVq1ewdDrKxP//8UwEBAbpx44bc3d21bNkyValSxd5hAUCuRQ5HWpC/ASB7IX8jLcjfAJC9kL+RFuTvjENhHECmGTBggPbu3atNmzbZOxRkc5UqVVJ4eLiioqL0zTffKDg4WBs2bCC5A4CdkMORFuRvAMheyN9IC/I3AGQv5G+kBfk741AYB5ApBg4cqOXLl2vjxo0qWbKkvcNBNpcvXz6VL19eklS3bl398ccfmjJlij799FM7RwYAuQ85HGlF/gaA7IP8jbQifwNA9kH+RlqRvzMOhXEAGcoYo1dffVXLli3T+vXr5e/vb++QkAMlJCQoLi7O3mEAQK5CDsfDIn8DQNYjf+Nhkb8BIOuRv/GwyN8PjsI40iQmJkaHDx+2TkdERCg8PFyFCxdWqVKl7BgZspsBAwZo0aJF+u677+Th4aHIyEhJkqenp9zc3OwcHbKj4cOHKygoSKVKldLVq1e1aNEirV+/Xj///LO9QwNyPPI30oMcjvQgfwOZh/yN9CB/Iz3I30DmIX8jPcjfSA/yd8ayGGOMvYNA9rd+/Xo1a9Ysyfzg4GDNnTs36wNCtmWxWJKdP2fOHPXo0SNrg0GO0KtXL61du1Znz56Vp6enatSoobfeektPP/20vUMDcjzyN9KDHI70IH8DmYf8jfQgfyM9yN9A5iF/Iz3I30gP8nfGojAOAAAAAAAAAAAAAHBoTvYOAAAAAAAAAAAAAACAzERhHAAAAAAAAAAAAADg0CiMAwAAAAAAAAAAAAAcGoVxAAAAAAAAAAAAAIBDozAOAAAAAAAAAAAAAHBoFMYBAAAAAAAAAAAAAA6NwjgAAAAAAAAAAAAAwKFRGAcAAAAAAAAAAAAAODQK4wCQgm7duunDDz/M9P2sXLlStWrVUkJCQqbvCwAAR0f+BgAg5yF/AwCQ85C/kRNRGAeAZOzevVsrVqzQoEGDrPO+/fZbtWjRQkWKFJHFYlF4eHiattWuXTuVKlVKrq6u8vHxUbdu3XTmzBnr8pYtWypv3rxauHBhRh8GAAC5CvkbAICch/wNAEDOQ/5GTkVhHACSMW3aNHXq1Enu7u7WebGxsWrYsKHGjRuXrm01a9ZMixcv1sGDB7V06VIdOXJEHTt2tGnTo0cPTZ06NUNiBwAgtyJ/AwCQ85C/AQDIecjfyLEMgDSZN2+eKVy4sLlx44bN/Pbt25sXX3zRjBo1ytSsWdPMmjXLlCxZ0ri5uZlOnTqZK1euWNvGx8ebkJAQU6JECZMvXz5Ts2ZN89NPP1mXR0REGEnWxyOPPGKeeeYZc/HiRWuby5cvm169epmiRYsaDw8P06xZMxMeHm5dnhjH3datW2ckmcuXLxtjjJkzZ47x9PR84Odi7969pnXr1sbDw8O4u7ubhg0bmsOHD5tRo0bZxH/3o0mTJsYYY4KDg0379u3N6NGjrcfQt29fExcXZ/M8ffjhh6ZMmTLG1dXV1KhRwyxZsiRNMST67LPPTJUqVUy+fPmMt7e3GTBggHXZhAkTTLVq1Uz+/PlNyZIlTb9+/czVq1ety2/fvm08PT3N8uXLkz3+xNdp165dD/T8fffdd8ZisZibN29a5x0/ftxIsjkGAMDDI3//H/I3+RsAcgry9/8hf5O/ASCnIH//H/I3+RvZF1eMA2nUqVMnxcfH6/vvv7fOO3/+vH788Ue99NJLkqTDhw9r8eLF+uGHH7Ry5Urt2rVL/fv3t7afMmWKJkyYoI8//lh79uxRYGCg2rVrp0OHDtnsa82aNTp79qx+/PFHbdu2TR999JFNHOfPn9dPP/2kHTt2qE6dOnrqqad06dKlTH4G7jh9+rQaN24sFxcX/fLLL9qxY4deeukl3b59W2+88YbOnj2rs2fP6vXXX1dAQIB1+ttvv7VuY+3atfrrr7+0fv16ffnll/r2228VEhJiXR4aGqr58+dr1qxZ2rdvn1577TW9+OKL2rBhw31jkKSZM2dqwIAB6tOnj/788099//33Kl++vHX7Tk5Omjp1qvbt26d58+bpl19+0bBhw6zL9+zZo6ioKD322GMZ/vxdunRJCxcuVP369ZU3b17r/FKlSql48eL69ddfM3yfAJCbkb/vIH8/HPI3AGQt8vcd5O+HQ/4GgKxF/r6D/P1wyN/IdPauzAM5Sb9+/UxQUJB1esKECaZs2bImISHBjBo1yjg7O5tTp05Zl//000/GycnJnD171hhjjK+vrxk7dqzNNh9//HHTv39/Y0zSX1KdPXvWlC9f3rrOr7/+agoWLJjkV3flypUzn376qTEm83/xNnz4cOPv72/za63kjBo1yvort7sFBwebwoULm9jYWOu8mTNnGnd3dxMfH29u3Lhh8ufPbzZv3myzXq9evUyXLl3SFIOvr695991303xMS5YsMUWKFLFOL1u2zDg7O5uEhIRk2z/IL96GDRtm8ufPbySZf/3rXza/YkxUu3ZtM3r06DRvEwCQNuRv8rcx5G8AyGnI3+RvY8jfAJDTkL/J38aQv5G9ccU4kA69e/fWqlWrdPr0aUnS3Llz1aNHD1ksFkl3frVUokQJa/uAgAAlJCTo4MGDio6O1pkzZ9SgQQObbTZo0EB//fWXzbz69evL3d1dPj4+8vPz0+uvvy5J2r17t2JiYlSkSBG5u7tbHxERETpy5Ih1/T///NNmeVBQUJJjiYqKkru7uwoWLKgKFSrojTfe0K1bt+77HISHh6tRo0Y2v9ZKr5o1ayp//vzW6YCAAMXExOjkyZM6fPiwrl27pqefftrmGObPn289xtRiOH/+vM6cOaOnnnoqxf2vWbNGTz31lEqUKCEPDw9169ZN//zzj65duyZJun79ulxcXKyva1q98sorNjHf7c0339SuXbu0atUqOTs7q3v37jLG2LRxc3OzxgAAyDjkb/J3asjfAJA9kb/J36khfwNA9kT+Jn+nhvyN7CCPvQMAcpLatWurZs2amj9/vlq0aKF9+/bpxx9/zPD9fP3113r00UcVGRmpwYMH64033tC0adMUExMjHx8frV+/Psk6hQoVsv6/UqVKNkPWbN26VS+++KJNew8PD+3cuVPGGO3fv1/BwcHy9vbWG2+8kWpsbm5uD3Vs9xMTEyNJ+vHHH20+JEmSi4vLfWO4X3zHjh1TmzZt1K9fP40dO1aFCxfWpk2b1KtXL928eVP58+dX0aJFde3aNd28eVP58uVLc+xjxoxJ8fkrWrSoihYtqooVK+rRRx+Vn5+ffv/9dwUEBFjbXLp0ScWKFUvz/gAAaUP+Jn+nhvwNANkT+Zv8nRryNwBkT+Rv8ndqyN/IDiiMA+n08ssva/LkyTp9+rSaN28uPz8/67ITJ07ozJkz8vX1lST9/vvvcnJyUqVKlVSwYEH5+vrqt99+U5MmTazr/Pbbb6pXr57NPvz8/FS+fHmVL19ePXv21H/+8x9NmzZNderUUWRkpPLkyaMyZcqkGGO+fPls7gly6tSpJG2cnJysbSpUqKCnn35a4eHh9z3+GjVqaN68ebp169YD/+pt9+7dun79ujUJ//7773J3d5efn58KFy4sFxcXnThxwuZ5SmsMHh4eKlOmjNauXatmzZolWXfHjh1KSEjQhAkT5OR0Z9CMxYsX27SpVauWJGn//v3W/6eFl5eXvLy87tsuISFBkhQXF2edd+PGDR05ckS1a9dO8/4AAGlH/iZ/p4T8DQDZF/mb/J0S8jcAZF/kb/J3SsjfyA4YSh1Ip65du+rUqVP673//q5deeslmmaurq4KDg7V79279+uuvGjRokDp37ixvb29Jd4YDGTdunL7++msdPHhQb7/9tsLDwzV48GCb7fzzzz+KjIzUnj179OWXX6py5cqSpObNmysgIEAdOnTQqlWrdOzYMW3evFnvvvuutm/fnu5juXHjhq5fv64dO3Zo06ZNqlat2n3XGThwoKKjo/X8889r+/btOnTokL744gsdPHgwzfu9efOmevXqpf3792vFihUaNWqUBg4cKCcnJ3l4eOiNN97Qa6+9pnnz5unIkSPauXOnpk2bpnnz5qUphtGjR2vChAmaOnWqDh06ZF1fksqXL69bt25p2rRpOnr0qL744gvNmjXLJr5ixYqpTp062rRpk838S5cuKTw8XPv375ckHTx4UOHh4YqMjEzxWLdu3arp06crPDxcx48f1y+//KIuXbqoXLlyNr92+/333+Xi4mIzDwCQccjf5G/yNwDkPORv8jf5GwByHvI3+Zv8jWzNfrc3B3Kubt26mcKFC5sbN25Y540aNcrUrFnTzJgxw/j6+hpXV1fTsWNHc+nSJWub+Ph4M3r0aFOiRAmTN29eU7NmTfPTTz9Zl0dERBhJ1kehQoVMmzZtTEREhLVNdHS0efXVV42vr6/Jmzev8fPzMy+88II5ceKETRx3W7dunZFkLl++bIwxZs6cOdZ9WCwW4+3tbfr162fi4uLSdPy7d+82LVq0MPnz5zceHh6mUaNG5siRIzZtRo0aZZo0aZJk3eDgYNO+fXszcuRIU6RIEePu7m569+5t81wmJCSYyZMnm0qVKpm8efOaYsWKmcDAQLNhw4Y0xzBr1izr+j4+PubVV1+1Lps4caLx8fExbm5uJjAw0MyfP9/m+THGmBkzZph//etfNrHf/bzd/Rg1alSKz9WePXtMs2bNTOHChY2Li4spU6aMeeWVV8ypU6ds2vXp08f07ds3xe0AAB4e+Zv8Tf4GgJyH/E3+Jn8DQM5D/iZ/k7+RXVmMuefu9QDu66mnnlLVqlU1depU67zRo0crLCwsTcOp5GY9evTQlStXFBYWZu9QUnX9+nVVqlRJX3/9dab/Cu3ixYuqVKmStm/fLn9//0zdFwDkZuTvB0f+Tor8DQBZg/z94MjfSZG/ASBrkL8fHPk7KfI3MhL3GAfS4fLly1q/fr3Wr1+vGTNm2DscZCI3NzfNnz9fFy9ezPR9HTt2TDNmzCCpA0AmIX/nHuRvAHAc5O/cg/wNAI6D/J17kL+RU1EYB9Khdu3aunz5ssaNG6dKlSrZO5xM8corr2jBggXJLnvxxReT3E/EkTVt2jRL9vPYY4/psccey5J9AUBuRP4mf2cG8jcAZC7yN/k7M5C/ASBzkb/J35mB/I2MxFDqAGycP39e0dHRyS4rWLCgvLy8sjgiAABwP+RvAAByHvI3AAA5D/kbyNkojAMAAAAAAAAAAAAAHJqTvQMAAAAAAAAAAAAAACAzURgHAAAAAAAAAAAAADg0CuMAAAAAAAAAAAAAAIdGYRwAAAAAAAAAAAAA4NAojAMAAAAAAAAAAAAAHBqFcQAAAAAAAAAAAACAQ6MwDgAAAAAAAAAAAABwaBTGAQAAAAAAAAAAAAAOjcI4AAAAAAAAAAAAAMChURgHAAAAAAAAAAAAADg0CuMAAAAAAAAAAAAAAIdGYRwAAAAAAAAAAAAA4NAojAMAAAAAAAAAAAAAHBqFcQAAAAAAAAAAAACAQ6MwjvuaO3euLBaL9eHq6qqKFStq4MCBOnfunL3DAwAgVyI/AwCQdci7AAAAAJDz5bF3AMg5xowZI39/f924cUObNm3SzJkztWLFCu3du1f58+e3d3gAAORK5GcAALIOeRcAAAAAci4K40izoKAgPfbYY5Kkl19+WUWKFNHEiRP13XffqUuXLnaODgCA3In8DABA1iHvAgAAAEDOxVDqeGBPPvmkJCkiIkKSdOnSJb3xxhuqXr263N3dVbBgQQUFBWn37t1J1r1x44ZGjx6tihUrytXVVT4+Pnr22Wd15MgRSdKxY8dshqm799G0aVPrttavXy+LxaKvv/5a77zzjry9vVWgQAG1a9dOJ0+eTLLvrVu3qmXLlvL09FT+/PnVpEkT/fbbb8keY9OmTZPd/+jRo5O0XbBggerWrSs3NzcVLlxYzz//fLL7T+3Y7paQkKDJkyeratWqcnV1VfHixdW3b19dvnzZpl2ZMmXUpk2bJPsZOHBgkm0mF/v48eOTPKeSFBcXp1GjRql8+fJycXGRn5+fhg0bpri4OJt2Fy9e1IEDB3Tt2rUkMSRnwYIFqlevnvLnz69HHnlEjRs31qpVq2za/PTTT2rUqJEKFCggDw8PtW7dWvv27bNps2fPHvXo0UNly5aVq6urvL299dJLL+mff/6xaTd69GhZLBZdvHjRZv727dtlsVg0d+5cm/kHDhxQ586dVaxYMbm5ualSpUp6991377u9u5UpU0Y9evRI0/MhKdW+fu9rk9bXxWKxaODAgVq4cKEqVaokV1dX1a1bVxs3brRpd/z4cfXv31+VKlWSm5ubihQpok6dOunYsWM27e4dOjK190Tic3S3mJgYeXt7y2KxaP369db5TZs2TdL3/vjjj2TfEwDShvxsi/x8//x87/5v376tVq1aqXDhwtq/f791/pw5c/Tkk0/Ky8tLLi4uqlKlimbOnGmzrcTn8d78mlxukNL++mzdulWtWrXSI488ogIFCqhGjRqaMmWKJKlHjx73zaWJea1MmTLWeU5OTvL29ta///1vnThxwmZ/sbGxev311+Xn5ycXFxdVqlRJH3/8sYwx930+73a/2B4kJ6b1c8PNmzc1cuRI1a1bV56enipQoIAaNWqkdevW2ewj8TX7+OOPk8RfrVq1ZN/Xd8ctSa1bt062H69bt06NGjXSI488YhPjwIED0/wcAtkdedcWeTf1vNukSRPVrFkz2WWVKlVSYGCgJNu/zZMmTVLp0qXl5uamJk2aaO/evUnW/eWXX6zn0IUKFVL79u31119/2bRJzMWJDw8PD9WrV09hYWFJtpeW/pGec+0ePXrI3d091efmfu6NP7W82rRpU1WrVk07duxQ/fr15ebmJn9/f82aNSvJdtNzjp34cHZ2VokSJdSnTx9duXLFpt358+fVq1cvFS9eXK6urqpZs6bmzZtn02bnzp0qUKBAknx473cJ169fV7169VSlShXrftKTt9Maj3TnvTZlyhRVr15drq6uKlasmFq2bKnt27cnOf7U/h6l97MCAABAVuOKcTywxJP1IkWKSJKOHj2qsLAwderUSf7+/jp37pw+/fRTNWnSRPv375evr68kKT4+Xm3atNHatWv1/PPPa/Dgwbp69apWr16tvXv3qly5ctZ9dOnSRa1atbLZ7/Dhw5ONZ+zYsbJYLHrrrbd0/vx5TZ48Wc2bN1d4eLjc3Nwk3TlZDAoKUt26dTVq1Cg5OTlZv+T99ddfVa9evSTbLVmypEJDQyXdKe7169cv2X2PGDFCnTt31ssvv6wLFy5o2rRpaty4sXbt2qVChQolWadPnz5q1KiRJOnbb7/VsmXLbJb37dtXc+fOVc+ePTVo0CBFRERo+vTp2rVrl3777TflzZs32echPa5cuWI9trslJCSoXbt22rRpk/r06aNHH31Uf/75pyZNmqS///7b5sR5+vTpCgkJ0bp165KcgN0rJCREo0ePVv369TVmzBjly5dPW7du1S+//KIWLVpIkr744gsFBwcrMDBQ48aN07Vr1zRz5kw1bNhQu3btUpkyZSRJq1ev1tGjR9WzZ095e3tr3759mj17tvbt26fff//9gYqqe/bsUaNGjZQ3b1716dNHZcqU0ZEjR/TDDz9o7Nix6d5eWn3xxRfW///666+aPXu2Jk2apKJFi0qSihcvLil9r4skbdiwQV9//bUGDRokFxcXzZgxQy1bttS2bdtUrVo1SXe+cN+8ebOef/55lSxZUseOHdPMmTPVtGlT7d+/P8lwkIlDRyZK6T1xrwkTJqT53otvvfVWmtoBSB752Xbf5Of75+d7vfzyy1q/fr1Wr16tKlWqWOfPnDlTVatWVbt27ZQnTx798MMP6t+/vxISEjRgwIB0H2daX5/Vq1erTZs28vHx0eDBg+Xt7a2//vpLy5cv1+DBg9W3b181b97cut1u3brpmWee0bPPPmudV6xYMev/GzVqpD59+ighIUF79+7V5MmTdebMGf3666+SJGOM2rVrp3Xr1qlXr16qVauWfv75Z7355ps6ffq0Jk2alK7jdHFx0f/+9z+beX/88YemTp1633WTy4lp/dwQHR2t//3vf+rSpYt69+6tq1ev6rPPPlNgYKC2bdumWrVqpes4UrJx40atWLEiyfyIiAi1bt1aPj4+GjlypPU16NatW4bsF8guyLu2+ybvpp53u3Xrpt69e2vv3r3WczLpTl74+++/9d5779m0nz9/vq5evaoBAwboxo0bmjJlip588kn9+eef1r/3a9asUVBQkMqWLavRo0fr+vXrmjZtmho0aKCdO3daz6ETJeaRixcvasaMGerUqZP27t2rSpUqSXqw/pEVnn32WZUvX946/dprr+nRRx9Vnz59rPMeffRR6/8vX76sVq1aqXPnzurSpYsWL16sfv36KV++fHrppZckpf8cO/Hzxe3bt7VlyxbNnj1b169ftz6n169fV9OmTXX48GENHDhQ/v7+WrJkiXr06KErV65o8ODBkqQ6depo4cKFeu6551S5cuVkfzBmjFH37t0VERGhrVu3Jvv+uZ+0xiNJvXr10ty5cxUUFKSXX35Zt2/f1q+//qrff/9djz32WJo/fyQnpc8KAAAAdmGA+5gzZ46RZNasWWMuXLhgTp48ab766itTpEgR4+bmZk6dOmWMMebGjRsmPj7eZt2IiAjj4uJixowZY533+eefG0lm4sSJSfaVkJBgXU+SGT9+fJI2VatWNU2aNLFOr1u3zkgyJUqUMNHR0db5ixcvNpLMlClTrNuuUKGCCQwMtO7HGGOuXbtm/P39zdNPP51kX/Xr1zfVqlWzTl+4cMFIMqNGjbLOO3bsmHF2djZjx461WffPP/80efLkSTL/0KFDRpKZN2+edd6oUaPM3W/HX3/91UgyCxcutFl35cqVSeaXLl3atG7dOknsAwYMMPe+xe+NfdiwYcbLy8vUrVvX5jn94osvjJOTk/n1119t1p81a5aRZH777bcksa9bty5JDPcet5OTk3nmmWeS9JPE1+Pq1aumUKFCpnfv3jbLIyMjjaenp838a9euJdnHl19+aSSZjRs3JonvwoULNm3/+OMPI8nMmTPHOq9x48bGw8PDHD9+PNn4Utve3UqXLm2Cg4NTXJ6axPdbREREkmXpeV0kGUlm+/bt1nnHjx83rq6u5plnnrHOS+553LJli5Fk5s+fnySuP/74w6Ztcu+Je/vz+fPnjYeHhwkKCkrSV5o0aWLT91asWGEkmZYtWybpvwBskZ/Jz4keJj/fu//hw4cbZ2dnExYWlqRdcjkjMDDQlC1b1jp9/PhxI8l8/vnnNu3ufS7T+vrcvn3b+Pv7m9KlS5vLly/btL27v6R0PPdKLkd37drV5M+f3zodFhZmJJkPPvjApl3Hjh2NxWIxhw8fTnbbyQkODjYFChRIMn/JkiUZkhNT+9xw+/ZtExcXZzPv8uXLpnjx4uall16yznuQ9/XdcT/xxBPWHH/38/7pp58aSWbLli0225RkBgwYkOzxANkZeZe8m+hh8u6VK1eMq6ureeutt2zmDxo0yBQoUMDExMQYY/7vtb+7bxljzNatW40k89prr1nn1apVy3h5eZl//vnHOm/37t3GycnJdO/ePUmMd1u1apWRZBYvXmyMSV//SM+5dkr58GGkdt7dpEkTI8lMmDDBOi8uLs76XN28edMYk/5z7Hs/X9SvX99UqVLFOj158mQjySxYsMA67+bNmyYgIMC4u7vbvDeNMeajjz4yzs7OZuXKlUmO6Z133jEuLi5m06ZNNuuk5+9CWuP55ZdfjCQzaNCgJNtM7vNWap8/0vNZAQAAwB4YSh1p1rx5cxUrVkx+fn56/vnn5e7urmXLlqlEiRKS7lwN4+R0p0vFx8frn3/+kbu7uypVqqSdO3dat7N06VIVLVpUr776apJ9PMzQyd27d5eHh4d1umPHjvLx8bH+KjU8PFyHDh1S165d9c8//+jixYu6ePGiYmNj9dRTT2njxo1KSEiw2eaNGzfk6uqa6n6//fZbJSQkqHPnztZtXrx4Ud7e3qpQoUKS4Spv3rwp6c7zlZIlS5bI09NTTz/9tM0269atK3d39yTbvHXrlk27ixcv6saNG6nGffr0aU2bNk0jRoxIMqTZkiVL9Oijj6py5co220wcJvDu/Y8ePVrGmPtejRYWFqaEhASNHDnS2k8SJb7uq1ev1pUrV9SlSxeb/To7O+uJJ56w2W/i1Q7Sndfp4sWL+te//iVJNv0t0aVLl2y2GRUVZbP8woUL2rhxo1566SWVKlUq2fiS215sbGyqx52R0vO6SFJAQIDq1q1rnS5VqpTat2+vn3/+WfHx8ZJsn8dbt27pn3/+Ufny5VWoUKFkn8cH8f7778vT01ODBg1KtZ0xRsOHD9dzzz2nJ554IkP2DeQG5OfkkZ/Tlp/vNn36dIWGhmrq1Klq3759kuV354yoqChdvHhRTZo00dGjR615NfGq4FOnTqW6r7S+Prt27VJERISGDBmS5EqpB+2XcXFxunjxos6fP6/Vq1frl19+0VNPPWVdvmLFCjk7OyfJW6+//rqMMfrpp58eaL/pkRE50dnZWfny5ZN054q4S5cu6fbt23rssceSzfHXrl1L0l8TPy+k5Ntvv9Uff/yh//znP0mWXb16VdL/XUULOArybvLIu2nLu56enmrfvr2+/PJL6+054uPj9fXXX6tDhw4qUKCATfsOHTpY+5Yk1atXT0888YT19Tx79qzCw8PVo0cPFS5c2NquRo0aevrpp5O9SjfxOP766y/NmjVLBQoUsJ5LP0j/uN+5dnL7vt/rkhHy5Mmjvn37Wqfz5cunvn376vz589qxY4ek9J9jJ+bKyMhILV26VLt3707yGcLb21tdunSxzsubN68GDRqkmJgYbdiwwWZ7b775prp166bOnTvb3L7miy++0IcffqhPP/1UDRo0SPb40pK30xrP0qVLZbFYNGrUqCT7edhbnKX2WQEAAMAeGEodafbJJ5+oYsWKypMnj4oXL65KlSrZFDgT70c0Y8YMRURE2Hwgv/sLsSNHjqhSpUrKkydju1+FChVspi0Wi8qXL2+9p+ShQ4ckScHBwSluIyoqSo888oh1+uLFi0m2e69Dhw7JGJNiu3uHdku8L1Rq99c6dOiQoqKi5OXllezy8+fP20yvWrXKZojQtBg1apR8fX3Vt29fffPNN0n2/9dff6W4zXv3nxZHjhyRk5OTzZCs90p8jRJPQu9VsGBB6/8vXbqkkJAQffXVV0niSe5EPHFYuJQcPXpUkmyGs0vN3dvz8vJS7969FRISImdn5zSt/yDS+7ok1ycrVqyoa9eu6cKFC/L29tb169cVGhqqOXPm6PTp0zb3Tk3tC420ioiI0KeffqqZM2fe98u0hQsXat++fVq8eLEWLVr00PsGcgvyc/LIz+nz008/We8heenSpWTb/Pbbbxo1apS2bNmS5B6qUVFR8vT0lJubm2rXrq3Zs2erefPm1uf/3vZpfX0ShyhOa35Oi6+++kpfffWVdfrxxx+3Ger8+PHj8vX1tSksSf83POvx48czLJaUZFROnDdvniZMmKADBw7o1q1b1vl33xYl0ahRo5L9QjyloVHj4+P1zjvv6IUXXlCNGjWSLA8ICJB050v/0NDQdL8XgOyKvJs88m7ade/eXV9//bV+/fVXNW7cWGvWrNG5c+eSvdVESud0ixcvlvR/OSm5891HH31UP//8s2JjY20K7ncfT8GCBbVw4UL5+flJerD+cb9z7USxsbE2+/bz89Prr79uM5x3RvL19U3yQ4OKFStKunOf7n/961/pfo3Hjx+v8ePHW6dbtmypcePGWaePHz+uChUqJLkYILXPEOfOnVN0dLTatGmj2NhY7dq1y/o5JbU+lpa8ndZ4jhw5Il9fX5sfV2SE+31WAAAAsAcK40izevXq6bHHHktx+YcffqgRI0bopZde0vvvv6/ChQvLyclJQ4YMSfKLYntIjGH8+PEp3lPx7pPymzdv6uzZs3r66afvu12LxaKffvop2aLovSf6kZGRkiRvb+9Ut+nl5aWFCxcmu/zek7YnnnhCH3zwgc286dOn67vvvkt2/b/++ktz587VggULkr0nW0JCgqpXr66JEycmu37iSXNGS3yNvvjii2Sfn7u/NOrcubM2b96sN998U7Vq1ZK7u7sSEhLUsmXLZPvb0qVLbQrrf//99wPdD/Xe7V27dk3Lli3T2LFjVbBgQQ0bNuyBt3k/mfG6vPrqq5ozZ46GDBmigIAAeXp6ymKx6Pnnn8+Q9+27776rChUqKDg42Hrv1uTcvHlTI0aMUK9evaxfVgBIG/JzytslP6fdtm3b1Lt3bxUoUEAffPCBOnXqZPNF95EjR/TUU0+pcuXKmjhxovz8/JQvXz6tWLFCkyZNsulLs2bNUvv27VW/fv0U95fe1ycjtWjRQm+++aakO1e2jxs3Ts2aNdP27dttroq3l4zKiQsWLFCPHj3UoUMHvfnmm/Ly8pKzs7NCQ0OtPzi4W58+fdSpUyebeb17905x+5999pmOHTumn3/+Odnl9evX1/jx4xUSEpLqDyOBnIa8m/J2ybtpExgYqOLFi2vBggVq3LixFixYIG9vbzVv3vyBtpdeq1evlnSnUL106VJ17txZy5cv19NPP53u/iGl/Vzb1dVVP/zwg6Q7o4p8/vnnGjJkiHx8fNS5c+eMOLR0S+9r3K1bN3Xv3l0JCQk6evSo3n//fbVp00Zr1qx5oCurly1bpp9++kmLFi3SqFGjrFd+d+rUSWXLltWYMWPUpUsXlSxZMsm66c3b9nC/zwoAAAD2QGEcGeabb75Rs2bN9Nlnn9nMv3LliooWLWqdLleunLZu3apbt24le/L5oBJ/2ZzIGKPDhw9bf5Varlw5SXd+EZ2WE87du3fr1q1bqX7pkbhdY4z8/f3T9OXl/v37ZbFYUv1Vdbly5bRmzRo1aNAgTV/QFi1aNMkxhYWFpdh++PDhqlWrlv7973+nuP/EIcEedtisu7eZkJCg/fv3p3iCnfgaeXl5pfoaXb58WWvXrlVISIhGjhxpnX9vH7hb48aNbfrhvcOxli1bVpK0d+/e+x1Kku21a9dOv/32m1auXJmphfH0vi7JPR9///238ufPb/0S6ZtvvlFwcLAmTJhgbXPjxg3rFRwPI/GX7mFhYfe9kn7GjBk6f/68Ro8e/dD7BWCL/Ex+Tounn35aM2fO1I0bNxQWFqY+ffpo/fr11v388MMPiouL0/fff29zy5F7hxiV7hSNjh49qj179liH054/f76++OILm2NJy+uT2D/27t2bYQUDHx8fm21VqlRJ9evXV1hYmLp06aLSpUtrzZo1unr1qs1V4wcOHJAklS5dOkPiSElG5cRvvvlGZcuW1bfffmvTX5K7uky6c1Xivc/xvVfaJbp27ZpCQkLUv3//VJ+PN954Q4cOHdLSpUs1f/585cuX777FNSCnI++Sd+/H2dlZXbt21dy5czVu3DiFhYWpd+/eyZ4zpXROV6ZMGUn/l5MOHjyYpN2BAwdUtGjRJH/L736O2rdvr61bt+rjjz/W008/ne7+Id3/XDuRs7OzzTZbt26twoULa+XKlZlSGD9z5kySq+X//vtvSbI+f+l9jcuWLWtzDJ6enuratat+//13BQQEqHTp0tqzZ48SEhJsrtJO7jNEbGyshgwZoo4dO6pLly567LHHVKtWLZUvX17z5s2TMUZffvmlhgwZkmQ0AylteTut8ZQrV04///yzLl26lGFXjaf1swIAAEBW4x7jyDDOzs42wzBLd+7XdPr0aZt5zz33nC5evKjp06cn2ca966fH/PnzrV++Sne+kDh79qyCgoIkSXXr1lW5cuX08ccfKyYmJsn6Fy5cSBK7s7Oz2rRpk+p+n332WTk7OyskJCRJ/MYY/fPPP9bp27dva+nSpapXr16qV0J17txZ8fHxev/995Msu3379kMVLbds2aLvvvtO//nPf1I88evcubNOnz6t//73v0mWXb9+3ea+2hcvXtSBAweSDJF6rw4dOsjJyUljxoxJcqVE4vMWGBioggUL6sMPP7QZ7jNR4muU+IXBvc/35MmTU40hNcWKFVPjxo31+eef68SJE8nGlxJjjIwxmTqMupS+10W681rffR/DkydP6rvvvlOLFi2ssSb3vp02bdp97ymaFm+//bYaNGigdu3apdru6tWrGjt2rF577bVUrxgB8GDIz+TntKhfv76cnZ1VoEABzZo1Sxs3brTZT3K5NyoqSnPmzEl2e25ubnriiSfUvHlzNW/e3PoDtERpfX3q1Kkjf39/TZ48Ocnz+zD98m7Xr1+XdOfe45LUqlUrxcfHJ3kvTJo0SRaLxdp3M0NG5sTkXrOtW7dqy5YtD7VdSZoyZYpiY2P17rvvptruhx9+0OzZs/W///1PrVq1yrKrIQF7Iu+Sd9OiW7duunz5svr27auYmBi9+OKLybYLCwuz6Tvbtm3T1q1bra+nj4+PatWqpXnz5tk8H3v37tWqVavUqlWrVOOIj4/XzZs3rTkwvf3jYST2k8w6j759+7Y+/fRT6/TNmzf16aefqlixYqpbt66k9J9jJ9dGsv0MERkZqa+//tomjmnTpsnd3V1NmjSxzn///fd16dIlTZo0SdKdQnexYsVUu3Ztubm5KX/+/Jo8ebKWLl36wFdcpzWe5557TsYYhYSEJNnGg/49SutnBQAAgKzGFePIMG3atNGYMWPUs2dP1a9fX3/++acWLlyY5IvQ7t27a/78+Ro6dKi2bdumRo0aKTY2VmvWrFH//v3Vvn37B9p/4cKF1bBhQ/Xs2VPnzp3T5MmTVb58eetQUk5OTvrf//6noKAgVa1aVT179lSJEiV0+vRprVu3TgULFtQPP/yg2NhYffLJJ5o6daoqVqyo9evXW/eReGK4Z88ebdmyRQEBASpXrpw++OADDR8+XMeOHVOHDh3k4eGhiIgILVu2TH369NEbb7yhNWvWaMSIEdqzZ491+LCUNGnSRH379lVoaKjCw8PVokUL5c2bV4cOHdKSJUs0ZcoUdezY8YGep1WrVunpp59O9YvJbt26afHixXrllVe0bt06NWjQQPHx8Tpw4IAWL16sn3/+2XrFwPTp0xUSEqJ169apadOmKW6zfPnyevfdd/X++++rUaNGevbZZ+Xi4qI//vhDvr6+Cg0NVcGCBTVz5kx169ZNderU0fPPP69ixYrpxIkT+vHHH9WgQQNNnz5dBQsWVOPGjfXRRx/p1q1bKlGihFatWqWIiIgHek4STZ06VQ0bNlSdOnXUp08f+fv769ixY/rxxx8VHh5u0/aXX36xGUr98OHDGjJkyEPt/37S87pId+7HGhgYqEGDBsnFxUUzZsyQJJuT3TZt2uiLL76Qp6enqlSpoi1btmjNmjU29z98UKtWrdJvv/1233Y7d+5U0aJFM/VqeyA3Iz+Tn1PLz8kJDAzUiy++qGHDhqlt27by8fFRixYtlC9fPrVt29b6Jf5///tfeXl56ezZs+k+3rS+Pk5OTpo5c6batm2rWrVqqWfPnvLx8dGBAwe0b9++B/qi+OjRo1qwYIEk6fTp09bPFk899ZQkqW3btmrWrJneffddHTt2TDVr1tSqVav03XffaciQIdar6TJDRubENm3a6Ntvv9Uzzzyj1q1bKyIiQrNmzVKVKlWSLXakx6pVqzR27NhUPy9ERkaqV69eevnll9WhQ4eH2h+Qk5B3ybtpybu1a9dWtWrVtGTJEj366KOqU6dOsu3Kly+vhg0bql+/foqLi9PkyZNVpEgRmzwxfvx4BQUFKSAgQL169dL169c1bdo0eXp6Jjv6SGIOjI2NVVhYmI4dO2Y9l01r/3gQ8fHxWrlypaQ7PwSbM2eOYmNjMy1H+Pr6aty4cTp27JgqVqyor7/+WuHh4Zo9e7Z1lIb0nmPv2bNHCxYskDFGR44c0dSpU1WyZElrmz59+ujTTz9Vjx49tGPHDpUpU0bffPONfvvtN02ePNk6Es1ff/2liRMn6sMPP0x2mPREzzzzjFq1aqWBAwdq7969cnFxSddzkNZ4mjVrpm7dumnq1Kk6dOiQ9RZ1v/76q5o1a6aBAwema79S2j4rAAAA2IUB7mPOnDlGkvnjjz9SbXfjxg3z+uuvGx8fH+Pm5mYaNGhgtmzZYpo0aWKaNGli0/batWvm3XffNf7+/iZv3rzG29vbdOzY0Rw5csQYY0xERISRZMaPH59kP1WrVrXZ3rp164wk8+WXX5rhw4cbLy8v4+bmZlq3bm2OHz+eZP1du3aZZ5991hQpUsS4uLiY0qVLm86dO5u1a9fa7Pt+j+DgYJvtLl261DRs2NAUKFDAFChQwFSuXNkMGDDAHDx40BhjzKuvvmoaN25sVq5cmSSmUaNGmeTejrNnzzZ169Y1bm5uxsPDw1SvXt0MGzbMnDlzxtqmdOnSpnXr1knWHTBgQJJtSjIWi8Xs2LHDZn5yr9HNmzfNuHHjTNWqVY2Li4t55JFHTN26dU1ISIiJiopKEvu6deuSxJCczz//3NSuXdu6zSZNmpjVq1fbtFm3bp0JDAw0np6extXV1ZQrV8706NHDbN++3drm1KlT5plnnjGFChUynp6eplOnTubMmTNGkhk1alSS+C5cuGCzjz/++MNIMnPmzLGZv3fvXut2XV1dTaVKlcyIESOSbC/x4ebmZqpUqWImTZpkbVO6dOkk/SOtEt9vERERyS5P6+siyQwYMMAsWLDAVKhQwbi4uJjatWsneZ0uX75sevbsaYoWLWrc3d1NYGCgOXDgQJJjSOnvwIULF1J8ztu3b2/TNvG9encMTZo0MZJsnr+7twEgZeRn8nNG5ed7/44bY8zFixdNsWLFzDPPPGOd9/3335saNWoYV1dXU6ZMGTNu3Djz+eefp5q37o3nXvd7fRJt2rTJPP3008bDw8MUKFDA1KhRw0ybNi3Nx5OodOnSNv2laNGipkWLFmbLli027a5evWpee+014+vra/LmzWsqVKhgxo8fbxISElI9znsFBwebAgUKJJm/ZMmSDMmJqX1uSEhIMB9++KEpXbq09XPA8uXLTXBwsCldurS13YO8r318fExsbKxN27uf94SEBNOyZUtToUIFExMTk6TdgAEDkj0eIDsj75J3M/K82BhjPvroIyPJfPjhh0mW3f3aT5gwwfj5+RkXFxfTqFEjs3v37iTt16xZYxo0aGDc3NxMwYIFTdu2bc3+/ftt2qR2Lntvfrtf/7h7e2k51w4ODrbZt7u7u6lTp4754osv0vx83Su18+4mTZqYqlWrmu3bt5uAgADj6upqSpcubaZPn56kbXrOsRMfFovFeHt7m2effdb89ddfNts7d+6c9Rw7X758pnr16km+d3jyySdN1apVza1bt+57TEeOHDGurq4mJCTEGJO+vwtpjccYY27fvm3Gjx9vKleubPLly2eKFStmgoKCkrxPjEn980daPysAAADYi8WYDBqDELCT9evXq1mzZlqyZMkD/1r8bseOHZO/v78iIiKs95261+jRo3Xs2DHNnTv3ofcHZAaLxaIBAwYkOzQjAGQF8jMAAFmHvJvzTJkyRa+99pqOHTumUqVK2SxLfP7Hjx+vN954w04R5lxNmzbVxYsXtXfvXnuHAgAAgGyGe4wDAAAAAAAAWcQYo88++0xNmjRJUhQHAAAAkHm4xzhwD3d3d73wwgtyd3dPsU2NGjXk6+ubhVEhp4qMjEx1uZubmzw9PbMoGgDIucjPyE6ioqJ0/fr1VNt4e3tnUTQAkPHIu5kjNjZW33//vdatW6c///xT3333nb1DyhZiYmKs965PSbFixeTs7JxFEQEAAMBRURgH7lG0aFEtWLAg1TbPPvtsFkWDnM7HxyfV5cHBwQw9CABpQH5GdjJ48GDNmzcv1TbcsQpATkbezRwXLlxQ165dVahQIb3zzjtq166dvUPKFj7++GOFhISk2ia1Yf0BAACAtOIe4wCQidasWZPqcl9fX1WpUiWLogEAABlh//79OnPmTKptmjdvnkXRAACQsx09elRHjx5NtU3Dhg3l6uqaRREBAADAUVEYBwAAAAAAAAAAAAA4NCd7BwAAAAAAAAAAAAAAQGbiHuPJSEhI0JkzZ+Th4SGLxWLvcAAAuZgxRlevXpWvr6+cnPg9W2rI3wCA7IQcnnbkcABAdkH+BgDAsVEYT8aZM2fk5+dn7zAAALA6efKkSpYsae8wsjXyNwAgOyKH3x85HACQ3ZC/AQBwTBTGk+Hh4SHpzgegggUL2jkaAEBuFh0dLT8/P2tuQsrI3wCA7IQcnnbkcABAdkH+BgDAsVEYT0bi0G0FCxbkpBwAkC0wrOj9kb8BANkROfz+yOEAgOyG/A0AgGPiRikAAAAAAAAAAAAAAIdGYRwAAAAAAAAAAAAA4NAojAMAAAAAAAAAAAAAHBqFcQAAAAAAAAAAAACAQ6MwDgAAAAAAAAAAAABwaBTGAQAAAAAAAAAAAAAOjcI4AAAAAAAAAAAAAMChURgHAAAAAAAAAAAAADg0CuMAAAAAAAAAAAAAAIdGYRwAAAAAAAAAAAAA4NDy2DsAAAASEhJ04MABXblyRYUKFVLlypXl5MRvtwAAAAAAAAAAQMagMA4AsKtt27Zp4cKFunDhgnVesWLF9MILL6hevXp2jAwAAAAAAAAAADiKHHc53saNG9W2bVv5+vrKYrEoLCzMuuzWrVt66623VL16dRUoUEC+vr7q3r27zpw5Y7+AAQAp2rZtm6ZMmSI/Pz+FhITo888/V0hIiPz8/DRlyhRt27bN3iEiA6WWwyXJGKORI0fKx8dHbm5uat68uQ4dOmSfYAEAgCTyNwAAAADAceS4wnhsbKxq1qypTz75JMmya9euaefOnRoxYoR27typb7/9VgcPHlS7du3sECkAIDUJCQlauHChateuraFDh6pChQpydXVVhQoVNHToUNWuXVsLFy5UQkKCvUNFBkkth0vSRx99pKlTp2rWrFnaunWrChQooMDAQN24cSOLIwUAAInI3wAAAAAAR5HjhlIPCgpSUFBQsss8PT21evVqm3nTp09XvXr1dOLECZUqVSrZ9eLi4hQXF2edjo6OzriAAQDJOnDggC5cuKCBAwcmuZ+4k5OT2rVrp9GjR+vAgQOqUqWKnaJERkothxtjNHnyZL333ntq3769JGn+/PkqXry4wsLC9PzzzydZJyfn77i4uFwxoo2vr69cXFzsHUaOR39BeuSW/iLRZ7JKRudvKWfncADILLklh5O/AQCAPeW4wnh6RUVFyWKxqFChQim2CQ0NVUhISNYFBQDQlStXJEl+fn7JLk+cn9gOji0iIkKRkZFq3ry5dZ6np6eeeOIJbdmyJdkv1nNy/j5z5ozeffdde4eR6caOHSt/f397h5Hj0V+QHrmlv0j0mezgQfK3lLNzOABkltySw8nfAADAnhy6MH7jxg299dZb6tKliwoWLJhiu+HDh2vo0KHW6ejo6BQLNQCAjJH4g6WTJ0+qQoUKSZafPHnSph0cW2RkpCSpePHiNvOLFy9uXXavnJy/fX19NXbs2Czb3+nTpzVjxgz1799fJUqUyLL9+vr6Ztm+HBn9BemRW/qLRJ/JDh4kf0s5O4cDQGbJLTmc/A0AAOzJYQvjt27dUufOnWWM0cyZM1Nt6+LiwhA+AJDFKleurGLFium7777T0KFDbYZTT0hI0Pfff69ixYqpcuXKdowS2VlOzt8uLi52uUqiRIkSXJ2RA9FfkB70F+QEOTmHA0BmIYcDAABkPqf7N8l5Eovix48f1+rVq1O9WhwAYB9OTk564YUXtGvXLk2cOFF///23rl+/rr///lsTJ07Url279MILLyS5/zgck7e3tyTp3LlzNvPPnTtnXQYAALIX8jcAAAAAICdxuGpDYlH80KFDWrNmjYoUKWLvkAAAKahXr54GDx6skydPavTo0erVq5dGjx6tkydPavDgwapXr569Q0QW8ff3l7e3t9auXWudFx0dra1btyogIMCOkQEAgJSQvwEAAAAAOUmOG0o9JiZGhw8ftk5HREQoPDxchQsXlo+Pjzp27KidO3dq+fLlio+Pt97XrHDhwsqXL5+9wgYApKBevXp67LHHdODAAV25ckWFChVS5cqVuVLcAaWWw0uVKqUhQ4bogw8+UIUKFeTv768RI0bI19dXHTp0sF/QAADkcuRvAAAAAICjyHGF8e3bt6tZs2bW6aFDh0qSgoODNXr0aH3//feSpFq1atmst27dOjVt2jSrwgQApIOTk5OqVKli7zCQyVLL4XPnztWwYcMUGxurPn366MqVK2rYsKFWrlwpV1dXe4UMAECuR/4GAAAAADiKHFcYb9q0qYwxKS5PbRkAALCf++Vwi8WiMWPGaMyYMVkYFQAASA35GwAAAADgKBinFg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LQ89g4AAJA9xcXF6cyZM/YOI9P5+vrKxcXF3mEAAAAAAAAAAIBMRGEcAJCsM2fO6N1337V3GJlu7Nix8vf3t3cYAAAAAAAAAAAgE1EYBwAky9fXV2PHjs2y/Z0+fVozZsxQ//79VaJEiSzbr6+vb5btCwAAAAAAAAAA2AeFcQBAslxcXOxyJXWJEiW4ghsAAAAAAAAAAGQoJ3sHAAAAAAAAAAAAAABAZqIwDgAAAAAAAAAAAABwaBTGAQAAAAAAAAAAAAAOjcI4AAAAAAAAAAAAAMChURgHAAAAAAAAAAAAADg0CuMAAAAAAAAAAAAAAIdGYRwAAAAAAAAAAAAA4NAojAMAAAAAAAAAAAAAHBqFcQAAAAAAAAAAAACAQ6MwDgAAAAAAAAAAAABwaBTGAQAAAAAAAAAAAAAOjcI4AAAAAAAAAAAAAMChURgHAAAAAAAAAAAAADg0CuMAAAAAAAAAAAAAAIdGYRwAAAAAAAAAAAAA4NAojAMAAAAAAAAAAAAAHBqFcQAAAAAAAAAAAACAQ6MwDgAAAAAAAAAAAABwaBTGAQAAAAAAAAAAAAAOjcI4AAAAAAAAAAAAAMChURgHAAAAAAAAAAAAADg0CuMAAAAAAAAAAAAAAIdGYRwAAAAAAAAAAAAA4NDy2DsA5Ay3b9/WqlWrdP78eXl5ealFixbKk4fuAwAAAAAAAAAAACD7o7KJ+1q0aJFWrFihhIQEm3mtWrVS165d7RgZAAAAAAAAAAAAANxfjhtKfePGjWrbtq18fX1lsVgUFhZms9wYo5EjR8rHx0dubm5q3ry5Dh06ZJ9gHcCiRYu0fPlyeXh46OWXX9aMGTP08ssvy8PDQ8uXL9eiRYvsHSIAAAAAAAAAAAAApCrHFcZjY2NVs2ZNffLJJ8ku/+ijjzR16lTNmjVLW7duVYECBRQYGKgbN25kcaQ53+3bt7VixQp5enpq2rRpevLJJ1WoUCE9+eSTmjZtmjw9PbVixQrdvn3b3qECAAAAAAAAAAAAQIpyXGE8KChIH3zwgZ555pkky4wxmjx5st577z21b99eNWrU0Pz583XmzJkkV5bfLS4uTtHR0TYPSKtWrVJCQoI6deqU5H7iefLkUceOHZWQkKBVq1bZKUIAAAAAAAAAAAAAuL8cVxhPTUREhCIjI9W8eXPrPE9PTz3xxBPasmVLiuuFhobK09PT+vDz88uKcLO98+fPS5Lq1KmT7PLatWvbtAMAAAAAAAAAAACA7MihCuORkZGSpOLFi9vML168uHVZcoYPH66oqCjr4+TJk5kaZ07h5eUlSdq5c2eyy3ft2mXTDgAAAAAAAAAAAACyI4cqjD8oFxcXFSxY0OYBqUWLFnJyctKSJUuS3Ef89u3b+uabb+Tk5KQWLVrYKUIAAAAAAAAAAAAAuD+HKox7e3tLks6dO2cz/9y5c9ZlSLs8efKoVatWioqK0quvvqq1a9fq0qVLWrt2rV599VVFRUWpVatWSe4/DgAAAAAAAAAAAADZiUNVNP39/eXt7a21a9eqVq1akqTo6Ght3bpV/fr1s29wOVTXrl0lSStWrNBnn31mne/k5KQ2bdpYlwMAAAAAAAAAAABAdpXjCuMxMTE6fPiwdToiIkLh4eEqXLiwSpUqpSFDhuiDDz5QhQoV5O/vrxEjRsjX11cdOnSwX9A5XNeuXdW5c2etWrVK58+fl5eXl1q0aMGV4gAAAAAAAAAAAAByhBxX2dy+fbuaNWtmnR46dKgkKTg4WHPnztWwYcMUGxurPn366MqVK2rYsKFWrlwpV1dXe4XsEBKHVQcAAAAAAAAAAACAnCbHFcabNm0qY0yKyy0Wi8aMGaMxY8ZkYVQAAAAAAAAAAAAAgOzKyd4BAAAAAAAAAAAAAACQmSiMAwAAAAAAAAAAAAAcGoVxAAAAAAAAAAAAAIBDozAOAAAAAAAAAAAAAHBoFMYBAAAAAAAAAAAAAA6NwjgAAAAAAAAAAAAAwKFRGAcAAAAAAAAAAAAAODQK4wAAAAAAAAAAAAAAh0ZhHAAAAAAAAAAAAADg0CiMAwAAAAAAAAAAAAAcGoVxAACQLcTHx2vEiBHy9/eXm5ubypUrp/fff1/GGHuHBgAAUkD+BgAAAADkFHnsHQAAAIAkjRs3TjNnztS8efNUtWpVbd++XT179pSnp6cGDRpk7/AAAEAyyN8AAAAAgJyCwjgAAMgWNm/erPbt26t169aSpDJlyujLL7/Utm3bkm0fFxenuLg463R0dPQD7/vixYu6evXqA6+f3Z0+fdrmX0fk4eGhokWLZtn+HLnP0F8ApEd687eUsTkcADKLI3/ek/jMBwAAcicK4wAAIFuoX7++Zs+erb///lsVK1bU7t27tWnTJk2cODHZ9qGhoQoJCXno/V68eFGvv/GGbt28+dDbyu5mzJhh7xAyTd58+TTh44+z5Iuvixcv6o3XX9fNW7cyfV/25Mj9JV/evPp4wgS+KAUyQHrzt5RxORwAMgvnCI4hK88RAABAzkBhHAAAZAtvv/22oqOjVblyZTk7Oys+Pl5jx47VCy+8kGz74cOHa+jQodbp6Oho+fn5pXu/V69e1a2bN1WoQQ3l8SzwwPHDfm5HxerKb3t09erVLPnS6+rVq7p565ZerFRYxfPzcTqnOXftthYcvJRl/QVwdOnN31LG5XAAyCyJ5wgVazZXfvdH7B0OHsC1mMv6e/caPvMBAAAbfJMHAACyhcWLF2vhwoVatGiRqlatqvDwcA0ZMkS+vr4KDg5O0t7FxUUuLi4Ztv88ngWUt4hnhm0Pjq94/jzyc89n7zAAwK7Sm7+ljM/hAJBZ8rs/InfPYvYOAwAAABmEwjgAAMgW3nzzTb399tt6/vnnJUnVq1fX8ePHFRoamuIX6wAAwL7I3wAAAACAnMLJ3gEAAABI0rVr1+TkZPvRxNnZWQkJCXaKCAAA3A/5GwAAAACQU3DFONLk9u3bWrVqlc6fPy8vLy+1aNFCefLQfZCymJgYhYSE6MqVKypUqJBGjRold3d3e4cFIBtr27atxo4dq1KlSqlq1aratWuXJk6cqJdeesneoQEAgBSQvwEAAAAAOQWVTdzXokWLtGLFCptf/C9atEitWrVS165d7RgZsqt+/fopKirKOh0bG6s+ffrI09NTM2fOtGNkALKzadOmacSIEerfv7/Onz8vX19f9e3bVyNHjrR3aAAAIAXkbwAAAABATkFhHKlatGiRli9fLk9PT3Xq1El16tTRzp07tWTJEi1fvlySKI7Dxt1F8XLlyqlz585avHixjhw5oqioKPXr14/iOIBkeXh4aPLkyZo8ebK9QwEAAGlE/gYAAAAA5BQUxpGi27dva8WKFfL09NS0adOsQ6c/+eSTaty4sV599VWtWLFCnTt3Zlh1SLozfHpiUXz27NnWodOrV6+umJgY9enTR1FRUYqJiWFYdQAAAAAAAAAAAGQZJ3sHgOxr1apVSkhIUKdOnZIUvvPkyaOOHTsqISFBq1atslOEyG5CQkIk3blS/N7Ct7u7u8qWLWvTDgAAAAAAAAAAAMgKFMaRovPnz0uS6tSpk+zy2rVr27QDrly5Iknq3Llzsss7duxo0w4AAAAAAAAAAADIChTGkSIvLy9J0s6dO5NdvmvXLpt2QKFChSRJixcvTnb5N998Y9MOAAAAAAAAAAAAyAoUxpGiFi1ayMnJSUuWLNHt27dtlt2+fVvffPONnJyc1KJFCztFiOxm1KhRkqQjR44oJibGZllMTIyOHj1q0w4AAAAAAAAAAADICnnu3wS5VZ48edSqVSstX75cr776qjp27KjatWtr165d+uabbxQVFaU2bdokuf84ci93d3d5enoqKipKffr0UdmyZdWxY0d988031qK4p6dnkvuPAwAAAAAAAAAAAJmJiiZS1bVrV0nSihUr9Nlnn1nnOzk5qU2bNtblQKKZM2eqX79+ioqK0tGjR/XRRx9Zl3l6emrmzJl2jA4AAAAAAAAAAAC5EYVx3FfXrl3VuXNnrVq1SufPn5eXl5datGjBleJI0cyZMxUTE6OQkBBduXJFhQoV0qhRo7hSHAAAAAAAAAAAAHZBZRNpkjisOpBW7u7uGj9+vL3DAAAAAAAAAAAAAORk7wAAAAAAAAAAAAAAAMhMFMYBAAAAAAAAAAAAAA6NwjgAAAAAAAAAAAAAwKFRGAcAAAAAAAAAAAAAODQK4wAAAAAAAAAAAAAAh0ZhHAAAAAAAAAAAAADg0CiMAwAAAAAAAAAAAAAcGoVxAAAAAAAAAAAAAIBDozAOAAAAAAAAAAAAAHBoeewdAAAAAAAAyDh79uxJdXmNGjWyKBIAAAAAALIPCuMAAAAAADiQWrVqyWKxSJKMMZIki8UiY4wsFovi4+PtGR4AAAAAAHZBYRwAAAAAAAfSsGFDhYeH6+2331bXrl2tRXIAAAAAAHIz7jEOAAAAAIAD2bhxo+bOnau5c+eqc+fOOnXqlEqXLm19AAAAAACQG1EYBwAAAADAwTz77LPav3+/unbtqvbt2+vZZ5/V4cOH7R0WAAAAAAB2Q2EcAAAAAAAHlCdPHg0ZMkSHDx+Wv7+/6tSpoyFDhtg7LAAAAAAA7IJ7jAMAAAAA4EAeeeSRZO8rHhcXp2nTpmny5MlZHxQAAAAAAHZGYRwAAAAAAAcyadKkZAvjAAAAAADkZhTGAQAAAABwID169LB3CAAAAAAAZDvcYxwAAAAAAAfi7Oys8+fP2zsMAAAAAACyFQrjAAAAAAA4EGOMvUMAAAAAACDbYSh1pMnhw4c1cuRI6/SYMWNUvnx5O0aE7G7Pnj36z3/+Y51+++23VaNGDTtGBAAAAOQe3GM8Z0tISNCBAwd05coVFSpUSJUrV5aTE9c2IHmnTp3SW2+9JWOMLBaLxo0bp5IlS9o7LAAAACDbccjCeHx8vEaPHq0FCxYoMjJSvr6+6tGjh9577z2+HHgAXbt2TTIvsUi+aNGirA4HOUByfSaxSE6fAQAAADKft7d3isvi4+OzMBKk17Zt27Rw4UJduHDBOq9YsWJ64YUXVK9ePTtGhuzo3vNvY4yGDRsmifNvAAAA4F4OWRgfN26cZs6cqXnz5qlq1aravn27evbsKU9PTw0aNMje4eUo955gNWnSRBs2bLBZzokW7nZvn6lVq5bCw8NtltNnAAAAgMz1zTffqHDhwvYOA+m0bds2TZkyRbVr19bAgQPl5+enkydP6rvvvtOUKVM0ePBgiuOwuvv829nZWW3atNHy5cutP37h/BsAAACw5ZCF8c2bN6t9+/Zq3bq1JKlMmTL68ssvtW3bNjtHlrMcPnzY+v+7h07v27evzdDqhw8fZlh1SLozfHqid999V1WrVrVO79u3T2PHjrW2Y1h1AAAAIHNYLBY1aNBAXl5e9g4F6ZCQkKCFCxeqdu3aGjp0qHXo9AoVKmjo0KGaOHGiFi5cqMcee4xh1aFTp05Z///RRx9Zh07/97//rVOnTlmvGj916hTDqgMAAAD/n0MWxuvXr6/Zs2fr77//VsWKFbV7925t2rRJEydOTLZ9XFyc4uLirNPR0dFZFWq2dvc9xe8tfN89PXLkSH6BDEmyuaf43UXxe6f/85//0GcAAECucfHiRV29etXeYWSK06dP2/zrqDw8PFS0aFF7h5Fmxhh7h4AHcODAAV24cEEDBw5MUvh2cnJSu3btNHr0aB04cEBVqlSxU5TILt566y1Jd64Uv7fwXbJkSTk7Oys+Pl5vvfWWFi5caI8QAQAAgGzHIQvjb7/9tqKjo1W5cmXricDYsWP1wgsvJNs+NDRUISEhWRxlztGkSZNk59evX1+bN2/O4miQE9SqVSvZ+VWrVtW+ffuyNhgAD23q1KmpLuc2JQCQsosXL+r1N97QrZs37R1KppoxY4a9Q8hUefPl04SPP84xxfF169YxjHoOdOXKFUmSn59fsssT5ye2Q+6W+AOYNm3aJLs8MDBQK1as4IcyAAAAwF0csjC+ePFiLVy4UIsWLVLVqlUVHh6uIUOGyNfXV8HBwUnaDx8+XEOHDrVOR0dHp3gimhtt2LBBffv2TTKfojhScvc9xe9GURzImYYMGWK96kSSTp48KR8fH+XJk0cWi4XCOACk4urVq7p186Yq1myu/O6P2DscPIBrMZf19+41unr1ao4pjMfGxmrt2rUKDAy0mf/zzz8rISFBQUFBdooMqSlUqJCkO5+1KlSokGT5yZMnbdohd7NYLDLGaPny5fr3v/+dZPnPP/9sbQcAAADgDocsjL/55pt6++239fzzz0uSqlevruPHjys0NDTZwriLi4tcXFyyOsxsb8yYMSneR/ze+48D0p3RGhKHU9+3b1+Se4zf3Q5AzrJ9+3brfUo9PDy0YcMGlS1b1s5RAUDOkd/9Ebl7FrN3GMgl7v5cfjdjjN5++20K49lU5cqVVaxYMX333Xc29xiX7tx//Pvvv1exYsVUuXJlO0aJ7GLcuHEaNmyY4uPjk9xH/NSpU4qPj7e2AwAAAHCHQxbGr127luR+XM7OzkpISLBTRDnTvfcRl5IfPv3e+48j96pRo4b1/2PHjpWU/PDpd7cDkP0l3pYkUXx8vLZs2UJhHACAbOrQoUPJ3oO6cuXKNj9yRvbi5OSkF154QVOmTNHEiRPVrl07+fn56eTJk/r++++1a9cuDR48OMn3Hcid7i6EDxs2TM7OzgoMDNTPP/9s89n93vuPAwAAALmZQ55NtW3bVmPHjtWPP/6oY8eOadmyZZo4caKeeeYZe4eW4yxatMhm+t6i+L3LgXv7xL1FcfoMkPOULFlSa9eulXQnDyQkJGjo0KF65513uGchAADZkKenp44ePZpk/uHDh1WgQAE7RIS0qlevngYPHqyTJ09q9OjR6tWrl0aPHq2TJ09q8ODBqlevnr1DRDZy9/l1fHy8VqxYYVMU5/wbAAAAsOWQV4xPmzZNI0aMUP/+/XX+/Hn5+vqqb9++1quekT6LFi3S4cOHbZ6/MWPGcKU4UrRo0SLt2bPHZvjGt99+myvFgRyqb9++6tGjhz744AMdO3ZMvXv31rBhw/Tcc89p27ZtWrNmjb1DBAAAd2nfvr2GDBmiZcuWqVy5cpLuFMVff/11tWvXzs7R4X7q1aunxx57TAcOHNCVK1dUqFAhVa5cmSvFkaxFixbp1KlTeuutt2SMkcVi0bhx47hSHAAAAEhGlhXGhw4dmuryiRMnZti+PDw8NHnyZE2ePDnDtpnblS9fnl8aI11q1KhBnwEcxNtvv606depo9+7d8vf313PPPSeLxaJff/1VgwcPtnd4AADgHh999JFatmypypUrW4tjp06dUqNGjfTxxx/bOTqkhZOTU7LD4QPJKVmypBYuXGjvMAAAAIBsL8sK45MnT5aHh4fq1q2bZNhVi8WSVWEAAIAH0KJFC7Vo0cJmnouLi2bNmmWniAAAQEo8PT21efNmrV69Wrt375abm5tq1Kihxo0b2zs0AAAAAADsJssK4//97381cuRI5cmTRxMmTFD16tWzatcAAAAAAOQqFosl2R+2AQAAAACQW2XZDap69eqlQ4cOKSAgQA0aNFDv3r117ty5rNo9AAB4QIULF071AQAAsp8NGzaobdu2Kl++vMqXL6927drp119/tXdYAAAAAADYTZZdMS5J+fPnV0hIiF555RW9++67qlixol5//XW9+eabcnNzy8pQAABAGhljlJCQoNdee03+/v72DgcAANzHggUL1LNnTz377LMaNGiQJOm3337TU089pblz56pr1652jhAAAAAAgKyXZYXx77//3ma6Q4cOKl26tMaPH6/Zs2fr1KlTWRUKAABIhyNHjmj06NGaMGGCXnnlFb333nvy9PS0d1gAACAFY8eO1UcffaTXXnvNOm/QoEGaOHGi3n//fQrjAAAAAIBcKcsK4x06dEhxWWxsbFaFAQAA0qlw4cKaOnWqBg4cqLfeekvly5fXyJEj1b9/fzk7O9s7PAAAcI+jR4+qbdu2Sea3a9dO77zzjh0iAgAAAADA/rLsHuMJCQmpPgAAQPZWsWJFLVu2TEuXLtX8+fNVpUoVhYWF2TssAABwDz8/P61duzbJ/DVr1sjPz88OEQEAAAAAYH9Zeo9xAACQ8zz77LNJ5pUoUUIHDhzQc889p/j4eDtEBQAAUvL6669r0KBBCg8PV/369SXducf43LlzNWXKFDtHBwAAAACAfWRZYXzq1KmpLh80aFAWRQIAANIjpfuJd+zYMYsjAQAAadGvXz95e3trwoQJWrx4sSTp0Ucf1ddff6327dvbOToAAAAAAOwjywrjQ4YMUf78+eXl5SVjjM0yi8VCYRwAgGxqzpw59g4BAID/196dh1dVnvvjfhIgMUgYQxQiIE5UBRWr/Yqo1IpaPWppq60Dap1aBUFBqnJsxeEA6hHHFlRap7ZY1BaHWq1YBasWqyjgiKgoCqIgUwAJQ/bvD3/uYwSUQLJWsnPf15WLvd61st9PkhUfd5693kU1/fCHP4wf/vCHaccAAACAOiOxe4xfcsklkZ+fH717944pU6bE7Nmzsx/vvvtuUjEAAAAAAAAAaGASu2L8yiuvjLPPPjsuueSS6NKlS/zyl7+MIUOGRGFhYVIRAIDN0L1798jLy9vo/pdeeinBNADAN2nVqtXX1u5FixYlmAYAAADqhsQa4xERZWVlceedd8ZLL70UQ4YMiVtuuSWGDx8ep5xySpIxAIBq6NOnT0REZDKZGDlyZJx99tnRunXrdEMBABt1ww03RMTntfucc86JK664IkpLS9MNBQAAAClLrDE+Y8aM/5u0ceO44YYb4sEHH4xzzz03brzxxpg6dWpSUQCAahg2bFj28ahRo+K8886LHXbYIcVEAMDXOfXUU7OPBwwYED/+8Y/VbgAAABq8xBrje+21V+Tl5UUmk4mIqPJ42rRpScUAAAAAAAAAoIFJrDE+e/bspKYCAAAA/n9fd79xAAAAaCgSa4x36tQpqakAgBo0ePDg7OPVq1fH8OHDo0WLFtmx6667Lo1YAMBG/OhHP8o+XrVqVZx99tmx9dZbZ8f++te/phELAAAAUpVYY/yhhx762v3HHHNMQkkAgOp4+eWXs4/333//ePfdd7PbrkADgLrny29g69u3b4pJAAAAoO5IrDHep0+fje7Ly8uLdevWJRUFAKiGp556Ku0IAEA13HHHHWlHAAAAgDonscZ4RMT8+fOjtLQ0ySmpIa+//nr8z//8T3b7V7/6Vey2224pJqKuu+eee+Lhhx/Obh999NFxwgknpJgIAAAahnXr1kWjRo02uG/ixIlx6KGHJpwIAAAA0pdoY5z66cQTT1xv7Ism+bhx45KOQz2woXPm4Ycfjocfftg5A/XUiy++GPfee2/MmTMnVq9eXWWf+5QCQN1yxBFHxIQJE6rcV/zTTz+N8847Lx555JFYvHhxiukAAAAgHflpB6Bu+2qD8zvf+c7X7oevnhNbbbXV1+4H6r4///nPsf/++8cbb7wREyZMiDVr1sRrr70WTz75ZJV7mAIAdUOzZs3igAMOiPnz50dExF133RVdunSJlStXxmuvvZZyOgAAAEhHYleM5+XlRXl5+XpNsi80b948qShsotdffz37+Ne//nXsuuuu2e033ngjrrzyyuxxllUn4vPl079w+umnR+/evbPbTzzxRNx+++3Z4yyrDvXHiBEj4vrrr4/+/ftHcXFx3HjjjdG5c+f4xS9+Ee3atUs7HgDwFX/5y19i4MCBsd9++8UOO+wQs2bNirFjx8YPf/jDtKMBAABAahK7YjyTycQuu+wSrVq1qvLRsmXLaNWqVVIxqIYv31P8y03xr25/+Tgati/fU/zLTfGvbn/5OKDue+edd+K//uu/IiKioKAgVqxYEXl5eTFo0KC47bbbUk4HAHxVXl5e3HzzzdGvX7+YPHlyjBkzRlMcAACABi+xK8afeuqppKaihn11+fQvdO/ePV5++eWE01AfbGxliCZNmsSaNWsSTgNsqVatWkV5eXlERJSVlcWrr74a3bp1iyVLlsTKlStTTgcAfNVNN90UEZ//f/mBBx4Yxx13XAwdOjRatmwZEREDBw5MMR0AAACkI7HGeK9evZKaihr2n//8Z4PjmuJszKpVqzY4rikO9dNBBx0UEydOjG7dusVxxx0X5513Xjz55JMxceLEOOSQQ9KOBwB8xfXXX599vHLlyqioqIjf/va30bRp08jLy9MYBwAAoEFKbCn1L6xcuTLefPPNmDFjRpUP6p5f/epX2cdvvPFGlX1f3v7ycTRsRx99dPbxE088UWXfl7e/fBxQ9/3mN7+J448/PiIiLrnkkhg8eHB8/PHH8eMf/zh+//vfp5wOAPiq2bNnx+zZs+Ppp5+Otm3bxvHHHx8ffPBBzJ49O95999204wEAAEAqErtifMGCBXHaaafFo48+usH969atSyoKm2i33XbLPr7yyisjYsPLp3/5OBq2E044IXv/8Ntvvz1uv/32DS6ffsIJJ6QRD9hMrVu3zj7Oz8+Piy++OMU0AMCmmDFjRhxxxBHx8ccfx49+9KPIy8tLOxIAAACkKrErxs8///xYsmRJPP/881FUVBSPPfZY3HXXXbHzzjvHQw89lFQMqmncuHFVtr/aFP/qfvjqOfHVprhzBuqfRo0axSeffJJ2DABgEz3xxBPRq1evuOiii+I///lPPPLII7HHHnvEv/71r7SjAQAAQGoSa4w/+eSTcd1118U+++wT+fn50alTp+jbt29cc801MXLkyKRisBnGjRu33nLpv/rVrzQ42ahx48att1z60Ucf7ZyBeiqTyaQdAQCohi9udzJw4MDYe++944UXXogzzjgjjjzyyPj5z3+edjwAAABIRWJLqa9YsSJKS0sjIqJVq1axYMGC2GWXXaJbt27x0ksvJRWDzbTbbrtpalItJ5xwgiXTIYdYfhUA6o9HH3009t9//+x2fn5+DBkyJI499tjo169fismA2jBgwID49NNPs9tt2rSJm2++OcVEAABQNyV2xXiXLl1i5syZERGx5557xq233hpz586NW265Jdq1a5dUDABgM2y77bbRqFGjDX7UpLlz50bfvn2jTZs2UVRUFN26dYsXX3yxRucAgFz35ab4l22//fbx97//vcbnU78hPSeeeGKVpnhExKeffhonnnhiSokAAKDuSuyK8fPOOy8++uijiIgYNmxYfP/7348//elPUVBQEHfeeWdSMQCAzXD//fdH69ata3WOxYsXR8+ePePggw+ORx99NNq2bRuzZs2KVq1a1eq8AJCLlixZEr///e/jjTfeiIjPVwE744wzokWLFjU6j/oN6fmm5veJJ55o9T8AAPiSxBrjffv2zT7+9re/He+//368+eab0bFjxygpKUkqBgBQTXl5edGzZ8/sLVFqy9VXXx0dOnSIO+64IzvWuXPnWp0TAHLRiy++GIcffngUFRXFd77znYiIuP7662PEiBHx+OOPx957711jc6nfkI4BAwZkH3/rW9+KSy+9NLt9xRVXxJtvvpk9zrLqAADwucQa41+WyWSiqKioRl+MAwC1I5PJJDLPQw89FIcffngcd9xxMXny5CgrK4t+/frFWWedtcHjKyoqoqKiIru9bNmyLZp/7dLlW/T5pMfPDqCqQYMGxTHHHBNjx46Nxo0/f9m/du3aOPPMM+P888+Pp59+usbmqm79jqj5Gp6UioqKmDdvXtoxal379u2jsLAw7Rh8gy8vn/7lpvgX219cTf7VZdYBAKAhS7Qx/vvf/z6uv/76mDVrVkRE7LzzznH++efHmWeemWQMAKAannrqqVpfRj0i4t13340xY8bE4MGD47//+7/jhRdeiIEDB0ZBQUGceuqp6x0/cuTIuPzyy2ts/iXPvlJjzwUAaXrxxRerNMUjIho3bhwXXnhh7LPPPjU6V3Xrd0TN1/CkzJs3Ly655JK0Y9S64cOHu+ofAADISYk1xi+99NK47rrrYsCAAdGjR4+IiPj3v/8dgwYNijlz5sQVV1yRVBQAoBq6d+8eK1eu3Oj+5s2b18g8lZWVsc8++8SIESOy87766qtxyy23bPAP60OHDo3Bgwdnt5ctWxYdOnTY7Plb9uwWjVs02+zPJz1rly73xgaAL2nevHnMmTMnvvWtb1UZ/+CDD6K4uLhG56pu/Y6o+RqelPbt28fw4cMTm2/u3LkxevTo6NevX5SVlSU2b/v27RObCwAAIEmJNcbHjBkTY8eOjRNOOCE7dswxx8Qee+wRAwYM0BgHgDqqVatWGxzPZDKRl5cX69atq5F52rVrF7vttluVsV133TX+8pe/bPD4wsLCGl3ms3GLZtGkTYsaez4ASMtPf/rTOOOMM+Laa6+N/fffPyIinn322fjlL39Z5TV5Tahu/Y6o+RqelMLCwlSupC4rK3MFN+tp06ZNdpn0K664Yr17jH/5OAAA4HOJNcbXrFmzwSXbvv3tb8fatWuTigEAVFPnzp3jk08+iYsvvjh69uxZa/P07NkzZs6cWWXsrbfeik6dOtXanACQi6699trIy8uLU045Jft6u0mTJnHOOefEVVddVaNzqd+Qjptvvjl7H/E333wz+3hDxwEAAJ/LT2qik08+OcaMGbPe+G233RYnnXRSUjEAgGp644034rLLLotRo0bFb37zm+jYsWP06tUr+1FTBg0aFFOmTIkRI0bE22+/HePGjYvbbrst+vfvX2NzAEBDUFBQEDfeeGMsXrw4pk2bFtOmTYtFixbF9ddfX+NXaqvfkJ5x48Zt0X4AAGhoEmuMR0T8/ve/j65du8aZZ54ZZ555ZnTr1i3Gjh0b+fn5MXjw4OwHAFB3NGnSJAYPHhyzZs2KsrKy2GOPPeKCCy6IJUuW1Og8++67b0yYMCHuueee6Nq1a1x55ZVxww03eAMdAGympk2bRrdu3aJr164xf/78qKioqPE51G9I17hx49ZbLr1Nmzaa4gAAsAGJLaX+6quvxt577x0REe+8805ERJSUlERJSUm8+uqr2ePy8vKSigQAVEPr1q3jhhtuiHPPPTcuuuii2GmnneJXv/pVnH/++TU2x1FHHRVHHXVUjT0fADREU6dOjXPPPTdatmwZv/nNb+K4446LadOmRfPmzePBBx+s0RVfItRvSJvl0gEAYNMk1hh/6qmnkpoKAKhB3bt3X++Na5lMJioqKuKCCy6o0cY4ALDlBg4cGMXFxdG8efM49NBD48ADD4w//OEPcfPNN8dFF10UU6ZMSTsiAAAAJC6xxvgX3n777XjnnXfioIMOiqKioshkMq4SB4A6rE+fPmlHAACqYfr06TF16tTo1KlTNGvWLIYMGRK77757XHjhhbHHHnukHQ8AAABSkVhj/NNPP42f/OQn8dRTT0VeXl7MmjUrdthhhzjjjDOiVatWMWrUqKSiAADVMGzYsLQjAADVsHLlymjdunVstdVWUVRUFFtvvXVERGy99dbx2WefpZwOAAAA0pFYY3zQoEHRpEmTmDNnTuy6667Z8Z/+9KcxePBgjXEAAACoIWPHjo1mzZrF2rVr484774ySkpIoLy9POxYAAACkJrHG+OOPPx7/+Mc/YrvttqsyvvPOO8f777+fVAwAoJpat279tfsXLVqUUBIAYFN07Ngxxo4dGxER2267bfzhD38dCxfeAAA/CklEQVSosg8AAAAaosQa4ytWrIimTZuuN75o0aIoLCxMKgYAUE1LliyJG264IVq0aJF2FABgE7z33ntpRwAAAIA6J7HG+IEHHhh33313XHnllRERkZeXF5WVlXHNNdfEwQcfnFQMAGAzHH/88VFaWpp2DACgGlavXh2zZ8+OHXfcMRo3TuzlPwAAANRJib0yvuaaa+KQQw6JF198MVavXh0XXnhhvPbaa7Fo0aJ49tlnk4oBAAAAOW3lypUxYMCAuOuuuyIi4q233ooddtghBgwYEGVlZXHxxRennBAAAACSl5/URF27do233norDjjggPjBD34QK1asiB/96Efx8ssvx4477phUDACgmvLy8iIvLy/tGADAJho6dGhMnz49Jk2aFFtttVV2vHfv3jF+/PgUkwEAAEB6ErtifM6cOdGhQ4e45JJLkpoSAKgBmUwmfvazn0VhYeEG9//1r39NOBEA8HUeeOCBGD9+fOy3335V3ty2++67xzvvvJNiMgAAAEhPYleMd+7cORYsWJDUdDF37tzo27dvtGnTJoqKiqJbt27x4osvJjY/AOSKU089NUpLS6NFixYb/AAA6pYFCxZEaWnpeuMrVqywCgwAAAANVmJXjGcymaSmisWLF0fPnj3j4IMPjkcffTTatm0bs2bNilatWiWWAQByxR133LFJxz377LOxzz77bPTKcgAgGfvss0888sgjMWDAgIiIbDP8d7/7XfTo0SPNaAAAAJCaxBrjEREffvhhrFq1aoP7OnbsWGPzXH311dGhQ4cqf8jv3LlzjT0/ALC+I444IqZNmxY77LBD2lEAoEEbMWJEHHHEEfH666/H2rVr48Ybb4zXX389nnvuuZg8eXLa8QAAACAViTbG99133/XGMplM5OXlxbp162psnoceeigOP/zwOO6442Ly5MlRVlYW/fr1i7POOmuDx1dUVERFRUV2e9myZTWWpTZVVFTEvHnz0o6RiPbt27sCsQY0lHPG+QLpSHJ1GABg4w444ICYNm1aXHXVVdGtW7d4/PHHY++9945///vf0a1bt7TjAQAAQCoSbYw///zz0bZt21qf5913340xY8bE4MGD47//+7/jhRdeiIEDB0ZBQUGceuqp6x0/cuTIuPzyy2s9V02bN29eXHLJJWnHSMTw4cNd9V8DGso543wBAKCh23HHHWPs2LFpxwAAAIA6I7HGeF5eXnTs2DFKS0trfa7KysrYZ599YsSIERER0b1793j11Vfjlltu2WBjfOjQoTF48ODs9rJly6JDhw61nnNLtW/fPoYPH57YfHPnzo3Ro0dHv379oqysLLF5Iz7/WtlyDeWccb4AANDQrVu3LiZMmBBvvPFGRETstttu8YMf/CAaN070/fEAAABQZyT2ijjJ5VXbtWsXu+22W5WxXXfdNf7yl79s8PjCwsJ6uexyYWFhKlfFlpWVuRq3nnLOAABA7nvttdfimGOOifnz50eXLl0iIuLqq6+Otm3bxsMPPxxdu3ZNOSEAAAAkLz+piWbPnr1Jy6j369cvFi5cuEVz9ezZM2bOnFll7K233opOnTpt0fMCABuXl5eXdgQAICLOPPPM2H333ePDDz+Ml156KV566aX44IMPYo899oif//znaccDAACAVCTWGO/UqdMm/cH8j3/8YyxbtmyL5ho0aFBMmTIlRowYEW+//XaMGzcubrvttujfv/8WPS8AsHFJrg4DAGzctGnTYuTIkdGqVavsWKtWrWL48OHx8ssvp5gMAAAA0lPnbi5WE39U33fffWPChAkxdOjQuOKKK6Jz585xww03xEknnVQDCQGgYVqwYEF2RZYuXbqstxJMeXl5GrEAgK/YZZdd4uOPP47dd9+9yvgnn3wSO+20U0qpAAAAIF11rjFeU4466qg46qij0o4BAPXeihUrYsCAAfGHP/wh1q1bFxERjRo1ilNOOSVuvvnmaNq0acoJAYAvGzlyZAwcODAuu+yy2G+//SIiYsqUKXHFFVfE1VdfXWWVtubNm6cVEwAAABKVs41xAKBmDB48OCZPnhwPPfRQ9OzZMyIinnnmmRg4cGBccMEFMWbMmJQTAgBf9sWbxH/yk59kb2n2xepsRx99dHY7Ly8v+6Y3AAAAyHUa4wDA1/rLX/4S999/f3z3u9/Njh155JFRVFQUP/nJTzTGAaCOeeqpp9KOAAAAAHWOxjgA8LVWrlwZ22yzzXrjpaWlsXLlyhQSAQBfp3PnztGhQ4fs1eIAAABARH7aAb6qb9++7nEGAHVIjx49YtiwYbFq1ars2GeffRaXX3559OjRI8VkAMCGdO7cORYsWJB2DAAAAKhTErti/Omnn/7a/QcddFBEhOVYAaCOufHGG+Pwww+P7bbbLvbcc8+IiJg+fXpstdVW8Y9//CPldADAV31xP3EAAADg/yTWGP/yfUm/Ki8vL9atW5dUFACgGrp27RqzZs2KP/3pT/Hmm29GRMQJJ5wQJ510UhQVFaWcDgDYkA8//LDKai9f1rFjx4TTAAAAQPoSa4wvXrw4qakAgBrWtGnTOOuss9KOAQBson333Xe9sUwm443pAAAANFiJNcZbtGiRfVxeXh6XXHJJTJs2Lbp16xYjRoxIKgYAUE2rV6+OO+64I1q2bBk//elP4/rrr48JEybErrvuGldffXW0bNky7YgAwFc8//zz0bZt27RjAAAAQJ2RWGP8yy644IKYOHFiHHfccfHoo4/GgAED4u67704jCgDwDfr16xfjx4+PwsLCeOSRR+KZZ56JH//4x/Hwww/HwIED1XAAqGPy8vKiY8eOUVpamnYUAAAAqDNSaYw/8cQT8fvf/z6+973vxemnnx69evVKIwYAsAkefvjhmDBhQmy//faxyy67xMSJE+OQQw6JY489No455pi04wEAX5HJZNKOAAAAAHVOfhqTLly4MLbffvuIiOjcuXMsXLgwjRgAwCZYuHBhdOvWLXbaaado2rRpdO7cOSIitt9+ezUcAOqg2bNnb9Iy6v369VPLAQAAaDASa4wvW7Ys+xERsXz58li2bFksXbo0qQgAwGbIZDKxfPnyWLp0aeTn52dr+Bc1HQCoWzp16hR5eXnfeNwf//hH9RwAAIAGI7Gl1Fu2bJl9YZ7JZKJ79+7Zx5vygh0ASM8uu+wSEWo4fNnHK9ekHYHN4OcG/8eS61B7KioqYt68eWnHqHXt27ePwsLCtGPUmpXLF6cdgc3kZwcAbEhijfGnnnoqqakAgBqkhsOG/XGmP7YBABs2b968uOSSS9KOUeuGDx+evdVSLnpr+hNpRwAAoAYl1hjv1atXUlMBADWoc+fO0aFDB1eHw1f07dIqtmnaJO0YVNPHK9d4UwMAta59+/YxfPjwxOabO3dujB49Ovr16xdlZWWJzdu+ffvE5krDLnv2jqbNWqUdg82wcvlib2wAANaTWGP8jjvuiGbNmsVxxx1XZfy+++6LlStXxqmnnppUFACgGjp37hwfffRRlJaWph0F6pRtmjaJDs0K0o4BANRBhYWFqVxJXVZWltNXcCetabNW0axF27RjAABQQ/KTmmjkyJFRUlKy3nhpaWmMGDEiqRgAQDW5/ygAAAAAAPVdYleMz5kzZ4PvWO3UqVPMmTMnqRgAwGb48MMPY9WqVRvc17Fjx4TTAAA1oW/fvtG8efO0YwAAAEAiEmuMl5aWxowZM2L77bevMj59+vRo06ZNUjEAgM2w7777rjeWyWQiLy8v1q1bl0IiAGBTrFu3Lm688caYNm1adOvWLQYNGhSNG3/+p4AxY8aknA4AAACSk1hj/IQTToiBAwdGcXFxHHTQQRERMXny5DjvvPPi+OOPTyoGALAZnn/++Wjb1r31AKC+ufjii+N3v/tdHHrooXH99dfHnDlz4uabb047FgAAACQuscb4lVdeGe+9914ccsgh2XenV1ZWximnnOIe4wBQh+Xl5UXHjh2jtLQ07SgAQDU9+OCDcffdd8fRRx8dU6dOjWOOOUZjHAAAgAYpscZ4QUFBjB8/Pq688sqYPn16FBUVRbdu3aJTp05JRQAANkMmk0k7AgCwmT7++OPYbbfdIiJi9913j48//jjlRAAAAJCOxBrjX9hll11il112SXpaAGAzzZ492zLqAFBPZTKZyM/Pj4jPV4HxhjcAAAAaqsQa44MHD/7a/dddd11CSQDqr4ULF0Z5eXnaMWrF3Llzq/ybi4qLi6OkpCTtGNX25JNPRrNmzeK4446rMn7ffffFypUr49RTT00pGQCwIa1atYq8vLyIiFi+fHl079492xwHAACAhiqxxvjLL7+cffzMM8/Et7/97SgqKoqIyL5gB2DjFi5cGBcMGRJrVq9OO0qtGj16dNoRak2TgoIYde219a45PnLkyLj11lvXGy8tLY2f//znGuMAUMfccMMNaUcAAACAOiexxvhTTz2VfVxcXBzjxo2LHXbYIanpAeq98vLyWLN6deyyZ+9o2qxV2nGoppXLF8db05+I8vLyetcYnzNnTnTu3Hm98U6dOsWcOXNSSAQAfB1vWgMAAID1JX6PcQC2TNNmraJZC/d7JjmlpaUxY8aM2H777auMT58+Pdq0aZNOKABgo5YtW/a1+5s3b55QEgAAAKg7NMYBgK91wgknxMCBA6O4uDgOOuigiIiYPHlynHfeeXH88cennA4A+KqWLVtu8JZlmUwm8vLyYt26dSmkAgAAgHQl1hh/6KGHso8rKyvjn//8Z7z66qvZsWOOOSapKABANVx55ZXx3nvvxSGHHBKNG3/+vw6VlZVxyimnxIgRI1JOBwB81Re3MstkMnHkkUfG7373uygrK0s5FQAAAKQrscZ4nz59qmz/4he/yD72jnUAqLsKCgpi/PjxceWVV8b06dOjqKgounXrFp06dUo7GgCwAb169co+btSoUey3336xww47pJgIAAAA0pdYY7yysjKpqQCAWrD99ttHJpOJHXfcMXvlOAAAAAAA1Af5aQcAAOq2lStXxhlnnBFNmzaN3XffPebMmRMREQMGDIirrroq5XQAwDfZ0P3GAQAAoKFJ9HKvFStWxOTJk2POnDmxevXqKvsGDhyYZBQAYBMNHTo0pk+fHpMmTYrvf//72fHevXvHZZddFhdffHGK6QCAr+revXu2Gf7ZZ5/F0UcfHQUFBdn9L730UlrRAAAAIDWJNcZffvnlOPLII2PlypWxYsWKaN26dSxcuDCaNm0apaWlGuMAUEc98MADMX78+Nhvv/2qXHG2++67xzvvvJNiMgBgQ/r06ZN9/IMf/CC9IAAAAFCHJNYYHzRoUBx99NFxyy23RIsWLWLKlCnRpEmT6Nu3b5x33nlJxQAAqmnBggVRWlq63viKFSsszQoAddCwYcPSjgAAAAB1TmL3GJ82bVpccMEFkZ+fH40aNYqKioro0KFDXHPNNfHf//3fScUAAKppn332iUceeSS7/UUz/He/+1306NEjrVgAwNdYsmRJ/O53v4uhQ4fGokWLIuLzJdTnzp2bcjIAAABIR2JXjDdp0iTy8z/vw5eWlsacOXNi1113jRYtWsQHH3yQVAwAoJpGjBgRRxxxRLz++uuxdu3auPHGG+P111+P5557LiZPnpx2PADgK2bMmBG9e/eOFi1axHvvvRdnnXVWtG7dOv7617/GnDlz4u677047IgAAACQusSvGu3fvHi+88EJERPTq1SsuvfTS+NOf/hTnn39+dO3aNakYAEA1HXDAATFt2rRYu3ZtdOvWLR5//PEoLS2Nf//73/Htb3877XgAwFcMHjw4fvazn8WsWbNiq622yo4feeSR8fTTT6eYDAAAANKT2BXjI0aMiPLy8oiIGD58eJxyyilxzjnnxM477xy33357UjEAgM2w4447xtixY9OOAQBsghdeeCFuvfXW9cbLyspi/vz5KSQCAACA9CXWGN9nn32yj0tLS+Oxxx5LamoAYAssW7bsa/c3b948oSQAwKYoLCzcYP1+6623om3btikkAgAAgPQltpR6RMTatWvjiSeeiFtvvTV79fi8efNi+fLlScYAAKqhZcuW0apVq/U+vhgHAOqWY445Jq644opYs2ZNRETk5eXFnDlz4qKLLoof//jHKacDAACAdCR2xfj7778f3//+92POnDlRUVERhx56aBQXF8fVV18dFRUVccsttyQVBQCohqeeeir7OJPJxJFHHhm/+93voqysLMVUAMDGjBo1Ko499tgoLS2Nzz77LHr16hXz58+PHj16xPDhw9OOBwAAAKlIrDF+3nnnxT777BPTp0+PNm3aZMd/+MMfxllnnZVUDACgmnr16lVlu1GjRrHffvvFDjvskFIiAODrtGjRIiZOnBjPPPNMzJgxI5YvXx5777139O7dO+1oAAAAkJrEGuP/+te/4rnnnouCgoIq49tvv33MnTs3qRgAwBZYuXJlVFRUrFfPAYC654ADDogDDjgg7RgAAABQJyTWGK+srIx169atN/7hhx9GcXFxUjEAgGq66aabIiLis88+i4ceeig6duwY2223XcqpAICNWbx4cVxzzTXRsmXLGDx4cAwZMiQmTJgQu+66a4wdOzY6duyYdkQAAABIXGKN8cMOOyxuuOGGuO222yIiIi8vL5YvXx7Dhg2LI488MqkYAEA1XX/99RERUVRUFF27do077rgj5UQAwNc588wz4z//+U8UFRXFxIkTY8mSJXHRRRfFPffcEwMHDowHHngg7YgAAACQuMQa46NGjYrDDz88dtttt1i1alWceOKJMWvWrGjTpk3cc889ScUAAKpp9uzZaUcAAKph0qRJ8fe//z06deoU7du3j2eeeSb233//OPDAA+Pggw9OOx4AAACkIrHG+HbbbRfTp0+P8ePHx/Tp02P58uVxxhlnxEknnRRFRUVJxQAAAICctnjx4ujcuXOUlpbG1ltvHdtuu21ERGyzzTaxZMmSdMMBAABAShJrjI8cOTK22WabOP300+Okk07Kjt9+++2xYMGCuOiii5KKAgBU0/333x/33ntvzJkzJ1avXl1l30svvZRSKgBgY15//fWYP39+ZDKZePPNN2P58uWxcOHCtGMBAABAavKTmujWW2+Nb33rW+uN77777nHLLbckFQMAqKabbropTjvttNhmm23i5Zdfju985zvRpk2bePfdd+OII45IOx4AsAGHHHJI7LXXXrFy5co46qijonv37tG7d++0YwEAAEBqErtifP78+dGuXbv1xtu2bRsfffRRUjEAgGoaPXp03HbbbXHCCSfEnXfeGRdeeGHssMMOcemll8aiRYvSjgcAfMXs2bPTjgAAAAB1TmKN8Q4dOsSzzz4bnTt3rjL+7LPPRvv27ZOKAQBU05w5c2L//fePiIiioqIoLy+PiIiTTz459ttvv/jNb36TZjwA4Cs6deqUdgQAAACocxJbSv2ss86K888/P+644454//334/3334/bb789Bg0aFGeddVatzXvVVVdFXl5enH/++bU2BwDksm233TZ7ZXjHjh1jypQpEfH51WiZTKbW5lXDAWDzvfPOOzFgwIDo3bt39O7dOwYOHBjvvPNOrc+rfgMAAFBXJXbF+C9/+cv49NNPo1+/frF69eqIiNhqq63ioosuiqFDh9bKnC+88ELceuutsccee9TK8wNAQ/C9730vHnrooejevXucdtppMWjQoLj//vvjxRdfjB/+8Ie1MqcaDgCb7x//+Eccc8wxsddee0XPnj0j4vPV2nbfffd4+OGH49BDD62VedVvAAAA6rLEGuN5eXlx9dVXx69//et44403oqioKHbeeecoLCyslfmWL18eJ510UowdOzb+53/+52uPraioiIqKiuz2smXLaiUTANRHt912W1RWVkZERP/+/aNNmzbx3HPPxTHHHBNnn312jc+3qTVc/Qbqk5XLF6cdgc1UH392F198cQwaNCiuuuqq9cYvuuiiWmmMew1OfbBw4cLsbYFyzdy5c6v8m4uKi4ujpKQk0TnrYw3gc352AMCGJNYY/0KzZs1i3333rfV5+vfvH//1X/8VvXv3/sYX5SNHjozLL7+81jMBQH00Y8aM2GuvvbLbxx9/fBx//PGxaNGiOO200+KPf/xjjc63qTVc/Qbqk7emP5F2BBqQN954I+699971xk8//fS44YYbamVOr8Gp6xYuXBhDLrggVq9Zk3aUWjV69Oi0I9SagiZN4tpRoxJpjhcXF0eTggL1u55rUlAQxcXFaccAAOqQxBvjSfjzn/8cL730UrzwwgubdPzQoUNj8ODB2e1ly5ZFhw4daiseANQrBx98cPztb3/LLsUaEfHggw/G2WefHd26davRuapTw9VvoD7ZZc/e0bRZq7RjsBlWLl9c7xojbdu2jWnTpsXOO+9cZXzatGlRWlpa4/N5DU59UF5eHqvXrIm+XVrHNk1z8s9hOe3jlWvjjzMXRXl5eSKN8ZKSkhh17bU5u8JAxOerC4wePTr69esXZWVlacepFWmsMgAA1G0590rggw8+iPPOOy8mTpwYW2211SZ9TmFhYa0t6Q4A9d3//u//xpFHHhn33ntvfOc734n+/fvHI488Etdcc0384he/qLF5qlvD1W+gPmnarFU0a9E27Rg0EGeddVb8/Oc/j3fffTf233//iPj8HuNXX311lYZ0TfAanPpmm6aNo0OzgrRjUA+UlJQ0iKZqWVlZdO7cOe0YAACJyLnG+NSpU+OTTz6JvffeOzu2bt26ePrpp+M3v/lNVFRURKNGjVJMCAD1y5lnnhnNmzePH//4x9GsWbPYY4894pVXXomOHTvW6DxqOADUjF//+tdRXFwco0aNiqFDh0ZERPv27eOyyy6LgQMH1uhc6jcAAAD1Rc41xg855JB45ZVXqoyddtpp8a1vfSsuuugiL8gBYDP85Cc/ieLi4jj22GPj2GOPrfGmeIQaDgA1JS8vLwYNGhSDBg3KLgNcW/dYVb8BAACoL3KuMV5cXBxdu3atMrb11ltHmzZt1hsHAL7Zl5dc3WuvveKcc86J5557Llq3bh0REdddd12NzKOGA0DN+uSTT2LmzJkREfGtb30r2rat+eX81W8AAADqi5xrjAMANevll1/OPi4oKIiDDjoo3n///Xj//fcjLy8vxWQAwIaUl5dHv3794p577onKysqIiGjUqFH89Kc/jd/+9rfRokWLlBMCAABA8hpEY3zSpElpRwCAeuupp55KbW41HACq78wzz4yXX345HnnkkejRo0dERPz73/+O8847L37xi1/En//851qdX/0GAACgLmoQjXEAAABoKP72t7/FP/7xjzjggAOyY4cffniMHTs2vv/976eYDAAAANKTn3YAAAAAoOa0adNmg8ult2jRIlq1apVCIgAAAEifxjgAAADkkF/96lcxePDgmD9/fnZs/vz58ctf/jJ+/etfp5gMAAAA0mMpdQAAAMghY8aMibfffjs6duwYHTt2jIiIOXPmRGFhYSxYsCBuvfXW7LEvvfRSWjEBAAAgURrjAAAAkEP69OmTdgQAAACoczTGAQAAIIe8++67cfrpp0evXr3SjgIAAAB1hnuMAwAAQA5ZunRpHHroobHzzjvHiBEjYt68eWlHAgAAgNRpjAMAAEAOeeCBB2Lu3LlxzjnnxPjx46NTp05xxBFHxH333Rdr1qxJOx4AAACkQmMcAAAAckzbtm1j8ODBMX369Hj++edjp512ilNOOSXat28fgwYNilmzZqUdEQAAABKlMQ4AAAA56qOPPoqJEyfGxIkTo1GjRnHkkUfGK6+8Ervttltcf/31accDAACAxGiMAwAAQA5Zs2ZN/OUvf4mjjjoqOnXqFPfdd1+cf/75MW/evLjrrrviiSeeiHvvvTeuuOKKtKMCAABAYhqnHQAAAACoOe3atYvKyso44YQT4j//+U/stdde6x1z8MEHR8uWLRPPBgAAAGnRGAcAAIAccv3118dxxx0XW2211UaPadmyZcyePTvBVAAAAJAujXEAAADIISeffHLaEQAAAKDOcY9xAAAAAAAAAHKaxjgAAAAAAAAAOU1jHAAAAAAAAICcpjEOAAAAAAAAQE7TGAcAAAAAAAAgp2mMAwAAAAAAAJDTNMYBAAAAAAAAyGka4wAAAAAAAADkNI1xAAAAAAAAAHJa47QD5JqFCxdGeXl52jFqxdy5c6v8m6uKi4ujpKQksfmcM/Vb0ucLAAAAAAAA1acxXoMWLlwYFwwZEmtWr047Sq0aPXp02hFqVZOCghh17bWJNDsXLlwYQy64IFavWVPrc6Upl8+ZgiZN4tpRozTHAQAAAAAA6jCN8RpUXl4ea1avjpY994jGLbZOOw6bYe3SFbHk2RlRXl6eSKOzvLw8Vq9ZE327tI5tmvp1rG8+Xrk2/jhzUWLnCwAAAAAAAJtHJ64WNG6xdTRp0yLtGNQj2zRtHB2aFaQdAwAAAAAAAHJSftoBAAAAAAAAAKA2aYwDAAAAAAAAkNM0xgEAAAAAAADIaRrjAAAAAAAAAOQ0jXEAAAAAAAAAcprGOAAAAAAAAAA5rXHaAQAA6oK1S1ekHYHNlNbP7uOVa1OZly3j5wa5ZeHChVFeXp52jFoxd+7cKv/mouLi4igpKUl0ztcXrYqPV65JdE623Ker1qUdAQCAHKAxDgA0aMXFxdGkoCCWPDsj7ShsgSYFBVFcXJzIXMXFxVHQpEn8ceaiROaj5hU0aZLY+QLUnoULF8YFQ4bEmtWr045Sq0aPHp12hFrTpKAgRl17bSLN8eLi4sjPz49H319W63NRO/Lz89VvAAC2iMY4ANCglZSUxKhrr83Zq80iPr/SbPTo0dGvX78oKytLO06tSPKKs5KSkrh21KicPWecL0B9UV5eHmtWr46WPfeIxi22TjsO1bR26YpY8uyMKC8vT+S/ySUlJXH55ZfHRx99VOtzpWHBggVx3333xXHHHRdt27ZNO06taNeunfoNAMAW0RgHABq8kpKSBvFHtrKysujcuXPaMXJCQzhnnC9AfdG4xdbRpE2LtGNQD+y4446x4447ph2jVsyePTvuu+++2GuvvdRvAADYiPy0AwAAAAAAAABAbdIYBwAAAAAAACCnaYwDAAAAAAAAkNM0xgEAAAAAAADIaRrjAAAAAAAAAOQ0jXEAAAAAAAAAcprGOAAAAAAAAAA5TWMcAAAAAAAAgJymMQ4AAAAAAABATtMYBwAAAAAAACCnaYwDAAAAAAAAkNM0xgEAAAAAAADIaRrjAAAAAAAAAOQ0jXEAAAAAAAAAcprGOAAAAAAAAAA5LScb4yNHjox99903iouLo7S0NPr06RMzZ85MOxYAAAAAAAAAKcjJxvjkyZOjf//+MWXKlJg4cWKsWbMmDjvssFixYkXa0QAAAAAAAABIWOO0A9SGxx57rMr2nXfeGaWlpTF16tQ46KCD1ju+oqIiKioqstvLli3bovnXLl2+RZ9PetL62X28ck0q87Jl0vq5rVy+OJV52TJ+bgAAAAAAkJ6cbIx/1dKlSyMionXr1hvcP3LkyLj88strbL4lz75SY89Fw/DHmRpmbLq3pj+RdgQAAAAAAIB6Jecb45WVlXH++edHz549o2vXrhs8ZujQoTF48ODs9rJly6JDhw6bPWfLnt2icYtmm/35pGft0uWpvLGhb5dWsU3TJonPy5b5eOWaVN7UsMuevaNps1aJz8uWWbl8sTc1AAAAAABASnK+Md6/f/949dVX45lnntnoMYWFhVFYWFhjczZu0SyatGlRY89H7tumaZPo0Kwg7RjUE02btYpmLdqmHQMAAAAAAKDeyOnG+Lnnnht/+9vf4umnn47tttsu7TgAAAAAAAAApCAnG+OZTCYGDBgQEyZMiEmTJkXnzp3TjgQAAAAAAABASnKyMd6/f/8YN25cPPjgg1FcXBzz58+PiIgWLVpEUVFRyukAAAAAAAAASFJ+2gFqw5gxY2Lp0qXx3e9+N9q1a5f9GD9+fNrRAAAAAAAAAEhYTl4xnslk0o4AAAAAAAAAQB2Rk1eMAwAAAAAAAMAXNMYBAAAAAAAAyGka4wAAAAAAAADkNI1xAAAAAAAAAHKaxjgAAAAAAAAAOU1jHAAAAAAAAICcpjEOAAAAAAAAQE7TGAcAAAAAAAAgp2mMAwAAAAAAAJDTNMYBgDph5MiRse+++0ZxcXGUlpZGnz59YubMmWnHAgC+hvoNAABAfaExDgDUCZMnT47+/fvHlClTYuLEibFmzZo47LDDYsWKFWlHAwA2Qv0GAACgvmicdgAAgIiIxx57rMr2nXfeGaWlpTF16tQ46KCDUkoFAHwd9RsAAID6QmMcAKiTli5dGhERrVu33uD+ioqKqKioyG4vW7YskVwAm2Pl8sVpR2Az+dlVzzfV74iar+Frly7fos8nHbn+c6uoqIh58+YlNt/cuXOr/JuU9u3bR2FhYaJzAgDA5tIYBwDqnMrKyjj//POjZ8+e0bVr1w0eM3LkyLj88ssTTgZQPcXFxdGkoCDemv5E2lHYAk0KCqK4uDjtGHXeptTviJqv4UuefaXGngtqyrx58+KSSy5JfN7Ro0cnOt/w4cOjc+fOic4JAACbS2McAKhz+vfvH6+++mo888wzGz1m6NChMXjw4Oz2smXLokOHDknEA9hkJSUlMeraa6O8vDztKLVi7ty5MXr06OjXr1+UlZWlHafWFBcXR0lJSdox6rxNqd8RNV/DW/bsFo1bNNvszycda5cuz+k3NbRv3z6GDx+edoxa1759+7QjAADAJtMYBwDqlHPPPTf+9re/xdNPPx3bbbfdRo8rLCy0bCNQL5SUlOR8U7WsrMwVgw3cptbviJqv4Y1bNIsmbVrU2PNBTSgsLPTfRQAAqGM0xgGAOiGTycSAAQNiwoQJMWnSJH9IBIB6QP0GAACgvtAYBwDqhP79+8e4cePiwQcfjOLi4pg/f35ERLRo0SKKiopSTgcAbIj6DQAAQH2Rn3YAAICIiDFjxsTSpUvju9/9brRr1y77MX78+LSjAQAboX4DAABQX7hiHACoEzKZTNoRAIBqUr8BAACoL1wxDgAAAAAAAEBO0xgHAAAAAAAAIKdZSr0WrF26Iu0IbKa0fnYfr1ybyrxsmbR+biuXL05lXraMnxsAAAAAAKRHY7wGFRcXR5OCgljy7Iy0o7AFmhQURHFxcSJzFRcXR0GTJvHHmYsSmY+aV9CkSaLnS5OCgnhr+hOJzEfNS/K/LwAAAAAAwP/RGK9BJSUlMeraa6O8vDztKLVi7ty5MXr06OjXr1+UlZWlHafWFBcXR0lJSSJzlZSUxLWjRjln6rGkzxf/janfkjxfAAAAAACA/6MxXsNKSkpyvulRVlYWnTt3TjtGznDOUB3OFwAAAAAAgOrLTzsAAAAAAAAAANQmjXEAAAAAAAAAcprGOAAAAAAAAAA5TWMcAAAAAAAAgJymMQ4AAAAAAABATtMYBwAAAAAAACCnaYwDAAAAAAAAkNM0xgEAAAAAAADIaRrjAAAAAAAAAOQ0jXEAAAAAAAAAcprGOAAAAAAAAAA5TWMcAAAAAAAAgJymMQ4AAAAAAABATtMYBwAAAAAAACCnaYwDAAAAAAAAkNM0xgEAAAAAAADIaRrjAAAAAAAAAOQ0jXEAAAAAAAAAcprGOAAAAAAAAAA5TWMcAAAAAAAAgJymMQ4AAAAAAABATtMYBwAAAAAAACCnaYwDAAAAAAAAkNM0xgEAAAAAAADIaY3TDgAAAAAAbJ4TTzxxvbFx48alkAQAAOq2nL5i/Le//W1sv/32sdVWW8X/+3//L/7zn/+kHQkAAAAAasSGmuJfNw4AAA1ZzjbGx48fH4MHD45hw4bFSy+9FHvuuWccfvjh8cknn6QdDQAAAAC2yDc1vzXHAQCgqpxtjF933XVx1llnxWmnnRa77bZb3HLLLdG0adO4/fbb044GAAAAAJvtq03vcePGZT++7jgAAGjIcvIe46tXr46pU6fG0KFDs2P5+fnRu3fv+Pe//73e8RUVFVFRUZHdXrZsWSI5t1RFRUXMmzcvsfnmzp1b5d8ktW/fPgoLCxOfN9c0lHPG+VIznC9Qe/x+UR3OF6qjoZwvEc4Z/s/apSsSmSezbl2sW/5ZInOlqVGzoshr1KjW50nq59YQfLUZPm7cOA3xeqih1HD1GwBIU042xhcuXBjr1q2LbbbZpsr4NttsE2+++eZ6x48cOTIuv/zypOLVmHnz5sUll1yS+LyjR49OfM7hw4dH586dE5831zSUc8b5UjOcL1B7/H5RHc4XqqOhnC8RzhkiiouLo0lBQSx5dkbaUdhMTQoKori4OO0YUCc0lBqufgMAacrLZDKZtEPUtHnz5kVZWVk899xz0aNHj+z4hRdeGJMnT47nn3++yvEbumK8Q4cOsXTp0mjevHliuasr6XeSpsm7SWtGQzlnnC81w/lSNyxbtixatGhR52tSXVCfvld+v6gO5wvV0VDOl4i6f87Up7qUti35Xi1cuDDKy8trKVlVq1evjgULFiQyV5ratm0bBQUFicxVXFwcJSUlicyVa758RfhXrxjflP3UPQ2lhqvfAECacvKK8ZKSkmjUqFF8/PHHVcY//vjj2Hbbbdc7vrCwsE7/D9nGFBYWeocl1eKcoTqcL1B7/H5RHc4XqsP5QkNTUlKSaGO1S5cuic0Fm+rEE0+s0vy2jHr9pIYDANS+/LQD1IaCgoL49re/Hf/85z+zY5WVlfHPf/6zyhXkAAAAAFDffPUq8BNPPDH78XXHAQBAQ5aTjfGIiMGDB8fYsWPjrrvuijfeeCPOOeecWLFiRZx22mlpRwMAAACALfJNTW9NcQAAqConl1KPiPjpT38aCxYsiEsvvTTmz58fe+21Vzz22GOxzTbbpB0NAAAAALbYuHHjNrh0uqY4AACsL2cb4xER5557bpx77rlpxwAAAACAWqEJDgAAmyZnl1IHAAAAAAAAgAiNcQAAAAAAAABynMY4AAAAAAAAADlNYxwAAAAAAACAnKYxDgAAAAAAAEBO0xgHAAAAAAAAIKdpjAMAAAAAAACQ0zTGAQAAAAAAAMhpGuMAAAAAAAAA5DSNcQAAAAAAAABymsY4AAAAAAAAADmtcdoB6qJMJhMREcuWLUs5CQAN3Re16IvaxMap3wDUJWr4plPDAagr1G8AyG0a4xtQXl4eEREdOnRIOQkAfK68vDxatGiRdow6Tf0GoC5Sw7+ZGg5AXaN+A0Buyst4+9t6KisrY968eVFcXBx5eXlpx6kzli1bFh06dIgPPvggmjdvnnYc6gHnDNXhfNmwTCYT5eXl0b59+8jPdweUr6N+b5zfL6rD+UJ1OF82Tg3fdGr4hvn9ojqcL1SXc2bD1G8AyG2uGN+A/Pz82G677dKOUWc1b97c/zBTLc4ZqsP5sj7vUt806vc38/tFdThfqA7ny4ap4ZtGDf96fr+oDucL1eWcWZ/6DQC5y9veAAAAAAAAAMhpGuMAAAAAAAAA5DSNcTZZYWFhDBs2LAoLC9OOQj3hnKE6nC9Qe/x+UR3OF6rD+QK1x+8X1eF8obqcMwBAQ5SXyWQyaYcAAAAAAAAAgNriinEAAAAAAAAAcprGOAAAAAAAAAA5TWMcAAAAAAAAgJymMQ4AAAAAAABATtMYZ5M8/fTTcfTRR0f79u0jLy8vHnjggbQjUUeNHDky9t133yguLo7S0tLo06dPzJw5M+1Y1GFjxoyJPfbYI5o3bx7NmzePHj16xKOPPpp2LMgJ6jfVoYZTHeo31B71m+pQv6kO9RsAaOg0xtkkK1asiD333DN++9vfph2FOm7y5MnRv3//mDJlSkycODHWrFkThx12WKxYsSLtaNRR2223XVx11VUxderUePHFF+N73/te/OAHP4jXXnst7WhQ76nfVIcaTnWo31B71G+qQ/2mOtRvAKChy8tkMpm0Q1C/5OXlxYQJE6JPnz5pR6EeWLBgQZSWlsbkyZPjoIMOSjsO9UTr1q3jf//3f+OMM85IOwrkDPWb6lLDqS71G2qe+k11qd9Ul/oNADQkjdMOAOS2pUuXRsTnL7Tgm6xbty7uu+++WLFiRfTo0SPtOAANmhrOplK/AeoO9ZtNpX4DAA2RxjhQayorK+P888+Pnj17RteuXdOOQx32yiuvRI8ePWLVqlXRrFmzmDBhQuy2225pxwJosNRwNoX6DVC3qN9sCvUbAGjINMaBWtO/f/949dVX45lnnkk7CnVcly5dYtq0abF06dK4//7749RTT43Jkyd7cQ6QEjWcTaF+A9Qt6jebQv0GABoyjXGgVpx77rnxt7/9LZ5++unYbrvt0o5DHVdQUBA77bRTRER8+9vfjhdeeCFuvPHGuPXWW1NOBtDwqOFsKvUboO5Qv9lU6jcA0JBpjAM1KpPJxIABA2LChAkxadKk6Ny5c9qRqIcqKyujoqIi7RgADYoazpZSvwGSp36zpdRvAKAh0Rhnkyxfvjzefvvt7Pbs2bNj2rRp0bp16+jYsWOKyahr+vfvH+PGjYsHH3wwiouLY/78+RER0aJFiygqKko5HXXR0KFD44gjjoiOHTtGeXl5jBs3LiZNmhT/+Mc/0o4G9Z76TXWo4VSH+g21R/2mOtRvqkP9BgAaurxMJpNJOwR136RJk+Lggw9eb/zUU0+NO++8M/lA1Fl5eXkbHL/jjjviZz/7WbJhqBfOOOOM+Oc//xkfffRRtGjRIvbYY4+46KKL4tBDD007GtR76jfVoYZTHeo31B71m+pQv6kO9RsAaOg0xgEAAAAAAADIaflpBwAAAAAAAACA2qQxDgAAAAAAAEBO0xgHAAAAAAAAIKdpjAMAAAAAAACQ0zTGAQAAAAAAAMhpGuMAAAAAAAAA5DSNcQAAAAAAAABymsY4AAAAAAAAADlNYxxgI04++eQYMWJErc/z2GOPxV577RWVlZW1PhcA5Dr1GwDqH/UbAIAkaIwDbMD06dPj73//ewwcODA79te//jUOO+ywaNOmTeTl5cW0adM26bmOOeaY6NixY2y11VbRrl27OPnkk2PevHnZ/d///vejSZMm8ac//ammvwwAaFDUbwCof9RvAACSojEOsAE333xzHHfccdGsWbPs2IoVK+KAAw6Iq6++ulrPdfDBB8e9994bM2fOjL/85S/xzjvvxLHHHlvlmJ/97Gdx00031Uh2AGio1G8AqH/UbwAAkqIxDpvo7rvvjjZt2kRFRUWV8T59+sTJJ58cl112Wey1115x6623RocOHaJp06bxk5/8JJYuXZo9trKyMq644orYbrvtorCwMPbaa6947LHHsvvfe++9yMvLy360bt06fvSjH8Wnn36aPWbJkiVx5plnRtu2baN58+bxve99L6ZPn57d/0WOL5s0aVLk5eXFkiVLIiLizjvvjJYtW2729+K1116Lo446Kpo3bx7FxcVx4IEHxjvvvBOXXXZZlfxf/vjud78bEZ+/AO3Tp09cfvnl2a/h7LPPjtWrV1f5Po0cOTI6d+4cRUVFseeee8b999+/SRm+cPvtt8fuu+8ehYWF0a5duzj33HOz+6677rro1q1bbL311tGhQ4fo169fLF++PLt/3bp1cf/998fRRx9dZc6TTz45Lr300ujdu3e1vl+DBg2K/fbbLzp16hT7779/XHzxxTFlypRYs2ZN9pijjz46XnzxxSpfAwBbTv3+P+q3+g1QX6jf/0f9Vr8BAKg5GuOwiY477rhYt25dPPTQQ9mxTz75JB555JE4/fTTIyLi7bffjnvvvTcefvjheOyxx+Lll1+Ofv36ZY+/8cYbY9SoUXHttdfGjBkz4vDDD49jjjkmZs2aVWWuJ554Ij766KN45JFH4j//+U9cc801VXJ88skn8eijj8bUqVNj7733jkMOOSQWLVpUy9+Bz82dOzcOOuigKCwsjCeffDKmTp0ap59+eqxduzaGDBkSH330UXz00UdxwQUXRI8ePbLbf/3rX7PP8c9//jPeeOONmDRpUtxzzz3x17/+NS6//PLs/pEjR8bdd98dt9xyS7z22msxaNCg6Nu3b0yePPkbM0REjBkzJvr37x8///nP45VXXomHHnoodtppp+zz5+fnx0033RSvvfZa3HXXXfHkk0/GhRdemN0/Y8aMWLp0aeyzzz41/v1btGhR/OlPf4r9998/mjRpkh3v2LFjbLPNNvGvf/2rxucEaMjU78+p31tG/QZIlvr9OfV7y6jfAACsJwNssnPOOSdzxBFHZLdHjRqV2WGHHTKVlZWZYcOGZRo1apT58MMPs/sfffTRTH5+fuajjz7KZDKZTPv27TPDhw+v8pz77rtvpl+/fplMJpOZPXt2JiIyL7/8ciaTyWQ++uijzE477ZT9nH/961+Z5s2bZ1atWlXlOXbcccfMrbfemslkMplhw4Zl9txzzyr7n3rqqUxEZBYvXpzJZDKZO+64I9OiRYvN+h4MHTo007lz58zq1au/9rhhw4ZlevXqtd74qaeemmndunVmxYoV2bExY8ZkmjVrllm3bl1m1apVmaZNm2aee+65Kp93xhlnZE444YRNytC+ffvMJZdcsslf03333Zdp06ZNdnvChAmZRo0aZSorKzd4/Fd/TpviwgsvzDRt2jQTEZn99tsvs3DhwvWO6d69e+ayyy7b5OcEYNOo3+p3JqN+A9Q36rf6ncmo3wAA1CxXjEM1nHXWWfH444/H3LlzI+LzJdF+9rOfRV5eXkR8/q7jsrKy7PE9evSIysrKmDlzZixbtizmzZsXPXv2rPKcPXv2jDfeeKPK2P777x/NmjWLdu3aRYcOHeKCCy6IiIjp06fH8uXLo02bNtGsWbPsx+zZs6ssAfbKK69U2X/EEUes97UsXbo0mjVrFs2bN4+dd945hgwZUmVpsY2ZNm1aHHjggVXebV1de+65ZzRt2jS73aNHj1i+fHl88MEH8fbbb8fKlSvj0EMPrfI13H333dmv8esyfPLJJzFv3rw45JBDNjr/E088EYccckiUlZVFcXFxnHzyyfHpp5/GypUrIyLis88+i8LCwuzPdVOdffbZVTJ/2S9/+ct4+eWX4/HHH49GjRrFKaecEplMpsoxRUVF2QwA1Bz1W/3+Ouo3QN2kfqvfX0f9BgBgczROOwDUJ927d48999wz7r777jjssMPitddei0ceeaTG5xk/fnzsuuuuMX/+/DjvvPNiyJAhcfPNN8fy5cujXbt2MWnSpPU+58v3LOvSpUuVJeeef/756Nu3b5Xji4uL46WXXopMJhOvv/56nHrqqbHtttvGkCFDvjZbUVHRFn1t3+SLe4098sgjVf7IERFRWFj4jRm+Kd97770XRx11VJxzzjkxfPjwaN26dTzzzDNxxhlnxOrVq6Np06ZRUlISK1eujNWrV0dBQcEmZ7/iiis2+v0rKSmJkpKS2GWXXWLXXXeNDh06xJQpU6JHjx7ZYxYtWhRt27bd5PkA2DTqt/r9ddRvgLpJ/Va/v476DQDA5tAYh2o688wz44Ybboi5c+dG7969o0OHDtl9c+bMiXnz5kX79u0jImLKlCmRn58fXbp0iebNm0f79u3j2WefjV69emU/59lnn43vfOc7Vebo0KFD7LTTTrHTTjvFaaedFldddVXcfPPNsffee8f8+fOjcePGsf322280Y0FBQZV7en344YfrHZOfn589Zuedd45DDz00pk2b9o1f/x577BF33XVXrFmzZrPftT59+vT47LPPsi+ip0yZEs2aNYsOHTpE69ato7CwMObMmVPl+7SpGYqLi2P77bePf/7zn3HwwQev97lTp06NysrKGDVqVOTnf75oxr333lvlmL322isiIl5//fXs401RWloapaWl33hcZWVlRERUVFRkx1atWhXvvPNOdO/efZPnA2DTqd/q98ao3wB1l/qtfm+M+g0AwOawlDpU04knnhgffvhhjB07Nk4//fQq+7baaqs49dRTY/r06fGvf/0rBg4cGD/5yU9i2223jYjPl/O6+uqrY/z48TFz5sy4+OKLY9q0aXHeeedVeZ5PP/005s+fHzNmzIh77rknvvWtb0VERO/evaNHjx7Rp0+fePzxx+O9996L5557Li655JJ48cUXq/21rFq1Kj777LOYOnVqPPPMM9G1a9dv/Jxzzz03li1bFscff3y8+OKLMWvWrPjDH/4QM2fO3OR5V69eHWeccUa8/vrr8fe//z2GDRsW5557buTn50dxcXEMGTIkBg0aFHfddVe888478dJLL8XNN98cd9111yZluOyyy2LUqFFx0003xaxZs7KfHxGx0047xZo1a+Lmm2+Od999N/7whz/ELbfcUiVf27ZtY++9945nnnmmyviiRYti2rRp8frrr0dExMyZM2PatGkxf/78jX6tzz//fPzmN7+JadOmxfvvvx9PPvlknHDCCbHjjjtWebf6lClTorCwsMoYADVH/Va/1W+A+kf9Vr/VbwAAalSaNziH+urkk0/OtG7dOrNq1ars2LBhwzJ77rlnZvTo0Zn27dtnttpqq8yxxx6bWbRoUfaYdevWZS677LJMWVlZpkmTJpk999wz8+ijj2b3z549OxMR2Y+WLVtmjjrqqMzs2bOzxyxbtiwzYMCATPv27TNNmjTJdOjQIXPSSSdl5syZUyXHlz311FOZiMgsXrw4k8lkMnfccUd2jry8vMy2226bOeecczIVFRWb9PVPnz49c9hhh2WaNm2aKS4uzhx44IGZd955p8oxw4YNy/Tq1Wu9zz311FMzP/jBDzKXXnpppk2bNplmzZplzjrrrCrfy8rKyswNN9yQ6dKlS6ZJkyaZtm3bZg4//PDM5MmTNznDLbfckv38du3aZQYMGJDdd91112XatWuXKSoqyhx++OGZu+++u8r3J5PJZEaPHp3Zb7/9qmT/8vftyx/Dhg3b6PdqxowZmYMPPjjTunXrTGFhYWb77bfPnH322ZkPP/ywynE///nPM7/4xS82+jwAbDn1W/1WvwHqH/Vb/Va/AQCoKXmZTCZTu613yD2HHHJI7L777nHTTTdlxy677LJ44IEHNmk5tIbsZz/7WSxZsiQeeOCBtKN8rc8++yy6dOkS48ePr/V3kS9cuDC6dOkSL774YnTu3LlW5wJoyNTvzad+r0/9BkiG+r351O/1qd8AAA2be4xDNSxevDgmTZoUkyZNitGjR6cdh1pUVFQUd999dyxcuLDW53rvvfdi9OjRXpQD1BL1u+FQvwFyh/rdcKjfAAAkRWMcqqF79+6xePHiuPrqq6NLly5px6kVZ599dvzxj3/c4L6+ffuudz+wXPbd7343kXn22Wef2GeffRKZC6AhUr/V79qgfgPULvVb/a4N6jcAQMNmKXWgik8++SSWLVu2wX3NmzeP0tLShBMBAN9E/QaA+kf9BgCAZGmMAwAAAAAAAJDT8tMOAAAAAAAAAAC1SWMcAAAAAAAAgJymMQ4AAAAAAABATtMYBwAAAAAAACCnaYwDAAAAAAAAkNM0xgEAAAAAAADIaRrjAAAAAAAAAOS0/w/SdAKg4kWx2AAAAABJRU5ErkJggg=="/>
          <p:cNvSpPr>
            <a:spLocks noChangeArrowheads="1" noChangeAspect="1"/>
          </p:cNvSpPr>
          <p:nvPr/>
        </p:nvSpPr>
        <p:spPr bwMode="auto">
          <a:xfrm>
            <a:off x="2087379" y="250723"/>
            <a:ext cx="304799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1767275327" name="AutoShape 13" descr="data:image/png;base64,iVBORw0KGgoAAAANSUhEUgAAB8YAAAXRCAYAAADsS/daAAAAOnRFWHRTb2Z0d2FyZQBNYXRwbG90bGliIHZlcnNpb24zLjEwLjAsIGh0dHBzOi8vbWF0cGxvdGxpYi5vcmcvlHJYcgAAAAlwSFlzAAAPYQAAD2EBqD+naQABAABJREFUeJzs3Xl8TGf///H3jKwkYssiGkSFoNRWtVdRagu1fbVpbTfaKmJrVbW11HJrawktrS5oRVtbUdVWKWqnaq2msVaKhNBIbImY8/ujv5nbmCBRyWR5PR8PD5nrXHPOZ+ZcM9eZ8znnukyGYRgCAAAAAAAAAAAAACCPMjs7AAAAAAAAAAAAAAAAshKJcQAAAAAAAAAAAABAnkZiHAAAAAAAAAAAAACQp5EYBwAAAAAAAAAAAADkaSTGAQAAAAAAAAAAAAB5GolxAAAAAAAAAAAAAECeRmIcAAAAAAAAAAAAAJCnkRgHAAAAAAAAAAAAAORpJMYBAAAAAAAAAACAXOjy5cuKjY3V33//7exQgByPxDgAAAAAAAAAAACQSyxevFjNmjWTt7e3vLy8VLp0ab399tvODgvI8UiMI1eaN2+eTCaT7Z+Hh4cqVKigAQMGKD4+3tnhAQCQr9FPAwDuJ/oVZJVffvlFJpNJ8+bNc3YoAIB0cAwApO/VV19V165d5e3trY8++kg//vij1q5dq/79+zs7tDyP48fcz8XZAQD/xrhx4xQcHKxr165p8+bNmj17tlavXq2DBw+qYMGCzg4PAIB8jX4aAHA/0a8AAJA/cQwA/M/GjRs1efJkTZo0Sa+++qqzwwFyHRLjyNVatWql2rVrS5L69Omj4sWLa+rUqVqxYoWefvppJ0cHAED+Rj8NALif6FcAAMifOAYA/ufdd99V/fr1SYoD94ih1JGnNG3aVJJ0/PhxSdKFCxc0fPhwVa1aVV5eXipcuLBatWqlffv2OTz32rVrGjNmjCpUqCAPDw+VLFlSHTt21NGjRyVJJ06csBu659Z/TZo0sa1rw4YNMplM+uqrr/Taa68pICBAhQoVUlhYmGJjYx22vWPHDj355JPy8fFRwYIF9dhjj2nLli3pvsYmTZqku/0xY8Y41F2wYIFq1aolT09PFStWTN26dUt3+3d6bTezWCyaPn26qlSpIg8PD/n7++v555/X33//bVevbNmyatu2rcN2BgwY4LDO9GJ/5513HN5TSUpJSdHo0aNVvnx5ubu7KygoSK+88opSUlLs6iUkJCg6OlpXrlxxiOFWN7/WAgUKqFSpUurXr58SExPt6p09e1b/+c9/5O/vLw8PDz388MOaP3++XZ0//vhDTZs2VUBAgC2+F154QRcuXLDVyUzb2LRpk7p06aLSpUvb1jdkyBBdvXrV4XVER0era9eu8vX1laenpypWrKhRo0ZJksaMGXPHtmsymbRhw4a7vlcA8G/RT9ujn75zP23dT7f2UT179lTZsmXtyqwnBooXLy5PT0/VqlVLS5YsSXe9CxYsUJ06dVSwYEEVLVpUjRs31po1a2zLb/f+3C2uu0lMTNSQIUNUtmxZubu764EHHlD37t2VkJBgt9704vby8lLPnj1tjzPz2QHyMvoVe/Qrd//9l5CQoPbt28vT01N16tSxtZ2kpCS1a9dOnp6eatiwoa0d3Pwab/4elv6Z19NkMtn1SZn5TXhrP9KmTRuH96dJkyYO74t1/906fGd0dLQ6d+6sYsWKycPDQ7Vr19bKlSsd3oOM9kc3x3f69GmVLVtWtWvX1qVLlyRJqampevPNN1WrVi35+PioUKFCatSokdavX++wTevv6dKlS6tAgQK29ubl5eVQ904y+hs5vWOFBQsWyGw267///a+tzt1+J584cUJSxvf/rZ8tV1dXlS1bVi+//LJSU1Nt9axDQ//yyy9260xISEj3M7Jnzx61atVKhQsXlpeXl5o1a6bt27c7vD932rfW/Xqnf9btWs8hWNvEvUpvP0iO3wN//vmn+vfvr4oVK8rT01PFixdXly5dbO9/Rl+jdOfjqbvFhdyFYwB7HANk7hzwrf9u/U64fPmyhg0bpqCgILm7u6tixYp69913ZRhGhtZ382vKijayfft2PfTQQ+rWrZuKFSsmT09PPfLII1q+fHm6r/12fd6t+yMjxxKZ6cOs/cnNLl26pICAgHSPhTLz+bid9I6TkpOTVatWLQUHB+vMmTO28ozsZ+tru5fjR0n67rvv1KhRIxUqVEje3t5q06aNfvvtN7s66fVLsbGx8vT0tDsekTL3mZs7d66aNm0qPz8/ubu7q3Llypo9e/Yd37/0WPejn5+frl+/brfsiy++sLWnm48bypYtm26b69OnT6a3nxW4Yxx5ivXLp3jx4pKkY8eOafny5erSpYuCg4MVHx+vDz/8UI899pgOHTqkwMBASdKNGzfUtm1brVu3Tt26dVNERISSk5P1448/6uDBg3rwwQdt23j66afVunVru+2OHDky3XgmTJggk8mkESNG6OzZs5o+fbqaN2+uvXv3ytPTU5L0008/qVWrVqpVq5ZGjx4ts9ls+9LatGmT6tSp47DeBx54QJMmTZL0T2fy4osvprvtN954Q127dlWfPn107tw5zZw5U40bN9aePXtUpEgRh+f069dPjRo1kiQtW7ZMX3/9td3y559/XvPmzVOvXr00aNAgHT9+XO+995727NmjLVu2yNXVNd33ITMSExNtr+1mFotFYWFh2rx5s/r166dKlSrpwIEDmjZtmmJiYuw6/vfee09jx47V+vXrHQ6s0vPUU0+pY8eOSktL07Zt2zRnzhxdvXpVn3/+uSTp6tWratKkiY4cOaIBAwYoODhYixcvVs+ePZWYmKiIiAhJ/3SmDzzwgNq1a6fChQvr4MGDev/993Xq1Cl98803dtvMSNtYvHixrly5ohdffFHFixfXzp07NXPmTP31119avHixbV379+9Xo0aN5Orqqn79+qls2bI6evSovvnmG02YMEEdO3ZU+fLlbfWHDBmiSpUqqV+/fraySpUq3X3nAMC/RD9tv2366Yz10xkRGRmpsLAwhYeHKzU1VV9++aW6dOmiVatWqU2bNrZ6Y8eO1ZgxY1S/fn2NGzdObm5u2rFjh3766Se1aNHivsSSnkuXLqlRo0b6/fff1bt3b9WsWVMJCQlauXKl/vrrL5UoUSJT68voZwfI6+hX7LdNv3L3fiU8PFwbN27U8OHDVaBAAQ0ePFiSNH78eHXp0kWjR4/W22+/rXbt2ungwYMym9O/nyQtLc12IfLNMvOb8GY///yzVq9efcfY7+S3335TgwYNVKpUKb366qsqVKiQFi1apA4dOmjp0qV66qmnJN1bf3Tx4kW1atVKrq6uWr16tS2ZnZSUpI8//lhPP/20+vbtq+TkZH3yySdq2bKldu7cqerVq9vW0aNHD61du1YDBw7Uww8/rAIFCmjOnDn69ddfM/U6M/ob+VZr1qxR7969NWDAANvddc8//7yaN29uq/Pcc8/Zzg1Y+fr6pru+2+1/K+tnKyUlRT/88IPeffddeXh46K233srU65X+2beNGjVS4cKF9corr8jV1VUffvihmjRpoo0bN+rRRx+VdPd9W6lSJds5DkmaM2eOfv/9d02bNs1WVq1atUzHdz/s2rVLW7duVbdu3fTAAw/oxIkTmj17tpo0aaJDhw7Zhsm+38dTyN04BrDfNscAGftt+cQTT6h79+52ZVOmTLFL+BuGobCwMK1fv17/+c9/VL16df3www96+eWXderUKdv35s3fqZs2bdKcOXM0bdo023eRv7+/3XbuZxs5f/685syZIy8vLw0aNEi+vr5asGCBOnbsqKioqHRHUShRooTdd/5zzz1ntzyjxxL/1pQpUxQfH+9Qfi+fj4y4fv26OnXqpJMnT2rLli0qWbKkpIzvZ+nejx8///xz9ejRQy1bttTkyZN15coVzZ49Ww0bNtSePXvueJHWm2++qWvXrt3Ta7aaPXu2qlSporCwMLm4uOibb75R//79ZbFY9NJLL2V6fcnJyVq1apVdW5g7d648PDzSjbV69eoaNmyYXdnNOQqnMoBcaO7cuYYkY+3atca5c+eM2NhY48svvzSKFy9ueHp6Gn/99ZdhGIZx7do148aNG3bPPX78uOHu7m6MGzfOVvbpp58akoypU6c6bMtisdieJ8l45513HOpUqVLFeOyxx2yP169fb0gySpUqZSQlJdnKFy1aZEgyIiMjbesOCQkxWrZsaduOYRjGlStXjODgYOOJJ55w2Fb9+vWNhx56yPb43LlzhiRj9OjRtrITJ04YBQoUMCZMmGD33AMHDhguLi4O5YcPHzYkGfPnz7eVjR492rj5K2LTpk2GJCMqKsruud9//71DeZkyZYw2bdo4xP7SSy8Zt37t3Br7K6+8Yvj5+Rm1atWye08///xzw2w2G5s2bbJ7/gcffGBIMrZs2eIQ+/r16x1iuNWt2zeMf97jypUr2x5Pnz7dkGQsWLDAVpaammrUq1fP8PLystvHt+rfv7/h5eVle5zRtmEY/7SDW02aNMkwmUzGn3/+aStr3Lix4e3tbVdmGIZdm7pZmTJljB49etw2ZgD4t+in6aet/k0/vXHjRkOS8dNPP9mV9+jRwyhTpoxd2a19ZmpqqvHQQw8ZTZs2tZUdPnzYMJvNxlNPPeXQ7m7ev7d7f6ys7ScjxxlWb775piHJWLZsmcMy67at6128eLFDnUKFCtn13Rn97AB5Bf0K/YrVv+lXfv31V0OS8eGHH9rK3nvvPUOS8eKLL9rKfvjhB0OS8fXXX9u9xpu/h2fNmmW4u7sbjz/+uEOfdKvb/Sa8Od5HH33UaNWqlcP78/jjjxuNGze2W5+1bc6dO9dW1qxZM6Nq1arGtWvXbGUWi8WoX7++ERISYivLTH+0fv1649q1a0aTJk0MPz8/48iRI3b109LSjJSUFLuyv//+2/D39zd69+5tK7t69aphNpuN559/3q5ujx49jEKFCjnEcScZ/Y1887HCL7/8Ynh5eRldunRx+H64WXrnBqwyuv/T2zeGYRiBgYFG69atbY+t32m7du2yq5fe57tDhw6Gm5ubcfToUVvZ6dOnDW9vb7u2kZF9e7P0jqesrJ+pc+fOpbs8o3r16mWULl3aofzW15jeft22bZshyfjss89sZf/2eMrqTq8dOQ/HABwDWN2Pc8AvvfSSQ3mbNm3svhOWL19uSDLGjx9vV69z586GyWRy6A8N43/t9Pjx4w7LsqKNSDIkGRs2bLCrV6lSJSMgIMBITU21iyE8PNwIDg52eD9u3h8ZPZbITB92a9s6e/as4e3tbTvmse63e/l83M7NfbHFYjHCw8ONggULGjt27LCrl9H9fK/Hj8nJyUaRIkWMvn372q0/Li7O8PHxsSu/tV86ePCgYTabbe/Tze0qM5+59PrXli1bGuXKlXMovxPrfnz66aeNtm3b2sr//PNPw2w2G08//bTDccPdzqs4G0OpI1dr3ry5fH19FRQUpG7dusnLy0tff/21SpUqJUlyd3e3XaFz48YNnT9/Xl5eXqpYsaLdlclLly5ViRIlNHDgQIdt3DoERWZ0795d3t7etsedO3dWyZIlbVeC7927V4cPH9Yzzzyj8+fPKyEhQQkJCbp8+bKaNWumn3/+WRaLxW6d165dk4eHxx23u2zZMlksFnXt2tW2zoSEBAUEBCgkJMRhaDPrkF7u7u63XefixYvl4+OjJ554wm6dtWrVkpeXl8M6r1+/blcvISHhrlc5nTp1SjNnztQbb7zhMKTa4sWLValSJYWGhtqt0zp00s3bHzNmjAzDyPBdaFeuXFFCQoLi4uK0dOlS7du3T82aNbMtX716tQICAuyutnN1ddWgQYN06dIlbdy40W59Fy9eVHx8vNatW6dvv/1WjRs3dtjm3dqGJNvVgtI/dx4kJCSofv36MgxDe/bskSSdO3dOP//8s3r37q3SpUvbbePftF0AuB/op9NHP52xftrPz0+S9Ndff92xnmTfZ/7999+6ePGiGjVqZNeOli9fLovFojfffNPhDsBb25H1/Tl//rzS0tLuuv27Wbp0qR5++OF0r7K/ddvJyckO++ZWGf3sAHkN/Ur66Fcy1q+sW7dOkuzuCLbebXvzXUhPPPGEvLy8bPVvdeXKFY0bN04DBgxw+A1mlZHfhFbLli3Trl27bEN838zPz++u/eCFCxf0008/qWvXrnZ9yPnz59WyZUsdPnxYp06dkpS5/shisah79+7avn27Vq9ebXcXpSQVKFBAbm5utroXLlxQWlqaateubfd5u3z5siwWi+2uzn8jI7+Rb3bs2DG1adNG1atX1+eff37bEQAyIyP7/9KlS0pISNCpU6c0Z84cxcXF2Z1jsLp48aJd+755yH3pn++xNWvWqEOHDipXrpytvGTJknrmmWe0efNmJSUlScrcvs2oCxcu2L6j7oWfn5/Onj1rN4x8em7er9evX9f58+dVvnx5FSlSxOG7O7PHU7dOk4fci2OA9HEMkLlzwBmxevVqFShQQIMGDbIrHzZsmAzD0HfffXdP673fbeSRRx7RY489Znvs6emp/v37Ky4uzuE3YWpq6h33eWaOJazu1oel56233pKPj4/De3svn4+MePnllxUVFaVFixY53HGe0f18r8ePP/74oxITE/X000/bvU8FChTQo48+mu7UM1YjR45UzZo11aVLl3SXZ/Qzd3P/at1fjz32mI4dO6aLFy/edvu307t3b33//feKi4uTJM2fP1/16tVThQoVMr0uZ2ModeRq77//vipUqCAXFxf5+/urYsWKdj90LBaLIiMjNWvWLB0/flw3btywLbv5R9nRo0dVsWJFubjc349ESEiI3WOTyaTy5cvb5oU4fPiwpH+GFbudixcvqmjRorbHCQkJDuu91eHDh2UYxm3r3TrcjfWHwp3m9zp8+LAuXrxoO0l9q7Nnz9o9XrNmzW2HHbud0aNHKzAwUM8//7zDfFCHDx/W77//ftt13rr9zHjnnXf0zjvv2B4/+eSTmjx5su3xn3/+qZCQEIcf0dbhx//880+78pYtW2rHjh22dX311VcO27xb25CkkydP6s0339TKlSsd5vCxdl7Hjh2TJD300EMZeq0AkJ3op9NHP50x5cqVU0BAgN599109/PDDtuEPb51XTpJWrVql8ePHa+/evXbLbz65dfToUZnNZlWuXPmu2775/SlQoICqVaum//73v/c83PrRo0fVqVOnDNXt3bv3Xetk9LMD5DX0K+mjX8mY2NhYubm53XW4ZZPJpMDAwHTn/ZSkqVOn6tq1a3rttdc0dOjQdOtk5Deh9E/y5rXXXlN4eHi6w1jXr19fX331laZPn65u3brJxcXF4bfhkSNHZBiG3njjDb3xxhvpbufs2bMqVapUpvqjUaNGafv27TKZTLedu3X+/PmaMmWKoqOj7eacDA4Otv1dvHhxhYSE6OOPP9Zjjz2m6tWry2w2p9uf301GfiNbXb58WS1btlR8fLyKFy9+3y4cz8j+HzhwoF3SrVevXhoyZIhDvZuHck/PuXPndOXKFVWsWNFhWaVKlWSxWBQbG6sqVapkat9m1M3b9fPzU9++fTV27FgVKFAgQ8+vX7++Jk+erNdff12DBg26bYLv6tWrmjRpkubOnatTp07Zze1683691+MpLy8vtWvXTtOmTXMY2hi5B8cA6eMY4P77888/FRgYaJfElm5/Hjij7ncbCQ0NdVhujfHEiRO25K30z36/0z7PzLGE1d36sFsdP35cH374oWbPnu3QH9zL5+NuPvzwQ23fvl2SHI4ZpIzv53s9frS+JusFHbcqXLhwuuWbN2/WN998o3Xr1unkyZPp1snoZ27Lli0aPXq0tm3b5nAsd/HiRfn4+Nx1HTerXr26HnroIX322Wd6+eWXNW/ePL322mu3PWbOyUiMI1erU6eOateufdvlEydO1BtvvKHevXvrrbfeUrFixWQ2mzV48OB7usrofrPG8M4779jNv3Wzmzut1NRUnTlzRk888cRd12symfTdd9+l+4Pl1o7QepVPQEDAHdfp5+enqKiodJff+mX86KOPavz48XZl7733nlasWJHu83///XfNmzdPCxYsSHeeGovFoqpVq2rq1KnpPj8oKOi2sd/Nc889p+7du8tisejYsWN666231LZtW61du/aefjzPnDlTCQkJOnTokCZNmqQXXnhBCxYsyNQ6bty4oSeeeEIXLlzQiBEjFBoaqkKFCunUqVPq2bNnjmi/AHA39NO3Xy/99N25ubnpo48+0jPPPKOHH37YblmZMmVsf2/atElhYWFq3LixZs2apZIlS8rV1VVz587VwoULM71dyf79OX36tCZPnqynnnpKv/322z2tLzPefPNN23x/Vu3atbN7nNM/O0BWoV+5/XrpV+4us/M0Xr161aEsISFB77zzjkaOHKlixYrd9rkZ/U34ySef6MSJE/rhhx/SXU+/fv30ww8/aMiQIekmVqX/tavhw4erZcuW6da5l/kcd+zYoXnz5um9995Tv379tHfvXru7zRYsWKCePXuqQ4cOevnll+Xn56cCBQpo0qRJtrl/rb766iuFh4c7xFeoUKEMx5PZ38gJCQkqVKiQvvnmG3Xo0EGTJk3S6NGjM/0+3LrOjOz/l19+WS1atNCNGzf022+/ady4cTIMQ3PnzrWrZ030WSUlJd335Pa/sXTpUhUuXFhXrlzR119/rQkTJtjmOs+IsLAw9e7d2+FmhFsNHDhQc+fO1eDBg1WvXj35+PjIZDKpW7du9/zdbT2eun79unbv3q1x48YpMTHRbpQ+5C4cA9x+vRwD5A2ZaSM33wmcEXFxcXa/oW+37cwcS2S2Dxs1apRCQkLUo0cPbdq0Kd3tZ/TzkRHbt2/XhAkTtGvXLg0ZMkRPPvnkXZPb6bnX40fra/r888/T/bzd7uKcESNGqGXLlmratKnmzZuXbp2MfOaOHj2qZs2aKTQ0VFOnTlVQUJDc3Ny0evVqTZs27Z6/F3v37q1Zs2apTp06iouLU9euXTVlypR7WpczkRhHnrZkyRI9/vjj+uSTT+zKExMT7b4IH3zwQe3YsUPXr19Pt0O+V9Yrg6wMw9CRI0dsV4JbhyIrXLhwhq6y2rdvn65fv37HA0Hreg3DUHBwcIaGsjh06JBMJlO6VyHfvM61a9eqQYMGGep8S5Qo4fCali9fftv6I0eOVPXq1fV///d/t92+dYjz+z1EeLly5exi9fHx0TPPPKPt27erXr16KlOmjPbv3y+LxWJ3NWp0dLQkORxYPPLII5KkVq1ayc/PT927d9eoUaNsV5xJd28bBw4cUExMjObPn6/u3bvb6v34448OsUvSwYMH7/n1A4Cz0E/TT99N27ZtderUKe3fv9/2A/Odd97RH3/8YauzdOlSeXh46IcffrA7YX/ryecHH3xQFotFhw4duu2Pbatb35/y5curQYMG+vnnn287bOqdPPjggxnuq6tWreqwb249yZXRzw6Q39Cv0K/cScmSJZWamqrz58/fcXQNwzB05swZ1a9f32HZ+PHj5e3trYiIiDtuKyO/Ca9cuaKxY8eqf//+tz1Z7eHhoW+//VYxMTGKjY2VYRiKj4/Xs88+a6tj/U3o6up613aVmf5o7Nix6tGjh6pXr67atWtr/Pjxeuutt2zLlyxZonLlymnZsmV2+yi95HONGjX00UcfqVGjRho3bpzq1q2rd955R1u2bMlQLFLGfyNbFSxYUN9//71CQ0M1ZMgQTZw4UV27drXbB5mV0f1fuXJl275o2bKlUlJS9Nprr2nChAm2EXAkx0TfrdOn+Pr6qmDBgnbHPVbR0dEym822BFFm9m1GNW7c2PbdGRYWpi1btuj777/PcGJc+ufijzfffFNHjx61nYS/NdG3ZMkS9ejRw+7E+rVr1xyGQb/X46lWrVrp5MmTmj9//n2ZIgc5E8cAHAPcL2XKlNHatWuVnJxsdzfx7c4DZ9T9bCPBwcG37RskqWzZsray69ev68iRI3ryySdvu77MHEtY3a0Pu9mePXv05Zdfavny5elewJHZz0dG9O7dW6+99ppOnz6typUra8iQIfr8889tyzO6n+/1+NH6mvz8/DL8mpYvX65t27bddXq0jHzmvvnmG6WkpGjlypV25zDuNIR7RoSHh+vll19WRESEOnfu7HDHfW7BHOPI0woUKGA3BJP0zzwlt86J0alTJyUkJOi9995zWMetz8+Mzz77TMnJybbHS5Ys0ZkzZ9SqVStJUq1atfTggw/q3Xff1aVLlxyef+7cOYfYCxQooLZt295xux07dlSBAgU0duxYh/gNw9D58+dtj9PS0rR06VLVqVPnjldede3aVTdu3LD7IXzzOv7NvE3btm3TihUr9N///ve2Bzxdu3bVqVOn9NFHHzksu3r1qt2cVwkJCYqOjr7tcG93Yz3xbh3arXXr1oqLi7Mb/i4tLU0zZ86Ul5eX3Xwut7IeFNw6TNzd2ob1IOHm/WcYhiIjI+3W4+vrq8aNG+vTTz91GF7l37RdAMgO9NP00xnh7e2tBg0aqHnz5mrevLlKlixpt7xAgQIymUx2wyWeOHHC4Ydhhw4dZDabNW7cOIero+/Wjqz1Mzp06K06deqkffv26euvv3ZYdi9tOKOfHSC/oV+hX7kT6zzfN38XW4c737lzp61s3bp1Sk5OdpgX/MSJE5o9e7bGjBmTqTu1bvebMDIyUpcvX9aoUaPuuo4KFSqoWbNmat68uRo0aGC3zM/PT02aNNGHH36oM2fOODz35naVmf7IOnrJww8/rOHDh2vy5Ml2Scn0frPu2LFD27Ztc1h3UlKSnnvuOYWFhen1119Ptz+/m4z+Rrby9fW1DTM7btw4PfDAA+rbt+89f8bvdf9L/zvHcLe5tm9VoEABtWjRQitWrLCbdi0+Pl4LFy5Uw4YNbUOx3u9jjfTWYRjGPR0LlSlTRk2bNrUdy90qve/umTNn2h3bSf/uNVpvdHBGkg3Zg2MAjgHul9atW+vGjRsObWTatGkymUy2fZpZ97ONtG7dWjt37tTWrVttZdeuXdPs2bMVEBCgWrVq2cpXrFihq1ev3nZIbylzxxL34tVXX1WDBg0UFhaW7vLMfj4ywnocExgYqMmTJ2vBggVas2aNbXlG9/O9Hj+2bNlShQsX1sSJE+2mm7nda7JOr/PMM8/c9UL+jEjvuOnixYsONxBkVrFixdS+fXvt378/Q9PA5VTcMY48rW3btho3bpx69eql+vXr68CBA4qKirJdBWXVvXt3ffbZZxo6dKh27typRo0a6fLly1q7dq369++v9u3b39P2ixUrpoYNG6pXr16Kj4/X9OnTVb58efXt21eSZDab9fHHH6tVq1aqUqWKevXqpVKlSunUqVNav369ChcurG+++UaXL1/W+++/rxkzZqhChQrasGGDbRvWzmL//v3atm2b6tWrpwcffFDjx4/XyJEjdeLECXXo0EHe3t46fvy4vv76a/Xr10/Dhw/X2rVr9cYbb2j//v365ptv7vhaHnvsMT3//POaNGmS9u7dqxYtWsjV1VWHDx/W4sWLFRkZqc6dO9/T+7RmzRo98cQTd7x66rnnntOiRYv0wgsvaP369WrQoIFu3Lih6OhoLVq0SD/88IPtKrX33ntPY8eO1fr169WkSZO7bn///v1asGCBDMPQ0aNHNWPGDD3wwAO29fXr108ffvihevbsqd27d6ts2bJasmSJtmzZounTp9uujBo3bpxOnTqlhx56SO7u7vr11181d+5cVatWzWG+uLu1jdDQUD344IMaPny4Tp06pcKFC2vp0qXpzokyY8YMNWzYUDVr1lS/fv0UHBysEydO6Ntvv9XevXszsgsAwCnop+mnM9JP302bNm00depUPfnkk3rmmWd09uxZvf/++ypfvrz2799vq1e+fHmNGjVKb731lho1aqSOHTvK3d1du3btUmBgoCZNmmSre+7cOX3//feSpDNnzmjy5Mny8fHR448/rpiYmEzH+PLLL2vJkiXq0qWLevfurVq1aunChQtauXKlPvjgA4eh4u8mo58dIL+hX6FfuVO/8vjjj6tevXoaOHCg/vzzTxUoUEAff/yxpH9GH7Heffv2228rODhY3bp1s3v+xo0bValSJfXq1eu228jMb8I1a9ZowoQJd7z7KKPef/99NWzYUFWrVlXfvn1Vrlw5xcfHa9u2bfrrr7+0b98+SffeH40ePVpLly5V3759tWXLFpnNZrVt21bLli3TU089pTZt2uj48eP64IMPVLlyZYeT2i+99JKuXr1qe7/vRWZ+I9/K09NTc+bMUfPmzTV79mz1798/09vPyP632rZtm1xcXGxDqc+cOVM1atSwu4Mvo8aPH68ff/xRDRs2VP/+/eXi4qIPP/xQKSkpevvtt2317vexhiT99NNPdkOpHzlyRIMHD870eu6mbdu2+vzzz+Xj46PKlStr27ZtWrt2rcNnIzOvce/evfLy8lJaWpp2796tzz77TO3bt7/nixyR83EMwDHA/fhtKf0zjdXjjz+uUaNG6cSJE3r44Ye1Zs0arVixQoMHD7bdCZxZ96uNSNIrr7yiqKgotWrVSoMGDVKJEiW0YMECHTp0SFFRUXJxcdGVK1c0evRozZo1S/Xr11eLFi3uGF9GjyXuxZo1a+44SkxmXvu96NevnxYuXKgXXnhBBw8eVMGCBTO8n+/1+LFw4cKaPXu2nnvuOdWsWVPdunWTr6+vTp48qW+//VYNGjSwS8r/9ddftqHO74cWLVrIzc1N7dq10/PPP69Lly7po48+kp+fX7oXP2TGvHnz9P777+fu0eoMIBeaO3euIcnYtWvXHetdu3bNGDZsmFGyZEnD09PTaNCggbFt2zbjscceMx577DG7uleuXDFGjRplBAcHG66urkZAQIDRuXNn4+jRo4ZhGMbx48cNScY777zjsJ0qVarYrW/9+vWGJOOLL74wRo4cafj5+Rmenp5GmzZtjD///NPh+Xv27DE6duxoFC9e3HB3dzfKlCljdO3a1Vi3bp3dtu/2r0ePHnbrXbp0qdGwYUOjUKFCRqFChYzQ0FDjpZdeMv744w/DMAxj4MCBRuPGjY3vv//eIabRo0cb6X1FzJkzx6hVq5bh6elpeHt7G1WrVjVeeeUV4/Tp07Y6ZcqUMdq0aePw3JdeeslhnZIMk8lk7N692648vX2UmppqTJ482ahSpYrh7u5uFC1a1KhVq5YxduxY4+LFiw6xr1+/3iGGW938/plMJiMgIMDo2LGj8fvvv9vVi4+PN3r16mWUKFHCcHNzM6pWrWrMnTvXrs6SJUuMRx55xChcuLDh6elplC9f3hg2bJhx7tw5W53MtI1Dhw4ZzZs3N7y8vIwSJUoYffv2Nfbt22dIctj2wYMHjaeeesooUqSI4eHhYVSsWNF444030n3NZcqUcWgrAHA/0U/TT9+vfjo9PXr0MMqUKWNX9sknnxghISGGu7u7ERoaasydO/e279Gnn35q1KhRwxbjY489Zvz444+25WXKlLHbbyVKlDBatGhhbN++3TCM/7WfzMZ//vx5Y8CAAUapUqUMNzc344EHHjB69OhhJCQk2K138eLFDs8tVKiQXfvJzGcHyAvoV+hX7le/EhcXZ7Rp08bw8PAwHnnkEWPx4sWGJCMyMtJo27at4eHhYdStW9eIjo62e561b/j666/tym/tkzLzm7BkyZLG5cuXHd6f0aNH3/E1WNvHrb8Jjx49anTv3t0ICAgwXF1djVKlShlt27Y1lixZYlcvo/3Rre/nhg0bDJPJZERGRhqGYRgWi8WYOHGiUaZMGcPd3d2oUaOGsWrVKof35IsvvjBMJpNDu+vRo4dRqFChO77WW2X0N3J6xwqGYRi9evUyChcubPz1118Oy+703md0/9/62TWbzbb39+Zt3u477dy5c+nG8euvvxotW7Y0vLy8jIIFCxqPP/64sXXrVoc477Zv7xT7zayfKes/T09Po3Llysa0adPSrZ9Zt77Gv//+23a+xcvLy2jZsqURHR2d7rmLjLZf6z8XFxejTJkyxqBBg4y///77rq8dOQ/HABwD3M9zwC+99JJDeZs2bRy+E5KTk40hQ4YYgYGBhqurqxESEmK88847hsViSXfd1nZ6/Phxh2X3u41YHT161OjcubPh4+NjO65Zvny5bflff/1lBAUFGYMHD7Z7z25+P27tbzJyLJGZPsy6f9q3b5/ue3Lrfsvoa7+T2x0n/fHHH4aHh4cxZMgQW1lG9/O9Hj9aX2vLli1t++nBBx80evbsafzyyy+2Oj169DAkGREREXbPTa9dZeYzt3LlSqNatWqGh4eHUbZsWWPy5MnGp59+etu2ejvW/Xjz8ezdlt8uzpzCZBiMtQvcbxs2bNDjjz+uxYsX3/MVdDc7ceKEgoODdfz48dteYTxmzBidOHFC8+bN+9fbQ9a5320DAJB59NMAgPuJfiX3+uWXX/TII49o7ty56tmzp7PDAQDkMhwD4G44F5z3cPyY+zHHOAAAAAAAAAAAAAAgT2OOcSAX8PLyUnh4uLy8vG5bp1q1agoMDMzGqAAAgEQ/nZ9dvXpVFy9evGOdYsWKyc3NLZsiApAX0K8gv7lw4YJSU1Nvu7xAgQLy9fXNxohwJxz/AFmHYwAgfTdu3NC5c+fuWMfLy+uOnx3Yu3Tpki5dunTHOr6+vipQoEA2RZR9SIwDuUCJEiW0YMGCO9bp2LFjNkUDAABuRj+df3311Vfq1avXHeusX79eTZo0yZ6AAOQJ9CvIbzp27KiNGzfednmZMmV04sSJ7AsId8TxD5B1OAYA0hcbG6vg4OA71hk9erTGjBmTPQHlAe+++67Gjh17xzp3mtYhN2OOcQAAAAC4B2fOnNFvv/12xzq1atVS0aJFsykiAAByn927d+vvv/++7XJPT081aNAgGyPCnXD8AwDIbteuXdPmzZvvWKdcuXIqV65cNkWU+x07dkzHjh27Y52GDRvKw8MjmyLKPiTGAQAAAAAAAAAAAAB5mtnZAQAAAAAAAAAAAAAAkJWYYzwdFotFp0+flre3t0wmk7PDAQDkY4ZhKDk5WYGBgTKbuZ7tTui/AQA5CX14xtGHAwByCvrvjKP/BgDkFJnpv0mMp+P06dMKCgpydhgAANjExsbqgQcecHYYORr9NwAgJ6IPvzv6cABATkP/fXf03wCAnCYj/TeJ8XR4e3tL+ucNLFy4sJOjAQDkZ0lJSQoKCrL1Tbg9+m8AQE5CH55x9OEAgJyC/jvj6L8BADlFZvpvEuPpsA79UrhwYTp1AECOwLBkd0f/DQDIiejD744+HACQ09B/3x39NwAgp8lI/81EKQAAAAAAAAAAAACAPI3EOAAAAAAAAAAAAAAgTyMxDgAAAAAAAAAAAADI00iMAwAAAAAAAAAAAADyNBLjAAAAAAAAAAAAAIA8jcQ4AAAAAAAAAAAAACBPIzEOAAAAAAAAAAAAAMjTSIwDAAAAAAAAAAAAAPI0EuMAAAAAAAAAAAAAgDyNxDgAAAAAAAAAAAAAIE9zcXYAAAAAAHIGi8Wi6OhoJSYmqkiRIgoNDZXZzLW0AAAAeQnHfAAAIL8iMQ4AAABAO3fuVFRUlM6dO2cr8/X1VXh4uOrUqePEyAAAAHC/cMyXN5w6dUojRozQd999pytXrqh8+fKaO3euateuLUkyDEOjR4/WRx99pMTERDVo0ECzZ89WSEiIbR0XLlzQwIED9c0338hsNqtTp06KjIyUl5eXs14WAABZjksBAQAAgHxu586dioyMVFBQkMaOHatPP/1UY8eOVVBQkCIjI7Vz505nhwgAAIB/iWO+vOHvv/9WgwYN5Orqqu+++06HDh3SlClTVLRoUVudt99+WzNmzNAHH3ygHTt2qFChQmrZsqWuXbtmqxMeHq7ffvtNP/74o1atWqWff/5Z/fr1c8ZLAgAg25gMwzCcHUROk5SUJB8fH128eFGFCxd2djgAgHyMPinjeK+Ae2OxWDRkyBAFBQVp6NChdsNoWiwWTZ06VbGxsZo2bRpDbAKZQL+UcbxXAJD1OObLmNzQJ7366qvasmWLNm3alO5ywzAUGBioYcOGafjw4ZKkixcvyt/fX/PmzVO3bt30+++/q3Llytq1a5ftLvPvv/9erVu31l9//aXAwMC7xpEb3isAQP6QmT6JodRzsZSUFJ0+fdrZYWSLwMBAubu7OzuMXC+/tBnay/1BewGA/CE6Olrnzp3TgAEDHE6Cms1mhYWFacyYMYqOjlblypWdFCUAALidtLQ0rVmzRmfPnpWfn59atGghFxdO+cEex3x5x8qVK9WyZUt16dJFGzduVKlSpdS/f3/17dtXknT8+HHFxcWpefPmtuf4+Pjo0Ucf1bZt29StWzdt27ZNRYoUsSXFJal58+Yym83asWOHnnrqKYftpqSkKCUlxfY4KSkpC1/l/cP5LWQG7QWZRZvJfThKzsVOnz6tUaNGOTuMbDFhwgQFBwc7O4xcL7+0GdrL/UF7AYD8ITExUZIUFBSU7nJrubUeAADIORYuXKjVq1fLYrHYlbVu3VrPPPOMEyNDTsMxX95x7NgxzZ49W0OHDtVrr72mXbt2adCgQXJzc1OPHj0UFxcnSfL397d7nr+/v21ZXFyc/Pz87Ja7uLioWLFitjq3mjRpksaOHZsFryhrcX4LmUF7QWbRZnIfEuO5WGBgoCZMmJBt2zt16pRmzZql/v37q1SpUtm2XUkZGr4Hd5df2gzt5f6gvQBA/lCkSBFJUmxsrEJCQhyWx8bG2tUDkL/8/PPPeuedd7R7926dOXNGX3/9tTp06GBbbhiGRo8erY8++kiJiYlq0KCBZs+ene73CYD7a+HChVq1apV8fHzUpUsX1axZU7/++qsWL16sVatWSRLJcdhwzJd3WCwW1a5dWxMnTpQk1ahRQwcPHtQHH3ygHj16ZNl2R44cqaFDh9oeJyUl3fZCi5yE81vIDNoLMos2k/uQGM/F3N3dnXKFRqlSpfLMlSH5DW0GmUF7AYD8ITQ0VL6+vlqxYkW6802uXLlSvr6+Cg0NdWKUAJzl8uXLevjhh9W7d2917NjRYfnbb7+tGTNmaP78+QoODtYbb7yhli1b6tChQ/Lw8HBCxED+kJaWptWrV8vHx0czZ860DZ3etGlTNW7cWAMHDtTq1avVtWtXhlWHJI758pKSJUs6DHdfqVIlLV26VJIUEBAgSYqPj1fJkiVtdeLj41W9enVbnbNnz9qtIy0tTRcuXLA9/1bu7u65chhdzm8hM2gvyCzaTO5jvnsVAAAAAHmV2WxWeHi49uzZo6lTpyomJkZXr15VTEyMpk6dqj179ig8PNxhLkoA+UOrVq00fvz4dOcaNQxD06dP1+uvv6727durWrVq+uyzz3T69GktX778tutMSUlRUlKS3T8AmbNmzRpZLBZ16dJFZrNZhw4d0tatW3Xo0CGZzWZ17txZFotFa9ascXaoyCE45ss7GjRooD/++MOuLCYmRmXKlJEkBQcHKyAgQOvWrbMtT0pK0o4dO1SvXj1JUr169ZSYmKjdu3fb6vz000+yWCx69NFHs+FVAADgHFwyCgAAAORzderUUUREhKKiojRmzBhbua+vryIiIlSnTh3nBQcgxzp+/Lji4uLUvHlzW5mPj48effRRbdu2Td26dUv3ebl1jlIgJ7He6WkymTRkyBCdO3fOtszX11ft27e3qwdIHPPlFUOGDFH9+vU1ceJEde3aVTt37tScOXM0Z84cSf98LwwePFjjx49XSEiIbUSXwMBA23QolSpV0pNPPqm+ffvqgw8+0PXr1zVgwAB169YtTw2XCwDArUiMAwAAAFCdOnVUu3ZtRUdHKzExUUWKFFFoaCh3DQG4rbi4OEmSv7+/Xbm/v79tWXpy6xylQE7i5+cnSfroo49Us2ZNDRgwQEFBQYqNjdWKFSv08ccf29UDrDjmy/0eeeQRff311xo5cqTGjRun4OBgTZ8+XeHh4bY6r7zyii5fvqx+/fopMTFRDRs21Pfff283zUlUVJQGDBigZs2ayWw2q1OnTpoxY4YzXhIAANmGxDgAAAAASf8MsXnrfIUAcL/l1jlKgZykefPmWrBggVxcXDRo0CC5ublJkkJCQjRo0CD16dNHaWlpdiM6AFYc8+V+bdu2Vdu2bW+73GQyady4cRo3btxt6xQrVkwLFy7MivAAAMixSIwDAAAAAIBMCwgIkCTFx8erZMmStvL4+HhVr17dSVEB+cORI0ckSWlpaRo0aJAaNmwoPz8/nT17Vps3b1ZaWpqtHglQAAAA4B8kxgEAAPIwi8XCMIkAgCwRHBysgIAArVu3zpYIT0pK0o4dO/Tiiy86Nzggj0tMTJQkVa9eXXv37tXq1avtllvLrfUAAAAAkBgHAADIs3bu3KmoqCidO3fOVubr66vw8HDVqVPHiZEBAHKLS5cu2e5MlaTjx49r7969KlasmEqXLq3Bgwdr/PjxCgkJUXBwsN544w0FBgaqQ4cOzgsayAeKFCkiSdq3b5+qV68uf39/Xb9+Xa6uroqPj9fevXvt6gEAAAAgMQ4AAJAn7dy5U5GRkapRo4YGDBigoKAgxcbGasWKFYqMjFRERATJcQDAXf3yyy96/PHHbY+HDh0qSerRo4fmzZunV155RZcvX1a/fv2UmJiohg0b6vvvv5eHh4ezQgbyhQoVKshsNsvb21uDBw/WkSNHbCMElS9fXhEREUpOTlaFChWcHSoAAACQY5AYBwAAyGMsFouioqJUo0YNDR061DZ0ekhIiIYOHaqpU6cqKipKtWvXZlh1AMAdNWnSRIZh3Ha5yWTSuHHjNG7cuGyMCkBMTIwsFosuXryofv36KTU11bbMzc3N9jgmJoY5xgEAAID/jzOhAAAAeUx0dLTOnTun9u3bOyS+zWazwsLCdO7cOUVHRzspQgAAAPwbGZ07nDnGAQAAgP/hjnEAAIA8xnoCNCgoKN3l1nJOlAIAAOROhQsXliRVrFhRo0aNUkxMjG0o9QoVKmj8+PGKiYmx1QMAAADAHeMAAAB5TpEiRSRJsbGx6S63llvrAQCAnMVisejQoUPaunWrDh06JIvF4uyQAAAAACDX445xAACAPCY0NFS+vr5asWKF3Rzj0j8n2leuXClfX1+FhoY6MUoAAJCenTt3KioqSufOnbOV+fr6Kjw8XHXq1HFiZMhJkpKSJEl//PGH+vTpc9s5xq31AAAAAHDHOAAAQJ5jNpsVHh6uPXv2aOrUqYqJidHVq1cVExOjqVOnas+ePQoPD3eYfxwAADjXzp07FRkZqaCgII0dO1affvqpxo4dq6CgIEVGRmrnzp3ODhE5REZH/mGEIAAAAOB/uGMcAAAgD6pTp44iIiIUFRWlMWPG2Mp9fX0VERHBHWcAAOQwFotFUVFRqlGjht2ILyEhIRo6dKimTp2qqKgo1a5dm4vboAoVKshsNsvb21uRkZE6cuSIbY7x8uXLKyIiQsnJyapQoYKzQwUAAAByDBLjAAAAeVSdOnVUu3ZtRUdH206UhoaGcjIdAIAcKDo6WufOndOAAQMc+mqz2aywsDCNGTNG0dHRqly5spOiRE4RExMji8WipKQkzZgxQ2FhYapRo4ZiY2M1Y8YMXbx40VaP9gIAAAD8g8Q4AABAHmY2mzkZCgBALpCYmChJCgoKSne5tdxaD/mbtR30799fixYtchghqH///po1axbtBQAAALgJiXEAAAAAAAAns84FHRsbq5CQEIflsbGxdvWQv1nbgZ+fn6ZNm+YwQtCRI0fs6gEAAACQGEcTAAAAAADAyUJDQ+Xr66sVK1YoLS1Nhw4d0tatW3Xo0CGlpaVp5cqV8vX1VWhoqLNDRQ5wc3uRpMqVK6t+/fq2kYJoLwAAAIAj7hgHAAAAAABwMrPZrPDwcE2fPl19+vRRamqqbZmbm5tSU1M1ePBgh/nHkT9Z20tkZKSmTp2qsLAwBQUFKTY2VitXrtSePXsUERFBewEAAABuQmIcAAAAAAAAyGXq1KmjiIgIRUVFOcwxHhERoTp16jgvOAAAACAHIjEOAAAAAADgZBaLRVFRUapZs6YGDx6smJgY25zRFSpU0PTp0xUVFaXatWtzFzBs6tSpo9q1azvMMU4bAQAAABxxlAwAAAAAAOBk0dHROnfunNq3by8XFxe7OaNdXFwUFhamc+fOKTo62tmhAgAAAECuxB3jAAAAAAAATpaYmChJCgoKSne5tdxaD5CknTt3KioqSufOnbOV+fr6Kjw8nKHUAQAAgFtwxzgAAAAAAICTFSlSRJIUGxub7nJrubUesHPnTkVGRiooKEhjx47Vp59+qrFjxyooKEiRkZHauXOns0MEAAAAchQS4wAAAAAAAE4WGhoqX19frVixQhaLxW6ZxWLRypUr5evrq9DQUCdFiJzEOid9jRo1NHToUIWEhMjDw0MhISEaOnSoatSooaioKIe2BAAAAORnDKUOAAAAAADgZGazWeHh4YqMjNSUKVNUrVo1ubu7KyUlRfv379fevXsVEREhs5l7HPC/OekHDBggSTp06JASExNVpEgRhYaGKiwsTGPGjFF0dLQqV67s5GiR01gsFkVHR9u1Gb5bAABAfpArE+OnTp3SiBEj9N133+nKlSsqX7685s6dq9q1a0uSDMPQ6NGj9dFHHykxMVENGjTQ7NmzFRIS4uTIAQAAAAAA0lenTh21adNGq1ev1p49e2zlZrNZbdq0Yc5o2Fjnmj979qzee+89hznGu3TpYlcPsGJeegAAkJ/lusT433//rQYNGujxxx/Xd999J19fXx0+fFhFixa11Xn77bc1Y8YMzZ8/X8HBwXrjjTfUsmVLHTp0SB4eHk6MHgAAAAAAIH07d+7Ut99+q+rVq+vhhx+Wm5ubUlNTtW/fPn377bcqX748iStI+t9c87NmzVKNGjU0YMAABQUFKTY2VitWrNCsWbPs6gHS/+alT6/NREZGKiIigu8YAACQp+W6xPjkyZMVFBSkuXPn2sqCg4NtfxuGoenTp+v1119X+/btJUmfffaZ/P39tXz5cnXr1s1hnSkpKUpJSbE9TkpKysJXAAAAAAAAYO/WOaNvHta4efPmmjp1qqKiolS7dm2GPIYqVKggs9ksb29vDR48WC4u/5ziCwkJ0eDBgzVw4EAlJyerQoUKTo4UOcXtvmOs89LzHQMAAPKDXHeUs3LlStWuXVtdunSRn5+fatSooY8++si2/Pjx44qLi1Pz5s1tZT4+Pnr00Ue1bdu2dNc5adIk+fj42P4FBQVl+esAAAAAcpq0tDStXr1a8+bN0+rVq5WWlubskAAg37DOGd2+fXuHpJTZbFZYWJjOnTun6OhoJ0WInCQmJkYWi0UXL17U9OnTFRMTo6tXryomJkbTp0/XxYsXZbFYFBMT4+xQkUPwHQMAAJAL7xg/duyYZs+eraFDh+q1117Trl27NGjQILm5ualHjx6Ki4uTJPn7+9s9z9/f37bsViNHjtTQoUNtj5OSkkiOAwAAIF9ZuHChVq9eLYvFYlfWunVrPfPMM06MDADyB+tc0Lc7H2EtZ85oSP9rB/3799fixYs1ZswY2zJfX1/1799fs2bNor3Ahu8YAACAXJgYt1gsql27tiZOnChJqlGjhg4ePKgPPvhAPXr0uKd1uru7y93d/X6GCQAAAOQaCxcu1KpVq+Tj46MuXbqoZs2a+vXXX7V48WKtWrVKkkiOA0AWs84FHRsbq5CQEIflsbGxdvWQv1nbgb+/v6ZNm6bo6GglJiaqSJEiCg0N1ZEjR+zqAXzHAAAA5MKh1EuWLKnKlSvblVWqVEknT56UJAUEBEiS4uPj7erEx8fblgEAAAD4h3X4dB8fH82cOVNNmzZVkSJF1LRpU82cOVM+Pj4Mqw4A2SA0NFS+vr5asWKF3egd0j83CaxcuVK+vr4KDQ11UoTISW5uL6mpqdq+fbs2btyo7du3KzU1lfYCBze3mbS0NB06dEhbt27VoUOHlJaWRpsBAAD5Qq67Y7xBgwb6448/7MpiYmJUpkwZSVJwcLACAgK0bt06Va9eXdI/Q6Pv2LFDL774YnaHCwAA4FRpaWlas2aNzp49Kz8/P7Vo0UIuLrnuEBBZaM2aNbJYLOrSpYtD23BxcVHnzp31ySefaM2aNWrdurWTokRGpaSk6PTp084OI1sEBgYy8hfyFLPZrPDwcEVGRmrq1KkKCwtTUFCQYmNjtXLlSu3Zs0cREREOcwMjf7K2l+nTp6t379628gMHDmjt2rWSpMGDB9NeYHNzm+nTp49SU1Nty9zc3JSamkqbAQAAeV6uOys6ZMgQ1a9fXxMnTlTXrl21c+dOzZkzR3PmzJEkmUwmDR48WOPHj1dISIiCg4P1xhtvKDAwUB06dHBu8AAAANmIOaOREWfPnpUk1axZM93lNWrUsKuHnO306dMaNWqUs8PIFhMmTFBwcLCzwwDuqzp16igiIkJRUVEOc0ZHRESoTp06zgsOOc6mTZvuupw2AwAAAPxPrkuMP/LII/r66681cuRIjRs3TsHBwZo+fbrCw8NtdV555RVdvnxZ/fr1U2Jioho2bKjvv/9eHh4eTowcAAAg+zBnNDLKz89PkvTrr7+qadOmDsv37NljVw85W2BgoCZMmJBt2zt16pRmzZql/v37q1SpUtm2Xemf1wrkRXXq1FHt2rUd5ozmLk7cLDU1Vbt375aLi4vmzJmjY8eO2dpLuXLl1K9fP+3evVupqalyc3NzdrjIASwWi6KiolSzZk0NHjxYMTExtjZToUIFTZ8+XVFRUapduzbfNwAAIM/KdYlxSWrbtq3atm172+Umk0njxo3TuHHjsjEqAACAnOHWOaOtw2M3bdpUjRs31sCBA7V69Wp17dqVYdWhFi1aaOHChVq8eLEaN25s1ybS0tK0ZMkSmc1mtWjRwolRIqPc3d2dchd1qVKluHsbuI/MZrMqV67s7DCQgy1YsECS1Lp1a7m4uOjEiRO2qXMqVKigJ598UqtWrdKCBQvshlpH/hUdHa1z585pwIABcnFxcfiOCQsL05gxYxQdHc33DwAAyLM4EwoAAJDH3DxntNls1qFDh+zuOGPOaNzMxcVFrVu31qpVqzRw4EB17txZNWrU0J49e7RkyRJdvHhRbdu25SIKAABykPj4eElScnKyevbs6TB1TqNGjezqAYmJiZKkoKCgdJdby631AAAA8iLObgEAAOQx1rmgTSaThgwZonPnztmW+fr6qn379nb1AOuw+qtXr9Ynn3xiKzebzWrbti3D7gMAkMP4+/vrwIEDWr9+fbpT52zcuNFWD5CkIkWKSJJiY2MVEhLisDw2NtauHgAAQF5EYhwAACCPsc4F/dFHH6lmzZoaMGCAgoKCFBsbqxUrVujjjz+2qwdI/yTHu3btqjVr1tiGYm3RogV3igMAkAN169ZNa9eulSRNmTJFBQsWlPTP1Dl169ZVnz59bPUASQoNDZWvr69WrFihoUOH2s0jbrFYtHLlSvn6+io0NNSJUQIAAGQtznIBAADkMc2bN9eCBQvk4uKiQYMGyc3NTZIUEhKiQYMGqU+fPkpLS1Pz5s2dHClyGuuw6gAA57JYLIqOjrabCuXmJBawYcMG298vvPCCateurQcffFBHjx7VL7/8YlePvh3SPyMBhYeHKzIyUlOnTlVYWJjt4tmVK1dqz549ioiI4LsGAADkaSTGAQAA8pgjR45IktLS0hQREeEwZ3RaWpqtXuXKlZ0ZKgAAuMXOnTsVFRXlMBVKeHi46tSp48TIkJNYp8QpXbq0Tp48qe3bt2v79u225dZyps7BzerUqaOIiAhFRUVpzJgxtnJfX19FRETwHQMAAPI8EuMAAAB5TGJioiSpZcuW+vHHHx3mjG7ZsqV++OEHWz3AijsUAcC5du7cqcjISNWoUcNhKpTIyEgSV7CxTolz8uRJPfzww3Jzc9Ply5dVqFAhpaamat++fXb1AKs6deqodu3aHPMBAIB8icQ4AABAHlOkSBFJUv369RUeHu4wZ/SxY8f0ww8/2OoBEncoAoCzWSwWRUVFqUaNGnbz/4aEhGjo0KGaOnWqoqKiVLt2bRJYsJs6Z8iQIbapcyQpNTWVqXNwR2azmZGjAABAvkRiHAAAII8JDQ2Vr6+vVqxYoaFDh9rNK2mxWLRy5Ur5+voqNDTUiVEiJ+EORQBwvujoaJ07d04DBgzQtWvXNHnyZJ0/f17FixfXiBEjFBYWpjFjxig6OpqEFuymzhk0aJAaNGggf39/xcfHa8uWLUydgztilCAAAJBfkRgHAADIY8xms8LDwxUZGampU6cqLCzMluhcuXKl9uzZo4iICE5+QRJ3KAJATmGd4uS9996zG73jwoUL6tOnj3x9fe3qIX+ztoPq1atr7969+u677+yWW8tpL7gVowQBAID8jMQ4AABAHlSnTh1FRERo/vz5GjNmjK28WLFi3P0LOzffoWixWPT999/bDb3PHYoAkD2sU5xYk1XVqlVTx44dtWzZMu3fv99WzlQokP7XDvbu3avq1avL399f169fl6urq+Lj47V37167eoDEKEEAAADc8gEAALLFzz//rHbt2ikwMFAmk0nLly+3W24Yht58802VLFlSnp6eat68uQ4fPuycYPOIL774Qn///bdd2YULF/TFF184KSLkRNY7ybZu3aqePXtqwYIFWrNmjRYsWKCePXtq27ZtdvUAAFmjdOnStr8/+OADhYWFKSEhQWFhYfrggw/SrYf8q0KFCjKbzfLx8dHgwYP1yCOPqHLlynrkkUc0ePBg+fj4yGw2q0KFCs4OFTnEraMEhYSEyMPDwzZKUI0aNRQVFSWLxeLsUAEAALIMd4wDAIBscfnyZT388MPq3bu3Onbs6LD87bff1owZMzR//nwFBwfrjTfeUMuWLXXo0CF5eHg4IeLcbciQIYqPj5fkeMdZfHy8hgwZomnTpjk5SuQE1jvJfvjhB/n4+KhLly6qWbOmfv31Vy1evFg//PCDXT0AQNZ45513bH8PGjRIqamptsdubm529caOHZutsSHniYmJkcVi0cWLF9WvXz+H9mJ9HBMTw4gvkGQ/StCt0+OYzWZGCQIAAPkCiXEAAJAtWrVqpVatWqW7zDAMTZ8+Xa+//rrat28vSfrss8/k7++v5cuXq1u3btkZaq535coVW1L8448/VsGCBSVJr776qq5cuaI+ffooPj5eV65csS1D/lW+fHlJkouLiyIjI23Jl6ZNm6phw4bq06eP0tLSbPUAAFnj/Pnz97Ue8raMjuTCiC+wsraFoKCgdJdby2kzAAAgLyMxDgAAnO748eOKi4tT8+bNbWU+Pj569NFHtW3btnQT4ykpKUpJSbE9TkpKypZYc4PJkydL+udOcRcXF3366aeKj4+Xv7+/nn32WVWtWlUHDhzQ5MmTueMMWrt2rSQpLS1N06dPd5ijNC0tzVavdevWzgwVAPK04sWL68KFC/L29tb777+vmJgYJSYmqkiRIqpQoYJeeuklJScnq3jx4s4OFTlA4cKFJUkVK1bUqFGjHNrL+PHjFRMTY6sHWEf/iY2NVUhIiMPy2NhYu3oAAAB5EYlxAADgdHFxcZIkf39/u3J/f3/bsltNmjSJpO5tWO8ku3btmnr27GkrP3DggNauXWs7EcYdZ5Cks2fPSpKqVq2qvXv3Oiy3XkhhrQcAyBphYWGaMmWKkpOTde3aNbtl165dU3Jysq0ecLO0tDRt377ddiFkuXLlnB0ScqDQ0FD5+vpqxYoVGjRokNauXauzZ8/Kz89PzZs318qVK+Xr66vQ0FBnhwoAAJBlSIwDAIBcaeTIkRo6dKjtcVJS0m2HBcxvrHecxcTEyMXFRa1bt1aTJk20YcMGrV69WocPH7bVA/z8/CT9c+FE4cKF1bBhQ/n7+ys+Pl6bN2/WgQMH7OoBALLGzSPh9OvXL0P1kH9ZR0v6448/1Lt3b1u59ULIW+sBZrNZ4eHhmj59ut3Fs5K0YMECSdLgwYMd5h8HAADISzjSAQAAThcQECBJtnmxreLj423LbuXu7q7ChQvb/cM/hgwZYvt7xowZ6tatmwICAtStWzfNmDEj3XrIv5o2bSpJMplMmj59up599lk98cQTevbZZzV9+nSZTCa7egCArJHR4YsZ5hgS7QX35siRI5JkO76zsj62LgcAAMiruGMcAAA4XXBwsAICArRu3TpVr15d0j93t+zYsUMvvviic4PLhZYtW2b7u3///qpatao6dOig5cuX2+7+tda7+Q4j5E8//fSTJMkwDA0ZMkSdO3dWjRo1tGfPHi1ZskSGYdjqMcc4AGSdChUqyGw2y9vbW5MnT9aUKVN0/vx5FS9eXMOGDdOIESOUnJysChUqODtU5ADW4dJNJpM++ugjnThxwjbHeNmyZdW3b18ZhsGw6rBJS0vT6tWr5ePjo8jISB05csTWZsqXL6+IiAitXr1aXbt2lYsLp4wBAEDexB3jAAAgW1y6dEl79+61zWF8/Phx7d27VydPnpTJZNLgwYM1fvx4rVy5UgcOHFD37t0VGBioDh06ODXu3Mh6532JEiUk/TOk5ltvvWVLihcrVsyuHvI369zhzZs3V3Jysj755BMNGDBAn3zyiZKTk9WsWTO7egCArBETEyOLxaKkpCTNmjVLZrNZnp6eMpvNmjVrli5evCiLxaKYmBhnh4ocYOHChZL+ubDt/fff165du3To0CHt2rVL77//vu3CNms9YM2aNbJYLOrSpYvS0tL01VdfaeHChfrqq6+Ulpamzp07y2KxaM2aNc4OFXcxZswYmUwmu383zw1/7do1vfTSSypevLi8vLzUqVMnh99+J0+eVJs2bVSwYEH5+fnp5ZdfVlpaWna/FAAAsh2X/wEAgGzxyy+/6PHHH7c9ts4P3qNHD82bN0+vvPKKLl++rH79+ikxMVENGzbU999/Lw8PD2eFnGv5+/vrwIEDql+/vsLCwjR58mTbHWcjRozQ8uXLtWrVKvn7+zs7VOQA1rnDy5Ytq3nz5mnNmjU6e/as/Pz81KJFC23cuNGuHgAgayQmJkr658K2/fv3Oyz39fXVuXPnbPWQv1mTXFWqVNGePXsclleuXFmHDh3iQkjYWC9yXL58uT7++GNb+YULF9SnTx/bRbVcDJk7VKlSRWvXrrU9vvku/yFDhujbb7/V4sWL5ePjowEDBqhjx47asmWLJOnGjRtq06aNAgICtHXrVp05c0bdu3eXq6urJk6cmO2vBQCA7ERiHAAAZIsmTZrY7lxJj8lk0rhx4zRu3LhsjCpvevbZZ7V27VqtXr1aHTt21NixY23LUlNT9f3339vqAS1atNDChQu1ePFiNW7c2G649LS0NC1ZskRms1ktWrRwYpQAkPdZ54I+d+6cTCaTqlSpoipVqui3337Tb7/9pnPnztnVQ/5mvRDyt99+U+HChdWwYUP5+/srPj5emzdv1qFDh2z1AOl/FzkmJCRIkqpVq6aOHTtq2bJl2r9/v62ciyFzBxcXFwUEBDiUX7x4UZ988okWLlyopk2bSpLmzp2rSpUqafv27apbt67WrFmjQ4cOae3atfL391f16tX11ltvacSIERozZozc3Nyy++UAAJBtSIwDAADkMW5ubqpVq5Z2796t3r17KygoSG5ubkpNTVVsbKwsFotq1arFCY9cIiUlRadPn87SbTRo0ECbNm1S//791axZM4WGhio6Olrr1q3TpUuX1KhRI8XGxmZpDIGBgXJ3d8/SbQBATla2bFnb3zNnztSnn36qrVu3ytfXVzNnztSAAQMc6iH/6tatm+1u0bffflubN2/WqVOn5Ofnp7ffflsvvPCCrR4gSQ0bNtSCBQskSTNmzNDKlSu1dOlS+fv7a8aMGRo0aJCtHnK+w4cPKzAwUB4eHqpXr54mTZqk0qVLa/fu3bp+/bqaN29uqxsaGqrSpUtr27Ztqlu3rrZt26aqVavaXTjTsmVLvfjii/rtt99Uo0aNdLeZkpKilJQU2+OkpKSse4EAAGQREuMAAAB50LBhw/Tiiy/q4sWL+vPPP+2W+fj4aNiwYU6KDJl1+vRpjRo1Klu2denSJa1YsUIrVqywK9+0aZM2bdqUpdueMGGCgoODs3QbAJCTzZo1y/a3NQkuSbGxsfr111/t6g0fPjxbY0POs2HDBtvf1iS4lTX5aa1382gwyL+mTJli+9uaBJekAwcO2A3JPWXKFLsRp5DzPProo5o3b54qVqyoM2fOaOzYsWrUqJEOHjyouLg4ubm5OYwu4u/vr7i4OElSXFycw2gS1sfWOumZNGkSbQMAkOuRGAcAAMiDpkyZoosXL6pAgQIOd4xfvHhRU6ZMITmeSwQGBmrChAnZsq20tDStWbNGW7ZsUYMGDdSiRQu7+QqzUmBgYLZsBwByKutQ6ferHvK2jM4DzXzRsDp//vx9rQfnadWqle3vatWq6dFHH1WZMmW0aNEieXp6Ztl2R44cqaFDh9oeJyUlKSgoKMu2BwBAViAxDgAAkMekpqZq9+7dcnFx0ccff2w3ZHpqaqr69Omj3bt3KzU1leHUcwF3d/dsvZPaxcVFW7ZsUevWrbmDGwCyUfHixW3TVnz88cc6ceKEEhMTVaRIEZUtW1Z9+vSx1QOs7cDT01MzZ87Ul19+qfj4ePn7+6tbt24aMGCArl27RnuBTdGiRXXhwgVJ/3zHbNiwQWfPnpWfn5+aNGli+44pWrSoM8PEPShSpIgqVKigI0eO6IknnlBqaqqt/7CKj4+3zUkeEBCgnTt32q0jPj7etux23N3dmfoIAJDrmZ0dAAAAAO4v6/CZrVu3dkh8u7m56cknn7SrBwAAnM8wDNvfZrNZlStXVv369VW5cmWZzeZ06wGGYcjNzU29e/fWyJEj1bt3by58RLpuvrPXYrGobNmyqlChgsqWLSuLxZJuPeQOly5d0tGjR1WyZEnVqlVLrq6uWrdunW35H3/8oZMnT6pevXqSpHr16unAgQN2I0r8+OOPKly4sCpXrpzt8QMAkJ24YxwAACCPsV7t36RJk3SXN2nSRKtWrbLVAwAAzme9k1OS/vOf/6h+/fpq1aqVvvvuO23dujXdesi/rMNdX7t2TQMHDlTnzp1Vo0YN7dmzR0uWLNG1a9fs6gE3t4V+/fplqB5ypuHDh6tdu3YqU6aMTp8+rdGjR6tAgQJ6+umn5ePjo//85z8aOnSoihUrpsKFC2vgwIGqV6+e6tatK0lq0aKFKleurOeee05vv/224uLi9Prrr+ull17ijnAAQJ5HYhwAACCP8ff314EDB7RhwwZ169bNYfmGDRts9QAAQM7g6+ur2NhYeXl56dKlS9qyZYu2bNliW24t9/X1dWKUyCn8/Pwk/TO/8MGDB/XJJ5/YlpnNZlWtWlUHDhyw1QOsvxEyUg85219//aWnn35a58+fl6+vrxo2bKjt27fb+odp06bJbDarU6dOSklJUcuWLTVr1izb8wsUKKBVq1bpxRdfVL169VSoUCH16NFD48aNc9ZLAgAg2zCUOgAAQB7z7LPPSpJWr16t1NRUu2Wpqan6/vvv7eoBAADnGzBggCTp8uXLmjVrlmrWrKmgoCDVrFlTs2bN0uXLl+3qIX9r0aKFzGaz/vzzT3388cd69tln1aJFCz377LP6+OOPdfLkSZnNZrVo0cLZoSKHeOaZZyRJJpNJ7733nkJCQlSsWDGFhITovffek8lksquHnOvLL7/U6dOnlZKSor/++ktffvmlHnzwQdtyDw8Pvf/++7pw4YIuX76sZcuWOcwdXqZMGa1evVpXrlzRuXPn9O6778rFhXvoAAB5H70dAABANktJSdHp06ezdBuVKlXS77//bhuKtVatWtq9e7e2bt2qGzduqFKlSjp16lSWxhAYGMhQfACAPCM7+u9SpUrp1KlT6t+/vx5++GG1a9dOW7ZsUf/+/W3Lz5w5k6Ux0H/fH9nRXho0aKBNmzZp0KBBatasmWrUqKHo6GgNGjRIly5dUqNGjRQbG5ulMdBeco9jx45J+mde+sGDB+vJJ59UkyZNtGHDBg0ePFiGYdjqMc80AADIq0iMAwAAZLPTp09r1KhR2bKtGzduaNOmTdq0aZNd+e+//57lMUyYMEHBwcFZug0AALJLdvbfkrRv3z7t27fPruzUqVP037lEdraXS5cuacWKFVqxYoVdeXrHgPcb7SX3SExMlCRVr15de/fu1apVq7Rq1Srbcmu5tR4AAEBeRGIcAAAgmwUGBmrChAnZsq3U1FQtXbpUBw8e1EMPPaROnTrJzc0tW7YdGBiYLdsBACA7ZGf/fe3aNX3++ec6ceKEypYtq+eee04eHh7Zsm367/sjO9tLWlqa1qxZoy1btqhBgwZq0aJFtg2JTHvJPYoUKSJJeuqppzR48GAtWLBA8fHx8vf317PPPqsTJ05o7969tnoAAAB5EYlxAACAbObu7p6td9Y8/fTTGjVqlJ5++mnu6AEA4B5ld//dt29fjRo1Sn379qX/zoWyu724uLhoy5Ytat26Ne0F6QoNDZWvr69WrFihoUOHqnfv3rZlFotFK1eulK+vr0JDQ50YJQAAQNYiMQ4AAAAAAAAATpQd89I/8cQT+uKLLzR+/Hg99thj8vf3V3x8vDZu3Kg//vhDTz/9tP78888sjYF56QEAgDORGAcAAAAAAPfkxo0bGjNmjBYsWKC4uDgFBgaqZ8+eev3112UymZwdHgDkGtk5L310dLSio6MdyhcuXJjl22ZeegAA4EwkxgEAAAAAwD2ZPHmyZs+erfnz56tKlSr65Zdf1KtXL/n4+GjQoEHODg8Aco3snJfeYrHol19+0YoVK9S+fXvVrl1bZrM5W7bNvPQAAMCZSIwDAAAAAIB7snXrVrVv315t2rSRJJUtW1ZffPGFdu7c6eTIACB3ye556c1ms1asWKE6depwBzcAAMg3sudSQAAAAAAAkOfUr19f69atU0xMjCRp37592rx5s1q1anXb56SkpCgpKcnuHwAAAAAAWY07xgEAAAAAwD159dVXlZSUpNDQUBUoUEA3btzQhAkTFB4eftvnTJo0SWPHjs3GKAEAAAAA4I5xAAAAAABwjxYtWqSoqCgtXLhQv/76q+bPn693331X8+fPv+1zRo4cqYsXL9r+xcbGZmPEAAAAAID8ijvGAQAAAADAPXn55Zf16quvqlu3bpKkqlWr6s8//9SkSZPUo0ePdJ/j7u4ud3f37AwTAAAAAAAS4wAAAAAA5CWfffbZHZd37979vm3rypUrMpvtB6MrUKCALBbLfdsGAAAAAAD3A4lxAAAAAADykIiIiNsuM5lM9zUx3q5dO02YMEGlS5dWlSpVtGfPHk2dOlW9e/e+b9sAAAAAAOB+IDEOAAAAAEAe8vfff2fbtmbOnKk33nhD/fv319mzZxUYGKjnn39eb775ZrbFAAAAAABARpjvXgUAAAAAAORGp0+fVlhYmEqXLq02bdooNjb2vq7f29tb06dP159//qmrV6/q6NGjGj9+vNzc3O7rdgAAAAAA+LdIjAMAAAAAkEcNHTpUp06d0quvvqqrV69qwIABzg4JAAAAAACnYCh1AAAAAADyqK1bt+rLL79U/fr11aZNG9WsWdPZIQEAAAAA4BTcMQ4AAAAAQB6VmJiogIAASVJAQIASExOdGxAAAAAAAE7CHeMAAAAAAOQh+/fvt/1tsVgUHR2tS5cuKSUlxYlRAQAAAADgXCTGAQAAAADIQ6pXry6TySTDMCRJbdu2tT02mUxOjg4AAAAAAOcgMQ4AAAAAQB5y/PhxZ4cAAAAAAECOQ2IcAAAAAIA8pEyZMs4OAQAAAACAHMfs7AAAAAAAAMD9M2nSJH366acO5Z9++qkmT57shIgAAAAAAHA+EuMAAAAAAOQhH374oUJDQx3Kq1Spog8++MAJEQEAAAAA4HwkxgEAAAAAyEPi4uJUsmRJh3JfX1+dOXPGCREBAAAAAOB8JMYBAAAAAMhDgoKCtGXLFofyLVu2KDAw0AkRAQAAAADgfC7ODgAAAAAAANw/ffv21eDBg3X9+nU1bdpUkrRu3Tq98sorGjZsmJOjAwAgf1q9erWeeOIJubq6OjsUAADyLRLj91lCQoKSk5OdHUaWOHXqlN3/eZW3t7dKlCiRbdujzeRu2d1eAAAAgLt5+eWXdf78efXv31+pqamSJA8PD40YMUIjR450cnQAAORP7dq105kzZ+Tn5+fsUAAAyLdIjN9HCQkJGjZ8uK7//xMPedWsWbOcHUKWcnVz05R3382WZGdCQoKGDxum1OvXs3xbzpSX24ybq6venTKF5DgAAAByDJPJpMmTJ+uNN97Q77//Lk9PT4WEhMjd3d3ZoQEAkG8ZhuHsEAAAyPdIjN9HycnJup6aqiINqsnFp5Czw8E9SLt4WYlb9is5OTlbEp3JyclKvX5dz1YsJv+CfBxzm/graVrwx4Vsay8AAABAZnh5eemRRx5xdhgAAAAAAOQIZOKygItPIbkW93F2GMhF/Au6KMjLzdlhAAAAAMgjfvnlFy1atEgnT560DadutWzZMidFBQBA/nbo0CHFxcWlu6xatWrZHA0AAPkPiXEAAAAAAPKQL7/8Ut27d1fLli21Zs0atWjRQjExMYqPj9dTTz3l7PAAAMi3mjVrZjekuslkkmEYMplMunHjhhMjAwAgfyAxDgAAAABAHjJx4kRNmzZNL730kry9vRUZGang4GA9//zzKlmypLPDAwAgXzp+/LizQwAAIN8jMQ4AAAAAQB5y9OhRtWnTRpLk5uamy5cvy2QyaciQIWratKnGjh3r5AgBAMh/ypQp4+wQAADI90iMAwAAAACQhxQtWlTJycmSpFKlSungwYOqWrWqEhMTdeXKFSdHBwBA/vTZZ5/dcXn37t2zKRIAAPIvEuMAAAAAAOQhjRs31o8//qiqVauqS5cuioiI0E8//aQff/xRzZo1c3Z4AADkSz179lShQoXk6upqN8+49M9c4yTGAQDIeiTGAQAAAADIQ9577z1du3ZNkjRq1Ci5urpq69at6tSpk15//XUnRwcAQP7Uvn17bd26VU8//bT69u2rKlWqODskAMiTEhISbCNo5TWnTp2y+z8v8vb2VokSJbJs/STGAQAAAADIQ4oVK2b722w269VXX3ViNAAAQJK+/vprnTlzRp9++qnatWunkiVLql+/furatas8PT2dHR4A5AkJCQkaNny4rqemOjuULDVr1ixnh5BlXN3cNOXdd7MsOU5iHAAAAACAPCQpKemOywsXLpxNkQAAgJuVLFlSo0aN0muvvaYvv/xSL774ouLj4/XKK684OzQAyBOSk5N1PTVVFR5uroJeRZ0dDjLpyqW/FbNvrZKTk0mMAwAAAACAuytSpIhMJpNDuWEYMplMunHjhhOiAgAAkrRlyxZ9+OGHWr16tTp27KgOHTo4OyQAyHMKehWVl4+vs8NADmR2dgCZNWbMGJlMJrt/oaGhtuXXrl3TSy+9pOLFi8vLy0udOnVSfHy8EyMGAAAAACD7rF+/Xj/99JN++uknrVu3Tu7u7vr8889t5QAAIPtNnz5dVapU0YABA1S3bl0dPXpUn376qSpUqODs0AAAyDdy5R3jVapU0dq1a22PXVz+9zKGDBmib7/9VosXL5aPj48GDBigjh07asuWLc4IFQAAAACAbPXYY4/ZPS5QoIDq1q2rcuXKOSkiAAAwdOhQPfDAA6pVq5bWrl1rd35bkpYtW+akyAAAyD9yZWLcxcVFAQEBDuUXL17UJ598ooULF6pp06aSpLlz56pSpUravn276tatm92hAgAAAADgNFeuXFFKSorc3NycHQoAAPla9+7d053qBAAAZJ9cmRg/fPiwAgMD5eHhoXr16mnSpEkqXbq0du/erevXr6t58+a2uqGhoSpdurS2bdt228R4SkqKUlJSbI+TkpKy/DUAAAAAAJAVZsyYIUm6evWqVq5cqdKlS+uBBx5wclQAAORv8+bNy1C9LVu2qHbt2nJ3d8/agAAAyIdyXWL80Ucf1bx581SxYkWdOXNGY8eOVaNGjXTw4EHFxcXJzc1NRYoUsXuOv7+/4uLibrvOSZMmaezYsVkcOQAAAAAAWW/atGmSJE9PTz300EOaO3eukyMCAAAZ1apVK+3du5cpUAAAyAK5LjHeqlUr29/VqlXTo48+qjJlymjRokXy9PS8p3WOHDlSQ4cOtT1OSkpSUFDQv44VAAAAAIDsdvz48QzV4440AAByHsMwnB0CAAB5ltnZAfxbRYoUUYUKFXTkyBEFBAQoNTVViYmJdnXi4+PTnZPcyt3dXYULF7b7BwAAAABAXtaqVSudOnXK2WEAAAAAAJAtcn1i/NKlSzp69KhKliypWrVqydXVVevWrbMt/+OPP3Ty5EnVq1fPiVECAAAAAJCzcEcaAAAAACA/yXVDqQ8fPlzt2rVTmTJldPr0aY0ePVoFChTQ008/LR8fH/3nP//R0KFDVaxYMRUuXFgDBw5UvXr1VLduXWeHDgAAAAAAAAAAAABwglyXGP/rr7/09NNP6/z58/L19VXDhg21fft2+fr6SpKmTZsms9msTp06KSUlRS1bttSsWbOcHDUAAAAAAAAAAHdmMpmcHQIAAHlWrkuMf/nll3dc7uHhoffff1/vv/9+NkUEAAAAAAAAAMC/x1QnAABknVyXGAeA/CwhIUHJycnODiNLnDp1yu7/vMjb21slSpRwdhgAAACSuCMNAICcKLPnff773/9q5MiRioiI0PTp0yVJ165d07Bhw/Tll1/ajarq7+9ve97Jkyf14osvav369fLy8lKPHj00adIkubiQMgAA5F30cgCQSyQkJGjY8OG6nprq7FCyVF6e/sLVzU1T3n2X5DgAAMgRuCMNAIDstWTJEi1atEgnT55U6i3nd3799ddMr2/Xrl368MMPVa1aNbvyIUOG6Ntvv9XixYvl4+OjAQMGqGPHjtqyZYsk6caNG2rTpo0CAgK0detWnTlzRt27d5erq6smTpx47y8QAIAcjsQ4AOQSycnJup6aqgoPN1dBr6LODgeZdOXS34rZt1bJyckkxgEAQLY6c+aMfv/9d1WsWFGlSpWylefVkYgAAMiJZsyYoVGjRqlnz55asWKFevXqpaNHj2rXrl166aWXMr2+S5cuKTw8XB999JHGjx9vK7948aI++eQTLVy4UE2bNpUkzZ07V5UqVdL27dtVt25drVmzRocOHdLatWvl7++v6tWr66233tKIESM0ZswYubm5OWwvJSVFKSkptsdJSUn38C4AAOBcJMYBIJcp6FVUXj6+zg4DAAAAucCqVavUuXNnpaamys3NTQsXLlTHjh2dHRYAAPnOrFmzNGfOHD399NOaN2+eXnnlFZUrV05vvvmmLly4kOn1vfTSS2rTpo2aN29ulxjfvXu3rl+/rubNm9vKQkNDVbp0aW3btk1169bVtm3bVLVqVbuh1Vu2bKkXX3xRv/32m2rUqOGwvUmTJmns2LGZjhMAgJzE7OwAAAAAAABA1hg/frwGDhyoS5cuaeLEiRozZoyzQwIAIF86efKk6tevL0ny9PS0jdzy3HPP6YsvvsjUur788kv9+uuvmjRpksOyuLg4ubm5qUiRInbl/v7+iouLs9W5OSluXW5dlp6RI0fq4sWLtn+xsbGZihkAgJyAxDgAAAAAAHnUkSNH1Lt3bxUsWFD/+c9/dPjwYWeHBABAvhQQEGC7M7x06dLavn27JOn48eMyDCPD64mNjVVERISioqLk4eGRJbGmx93dXYULF7b7BwBAbkNiHAAAAACAPColJUXu7u6SJA8PD6Wmpjo5IgAA8qemTZtq5cqVkqRevXppyJAheuKJJ/R///d/euqppzK8nt27d+vs2bOqWbOmXFxc5OLioo0bN2rGjBlycXGRv7+/UlNTlZiYaPe8+Ph4BQQESPonSR8fH++w3LoMAIC8ijnGAQAAAADIQ4YOHWr7OzU1VRMmTJCPj49u3LjhxKgAAMjf5syZI4vFIumf+cGLFy+urVu3KiwsTM8//3yG19OsWTMdOHDArqxXr14KDQ3ViBEjFBQUJFdXV61bt06dOnWSJP3xxx86efKk6tWrJ0mqV6+eJkyYoLNnz8rPz0+S9OOPP6pw4cKqXLny/Xi5AADkSCTGAQAAAADIQ/bs2WP7u379+jp27JjtcePGjZ0REgAA+Z7ZbJbZ/L8BXLt166Zu3bplej3e3t566KGH7MoKFSqk4sWL28r/85//aOjQoSpWrJgKFy6sgQMHql69eqpbt64kqUWLFqpcubKee+45vf3224qLi9Prr7+ul156yTbSDAAAeRGJcQAAAAAA8pD169c7OwQAAHCL/fv333F5tWrV7tu2pk2bJrPZrE6dOiklJUUtW7bUrFmzbMsLFCigVatW6cUXX1S9evVUqFAh9ejRQ+PGjbtvMQAAkBORGAcAAAAAIA/p3bu3IiMj5e3t7exQAADA/1e9enWZTCYZhiGTySRJMgxDkmQymf7VlCcbNmywe+zh4aH3339f77///m2fU6ZMGa1evfqetwkAQG5kvnsVAAAAAACQW8yfP19Xr151dhgAAOAmx48f17Fjx3Ts2DF5enpq/fr1On78uK0cAABkPe4YBwAAAAAgD7n5TjQAAJAzlClTxva3yWTSAw88YFcGAACyHolxAACQI9y4cUNjxozRggULFBcXp8DAQPXs2VOvv/46J/cBAMikQYMGydPTM91ln376aTZHAwAAAACA85EYBwAAOcLkyZM1e/ZszZ8/X1WqVNEvv/yiXr16ycfHR4MGDXJ2eAAA5CqGYdjmLQUAADmLyWTiAnAAAJyAxDgAAMgRtm7dqvbt26tNmzaSpLJly+qLL77Qzp07062fkpKilJQU2+OkpKRsiRMAgJzOZDJpxowZ8vPzc3YoAADg/ytatKgtGX7p0iXVqFFDZrPZtvzChQvOCg0AgHyDxDgAAMgR6tevrzlz5igmJkYVKlTQvn37tHnzZk2dOjXd+pMmTdLYsWOzOUoAAHI+7hQHACDnmT59urNDAAAg3yMxDgAAcoRXX31VSUlJCg0NVYECBXTjxg1NmDBB4eHh6dYfOXKkhg4danuclJSkoKCg7AoXAIAcq0ePHredXxwAADhHjx49nB0CAAD5HolxAACQIyxatEhRUVFauHChqlSpor1792rw4MEKDAxM9wSCu7u73N3dnRApAAA52/Tp03X9+nWH8gsXLsjFxUWFCxd2QlQAAORvd5v+i/4ZAICsR2IcAADkCC+//LJeffVVdevWTZJUtWpV/fnnn5o0aRJX1gMAkAndunVTu3bt1L9/f7vyRYsWaeXKlVq9erWTIgMAIP8qUqSIbY7xmxmGIZPJpBs3bjghKgAA8hcS4wAAIEe4cuWKzGazXVmBAgVksVicFBEAALnTjh07NHXqVIfyJk2aaNSoUU6ICAAAlCtXTmfPntWrr76qBg0aODscAADyJRLjAAAgR2jXrp0mTJig0qVLq0qVKtqzZ4+mTp2q3r17Ozs0AABylZSUFKWlpTmUX79+XVevXnVCRAAA4Pfff9fMmTM1YcIE7dmzR2+//baCg4OdHRYAAPmK+e5VAAAAst7MmTPVuXNn9e/fX5UqVdLw4cP1/PPP66233nJ2aAAA5Cp16tTRnDlzHMo/+OAD1apVywkRAQAAV1dXDR06VIcPH1apUqVUrVo1DRs2TImJic4ODQCAfIM7xgEAQI7g7e2t6dOna/r06c4OBQCAXG38+PFq3ry59u3bp2bNmkmS1q1bp127dmnNmjVOjg4AgPytWLFimj59ugYMGKARI0aofPnyev311zV48GBnhwYAQJ5HYhwAAAAAgDykQYMG2rZtm95++20tWrRInp6eqlatmj755BOFhIQ4OzwAAPKlGjVqyGQy2ZUZhqGUlBQNGzaMxDgAANmAxDgAAAAAAHlM9erVtXDhQmeHAQAA/r8OHTo4OwQAAPI9EuMAAAAAAOQxN27c0PLly/X7779LkqpUqaKwsDAVKFDAyZEBAJA/jR492tkhAACQ75EYBwAAAAAgDzly5IjatGmjv/76SxUrVpQkTZo0SUFBQfr222/14IMPOjlCAADyp8TERC1ZskRHjx7Vyy+/rGLFiunXX3+Vv7+/SpUq5ezwAADI80iMAwAAAACQhwwaNEjlypXTtm3bVKxYMUnS+fPn9eyzz2rQoEH69ttv7+v2Tp06pREjRui7777TlStXVL58ec2dO1e1a9e+r9sBACA3279/v5o3by4fHx+dOHFCffv2VbFixbRs2TKdPHlSn332mbNDzDYJCQlKTk52dhhZ4tSpU3b/50Xe3t4qUaKEs8MAgHtCYhwAAAAAgDxk48aN2r59uy0pLknFixfXf//7XzVo0OC+buvvv/9WgwYN9Pjjj+u7776Tr6+vDh8+rKJFi97X7QAAkNsNHTpUPXv21Ntvvy1vb29beevWrfXMM884MbLslZCQoGHDh+t6aqqzQ8lSs2bNcnYIWcbVzU1T3n0325LjXEiR+3ExBXISEuMAAAAAAOQh7u7u6Z48vHTpktzc3O7rtiZPnqygoCDNnTvXVhYcHHzH56SkpCglJcX2OCkp6b7GBABATrRr1y59+OGHDuWlSpVSXFycEyJyjuTkZF1PTVWRBtXk4lPI2eEgk9IuXlbilv1KTk7OlkRnQkKChg8bptTr17N8W86Uly+kkCQ3V1e9O2UKyXHkCCTGAQAAAADIQ9q2bat+/frpk08+UZ06dSRJO3bs0AsvvKCwsLD7uq2VK1eqZcuW6tKlizZu3KhSpUqpf//+6tu3722fM2nSJI0dO/a+xgEAQE7n7u6e7sVgMTEx8vX1dUJEzuXiU0iuxX2cHQZyuOTkZKVev65nKxaTf0HSWblR/JU0LfjjQrZdTAHcDd8kAAAAQCYxlFvuxjBuyOtmzJihHj16qF69enJ1dZUkpaWlKSwsTJGRkfd1W8eOHdPs2bM1dOhQvfbaa9q1a5cGDRokNzc39ejRI93njBw5UkOHDrU9TkpKUlBQ0H2NCwCAnCYsLEzjxo3TokWLJEkmk0knT57UiBEj1KlTJydHB+Rs/gVdFOR1f0c+ApA/kRgHAAAAMoGh3HI/hnFDXlekSBGtWLFChw8fVnR0tCSpUqVKKl++/H3flsViUe3atTVx4kRJUo0aNXTw4EF98MEHt02Mu7u7y93d/b7HAgBATjZlyhR17txZfn5+unr1qh577DHFxcWpXr16mjBhgrPDAwAgXyAxDgAAAGQCQ7nlbgzjhvwkJCREISEhWbqNkiVLqnLlynZllSpV0tKlS7N0uwAA5DY+Pj768ccftXnzZu3fv1+XLl1SzZo11bx5c2eHBgBAvsGZPAAAAOAeMJQbgJzq5mHK0zN16tT7tq0GDRrojz/+sCuLiYlRmTJl7ts2AADISxo2bKiGDRs6OwwAAPIlEuMAACDfy8vzRUvMGQ0A+c2ePXtsf2/evFm1atWSp6enpH/mM72fhgwZovr162vixInq2rWrdu7cqTlz5mjOnDn3dTsAAOQFH3/8sT766CMdOXJEhmHowQcfVJ8+fdSvX7/73kcDAABHJMYBAMBd/fXXX1q5cqVOnjyp1NRUu2X3864zZ0hISNCw4cN1/ZbXlRfl5TmjXd3cNOXdd0mOA4Ck9evX2/729vbWwoULVa5cuSzZ1iOPPKKvv/5aI0eO1Lhx4xQcHKzp06crPDw8S7YHAEBuNWjQIC1cuFDPP/+8Bg0aJEn67bffNGrUKB04cEDvvfeekyMEACDvIzEOAADuaN26dQoLC1O5cuUUHR2thx56SCdOnJBhGKpZs6azw/vXkpOTdT01VUUaVJOLTyFnh4N7kHbxshK37GfOaABwkrZt26pt27bODgMAgBzt008/1bJly9SiRQu78saNG6tz584kxgEAyAYkxgEAwB2NHDlSw4cP19ixY+Xt7a2lS5fKz89P4eHhevLJJ50d3n3j4lNIrsV9nB0GAAAAACAPqlixory9vR3Kvb29VbFiRSdEBABA/kNiHAAA3NHvv/+uL774QpLk4uKiq1evysvLS+PGjVP79u314osvOjlCAABws5UrV9r+tlgsWrdunQ4ePGgrCwsLc0ZYAADkSzNmzJAkNWnSRN26dVNERIRcXP45LZ+WlqYZM2aoa9eutnqSbEOtAwCA+4vEOAAAuKNChQrZ5hUvWbKkjh49qipVqkj6Z35uAACQs3To0MHu8fPPP2/722Qy6caNG9kcEQAA+de0adNsf58+fVrTpk2zS4zHx8dryZIlMgxD0j99NYlxAACyRrYmxps2baply5apSJEi2blZAADwL9StW1ebN29WpUqV1Lp1aw0bNkwHDhzQsmXLVLduXWeHBwAAbmGxWJwdAgAA+P+OHz8uSXr99ddlMpn01ltv2S1/8803JUnjxo3L9tgAAMhvsjUxvmHDBtsdZwAAIHeYOnWqLl26JEkaO3asLl26pK+++kohISGaOnWqk6MDAAAAACDni4yM1C+//OJQ/swzz+iRRx4hMQ4AQDYwZ/cGTSZTdm8SAAD8C+XKlVO1atUk/TOs+gcffKD9+/dr6dKlKlOmjJOjAwAAt/r77781cuRITZ48WdevX9egQYNUunRptWzZUidPnnR2eAAA5EsVK1bUK6+8YruDXJKOHTumV155RSEhIU6MDACA/CPb5xh/6qmn5Obmlu6yn376KZujAQAAAICslZCQoOTkZGeHkSVOnTpl939e5e3trRIlSjg7jAzr06ePdu7cKU9PT/34449KTEzUiBEj9MUXX2jQoEFavny5s0MEACDf+eKLL/Tss8+qfPnycnV1lSRdv35dNWrUUFRUlJOjAwAgf8j2xHi9evXk5eWV3ZsFAAD3qGjRoncc8eXChQvZGA0A5C4JCQkaNny4rufxKaVmzZrl7BCylKubm6a8+26uSY5v2LBBq1evVpkyZRQYGKjNmzerfv36atSokR5//HFnhwcAQL4UEhKiHTt26MCBAzp69Kgk+xHaAABA1svWxLjJZNLLL78sPz+/7NwsAAD4F6ZPny5JMgxDL774osaNG0dfDgAZlJycrOupqarwcHMV9Crq7HBwD65c+lsx+9YqOTk51yTG//77bwUHB8vPz0+FChVSQECAJMnf31+JiYnODQ4AgHyuatWqeuihhyQx7SgAANktWxPjhmFk5+YAAMB90KNHD9vfAwcOVKdOnVSuXDknRgQAuU9Br6Ly8vF1dhjIRw4dOqS4uDgZhqHo6GhdunRJCQkJzg4LAIB87bPPPtM777yjw4cPS5IqVKigl19+Wc8995yTIwMAIH/I1sT46NGjGUYdAAAAAIAs1qxZM9vF6W3btpXJZJJhGNyZBgCAk0ydOlVvvPGGBgwYoAYNGkiSNm/erBdeeEEJCQkaMmSIkyMEACDvy9bEePfu3XXq1CmFhITYlR8+fFiurq4qW7ZsdoYDAADuASfUAQDI2Y4fP+7sEAAAwC1mzpyp2bNnq3v37raysLAwValSRWPGjCExDgBANsjWxHjPnj3Vu3dvh8T4jh079PHHH2vDhg3ZGQ4AAMiAjh072v6+du2aXnjhBRUqVMhWtmzZMmeEBQAAbqNMmTLODgEAANzizJkzql+/vkN5/fr1debMGSdEBABA/pOtifE9e/bYhom5Wd26dTVgwIDsDAUAAGSQj4+P7e9nn33WiZEAAICMWLly5R2Xh4WFZVMkAADAqnz58lq0aJFee+01u/KvvvrK4UYyAACQNbI1MW4ymZScnOxQfvHiRd24cSM7QwEAABk0d+5cZ4cAAAAyoUOHDrapT6zzjFuZTCZ+fwMA4ARjx47V//3f/+nnn3+23Ty2ZcsWrVu3TosWLXJydAAA5A/m7NxY48aNNWnSJLsf4Tdu3NCkSZPUsGHD7AwFAABk0PHjx3X48GGH8sOHD+vEiRPZHxAAALij8PBweXt766233tLVq1dlsVhs/0iKAwDgHJ06ddKOHTtUokQJLV++XMuXL1eJEiW0c+dOPfXUU84ODwCAfCFb7xifPHmyGjdurIoVK6pRo0aSpE2bNikpKUk//fRTdoYCAAAyqGfPnurdu7fD0G47duzQxx9/rA0bNjgnMAAAkK7PP/9cu3fv1rBhw/Thhx9q4sSJCg8Pd3ZYAADke7Vq1dKCBQucHQYAAPlWtt4xXrlyZe3fv19du3bV2bNnlZycrO7duys6OloPPfRQdoYCAAAyaM+ePbZh3m5Wt25d7d27N/sDAgAAd1WrVi1t2LBBkZGRGjdunGrXrq2ff/7Z2WEBAJBvnTx5Mt3ytLQ0vf7669kcDQAA+VO23jEuSYGBgZo4cWJ2bxYAANwjk8mk5ORkh/KLFy8yHCsAADlQUlKS7e+mTZtqy5Ytmj17ttq2baumTZtq+fLlzgsOAIB8qmHDhlq7dq0qVKhgK9u9e7d69uwpwzA0fvx4J0YHAED+kO2JcUm6cuWKTp48qdTUVLvyatWqOSMcAABwB40bN9akSZP0xRdfqECBApKkGzduaNKkSWrYsKGTowMAALcqUqSITCaTQ7lhGPrmm2+cEBEAAOjevbsaNWqkH374QVWqVNHo0aM1ffp0RUREaOzYsc4ODwCAfCFbE+Pnzp1Tr1699N1336W7nLvOAADIeSZPnqzGjRurYsWKatSokSRp06ZNSkpK0k8//eTk6AAAwK3Wr1/v7BAAAMAtxo8fr6JFi6pJkyYqVaqUTCaTNm7cqEceecTZoQEAkG9ka2J88ODBSkxM1I4dO9SkSRN9/fXXio+P1/jx4zVlypTsDAUAAGRQ5cqVtX//fr333nvat2+fPD091b17dw0YMEDFihVzdngAAOAWwcHBCgoKSveucQAA4DzDhg2Tj4+PXnjhBS1atIikOAAA2SxbE+M//fSTVqxYodq1a8tsNqtMmTJ64oknVLhwYU2aNElt2rTJznAAAEAGBQYGauLEiXes079/f40bN04lSpTIpqgA54q/ct3ZIeAesN+QHwQHB+vMmTPy8/NzdigAAOD/mzFjhu3vxo0b65lnntHIkSNVtGhRSdKgQYOcFRoAAPlGtibGL1++bPthXrRoUZ07d04VKlRQ1apV9euvv2ZnKAAA4D5bsGCBhg8fTmIc+caCP/52dggAkC7DMJwdAgAAuMW0adPsHpcsWVLz5s2TJJlMJhLjAHAfXbnEOZvcKDv2W7YmxitWrKg//vhDZcuW1cMPP6wPP/xQZcuW1QcffKCSJUtmZygAAOA+4yQ88ptnKxaVf0FXZ4eBTIq/cp2LGpAv/PXXX7p27Vq6y0qXLp3N0QAAgOPHj9+X9cyePVuzZ8/WiRMnJElVqlTRm2++qVatWkmSrl27pmHDhunLL79USkqKWrZsqVmzZsnf39+2jpMnT+rFF1/U+vXr5eXlpR49emjSpElyccnWdAEAZJmYfWudHQJyqGzt6SIiInTmzBlJ0ujRo/Xkk08qKipKbm5utqvjAAAAgNzAv6CrgrzcnB0GAKQrvTlLDcOQyWTSjRs3nBARAADIiMKFC2vv3r0qV65cussfeOAB/fe//1VISIgMw9D8+fPVvn177dmzR1WqVNGQIUP07bffavHixfLx8dGAAQPUsWNHbdmyRZJ048YNtWnTRgEBAdq6davOnDmj7t27y9XV9a5TqAFAblHh4eYq6FXU2WEgk65c+jvLL2rI1sT4s88+a/u7Vq1a+vPPPxUdHa3SpUsz7CoAAAAAAPfJjh075Ovr6+wwAABAJt1tNLZ27drZPZ4wYYJmz56t7du364EHHtAnn3yihQsXqmnTppKkuXPnqlKlStq+fbvq1q2rNWvW6NChQ1q7dq38/f1VvXp1vfXWWxoxYoTGjBkjN7f0L/5NSUlRSkqK7XFSUtK/fKUAkHUKehWVlw+/h+DIaWOjGIYhT09P1axZ01khAACA/8fencfHdL7/H39PZLFkkogk1iBK7buqWFtr0aKUj6LWVlux01baqqWt0Fpra6u+6ActWkurWvtSSiliqV0ptStZhOzn94df5mMkIiGZSSav5+MxD+Y+95z7OjP35JqZ6yywiA+/Ze8Q8Ih47QDAmslkUvHixeXn52fvUAAAQCZKSEjQsmXLFBUVpcDAQO3du1dxcXFq2rSppU+5cuVUvHhx7dy5U3Xq1NHOnTtVuXJlq1Ort2jRQm+++ab+/PNPVa9ePcWxQkJCNGbMmEzfJgAAMpPNC+Nz587VlClTdPLkSUlSmTJlNHjwYL366qu2DgUAAMAibMche4cAAECGeNiRZgAAIHs7dOiQAgMDFR0dLXd3d61YsUIVKlRQaGioXF1d5eXlZdW/YMGCunz5siTp8uXLVkXxpOVJyx4kODhYQ4cOtdyPiIiQv79/Bm0RAAC2YdPC+AcffKDJkydrwIABCgwMlCTt3LlTQ4YM0blz5zR27FhbhgMAADJQt27d5OHhYe8wHplXvcpy9nS3dxh4BPHht9ixAQDucebMGS5XBgCAAytbtqxCQ0MVHh6u7777Tj169NDWrVszdUw3Nze5ubll6hgAAGQ2mxbGZ8+erTlz5ujll1+2tLVp00ZVqlTRgAEDKIwDAJAFbdu2LdXlDRs2lHQ3z2dnzp7ucingae8wAAB4bDdv3lSJEiVSbB8wYIAWLlxoh6gAAEBamEymh/ZxdXVV6dKlJUk1a9bUnj17NG3aNP3nP/9RbGyswsLCrI4av3LligoVKiRJKlSokHbv3m21vitXrliWAQDgyGxaGI+Li1OtWrWStdesWVPx8fG2DAUAAKTRM88888BlJpNJCQkJtgsGAAA81LPPPqvVq1erXr16lrZVq1bpjTfeUOXKle0YGQAAeJhHuSRKYmKiYmJiVLNmTbm4uGjjxo3q0KGDJOn48eM6d+6c5QyugYGB+vjjj3X16lX5+flJktavXy8PDw9VqFAh4zYEAIAsyMmWg73yyispHk325ZdfqmvXro+0zvHjx8tkMmnw4MGWtujoaAUFBalAgQJyd3dXhw4dLHu9AQCA9Ll58+YDbzdu3LB3eAAA4D6ffvqpWrVqpbVr1+rmzZvq0qWLunfvrtGjR2vdunX2Dg8AgBwtNjZWx48ff+CBYj///LOKFi36wMcHBwdr27ZtOnv2rA4dOqTg4GBt2bJFXbt2laenp/r06aOhQ4dq8+bN2rt3r3r16qXAwEDVqVNHktS8eXNVqFBBr7zyig4cOKC1a9fq/fffV1BQEKdKBwA4PJseMS5Jc+fO1bp16yyJ+Pfff9e5c+fUvXt3DR061NJv8uTJD13Xnj179MUXX6hKlSpW7UOGDNFPP/2kZcuWydPTU/3791f79u21Y8eOjN0YAAByAE/P/51ePDIyUu+9955CQ0NVuXJljRs3zo6RAQCAlLz66qvy8PBQhw4d5O7uripVqujQoUMqXry4vUMDACDHun37tgYMGKAFCxZIkk6cOKFSpUppwIABKlq0qEaMGCFJql+/fqrruXr1qrp3765Lly7J09NTVapU0dq1a9WsWTNJ0pQpU+Tk5KQOHTooJiZGLVq00KxZsyyPz5Url1avXq0333xTgYGBypcvn3r06MFlTgEAOYJNC+OHDx9WjRo1JEmnT5+WJPn4+MjHx0eHDx+29EvLdVRu3bqlrl27as6cOfroo48s7eHh4Zo7d64WL16sxo0bS5LmzZun8uXLa9euXZaCPAAASL9hw4Zp/fr16tixo37++WcNGDBAX3/9tb3DAgAA9+nUqZPMZrNeeuklvfTSSxTFAQCws+DgYB04cEBbtmzRc889Z2lv2rSpRo8ebSmMP8zcuXNTXZ47d27NnDlTM2fOfGCfEiVKaM2aNWkLHAAAB2LTwvjmzZszbF1BQUFq3bq1mjZtalUY37t3r+Li4tS0aVNLW7ly5VS8eHHt3LkzxcJ4TEyMYmJiLPcjIiIeK7b48FuP9XjYj71euyu34+wyLh4Prxtyog0bNmju3Llq3LixevfurUaNGtk7JAAAcJ97z8ZWrVo1vfnmm/rtt9/k7e0tKW1naAMAABlr5cqVWrJkierUqWN1YFjFihUtB5EBAIDMZfNTqd/vxo0bli/nafXtt99q37592rNnT7Jlly9flqurq7y8vKzaCxYsqMuXL6e4vpCQEI0ZMyZdMaQmbMehDFsXcoaFx2/aOwQASJPr16+rZMmSkqSAgABdv37dvgEBAIBk9u/fb/m/q6urGjZsqL///lt///13ms7QBgAAMt61a9fk5+eXrD0qKor8DACAjdi0ML5nzx517txZiYmJWr58uYKDg7Vu3TqVKFFCq1evVsWKFR+6jvPnz2vQoEFav369cufOnSFxBQcHW+1RHxERIX9//0den1e9ynL2dM+I0GBj8eG37LJjQ7ey+VUwr4vNx8XjuXI7jp0akCPcfyaVW7duKSIiQtHR0XaKCAAApCYjz9YGAAAyRq1atfTTTz9pwIABkv53OdGvvvpKgYGB9gwNAIAcw6aF8WHDhqlBgwYqUaKE2rVrp6eeekqhoaEaOXKk3nnnHa1evfqh69i7d6+uXr1quVa5JCUkJGjbtm2aMWOG1q5dq9jYWIWFhVkdNX7lyhUVKlQoxXW6ubnJzc3tsbcvibOnu1wKeGbY+uD4CuZ1kb+7q73DAIAUeXl5Wb6wG4ah6tWrW/7PXu0AAAAAADzcuHHj1LJlSx05ckTx8fGaNm2ajhw5ot9++01bt261d3gAAOQINi2M79+/X3PnzlWpUqU0btw4BQcHq0qVKho1apRatGiRpnU0adJEhw5ZH9Hbq1cvlStXTu+88478/f3l4uKijRs3qkOHDpKk48eP69y5c+x5BwDAI+CoMwAAsp8//vhDS5cu1blz5xQbG2u1bPny5XaKCgCAnKt+/foKDQ3V+PHjVblyZa1bt041atTQzp07VblyZXuHBwBAjmDza4w7OzsrV65cyp07t/Lnzy9JKlCggG7fvp2mx5vNZlWqVMmqLV++fCpQoIClvU+fPho6dKi8vb3l4eGhAQMGKDAwUHXq1MnYjQEAIAdo1KiRvUMAAADp8O2336p79+5q0aKF1q1bp+bNm+vEiRO6cuWKXnzxRXuHBwBAjvXEE09ozpw59g4DAIAcy6aF8SeeeEInTpxQQECAIiMjLe2nT59WyZIlM2ycKVOmyMnJSR06dFBMTIxatGihWbNmZdj6AQDISebNmyd3d3d17NjRqn3ZsmW6ffu2evToYafIAABASsaNG6cpU6YoKChIZrNZ06ZNU0BAgF5//XUVLlzY3uEBAJAjRUREpLrcw8PDRpEAAJBz2bQwvmzZMnl6Jr/2dq5cufTxxx8/8nq3bNlidT937tyaOXOmZs6c+cjrBAAAd4WEhOiLL75I1u7n56e+fftSGAcAIIs5ffq0WrduLUlydXVVVFSUTCaThgwZosaNG2vMmDF2jhAAgJwn6eyp9zMMQyaTSQkJCTaOCACAnMemhfEyZcqk2M4pWgEg7W7fumnvEPAIsvPrdu7cOQUEBCRrL1GihM6dO2eHiAAg+8nOeSCny46vXf78+S1naStatKgOHz6sypUrKywsLM2XMQMAABkrICBAV69e1YgRI1SvXj17hwMAQI5k82uMnz59WlOnTtXRo0clSRUqVNDgwYNVqlQpW4cCANnSiQMb7B0Cchg/Pz8dPHgw2WVPDhw4oAIFCtgnKADIZsjfsKWGDRtq/fr1qly5sjp27KhBgwZp06ZNWr9+vZo0aWLv8AAAyJGOHj2q6dOn6+OPP9b+/fv1ySefpLgTOgAAyDw2LYyvXbtWbdq0UbVq1Sx7xe3YsUMVKlTQjz/+qGbNmtkyHADIlp6s2lR53VM+/Rayrtu3bmbbosjLL7+sgQMHymw2q2HDhpKkrVu3atCgQercubOdowOA7IH8nX1lxxw+Y8YMRUdHS5Lee+89ubi46LffflOHDh30/vvv2zk6AAByJhcXFw0dOlQ9e/bU2LFjVaVKFfXt21cjR46Ul5eXvcMDACBHsGlhfMSIERoyZIjGjx+frP2dd96hMA4AaZDXPb/cPX3tHQZykA8//FBnz55VkyZN5Ox896NDYmKiunfvrnHjxtk5OgDIHsjfsCVvb2/L/52cnDRixIgU+40fP15vvPEGP8YDAGBD3t7emjp1qvr376933nlHpUuX1vvvv6/BgwfbOzQAAByeTQvjR48e1dKlS5O19+7dW1OnTrVlKAAAII1cXV21ZMkSffjhhzpw4IDy5MmjypUrq0SJEvYODQAAPIZx48apU6dOFMYBALCB6tWry2QyWbUZhqGYmBgNGzaMwjgAADZg08K4r6+vQkNDVaZMGav20NBQ+fn52TIUAACQTk8++aSefPJJe4cBAAAyiGEY9g4BAIAco127dvYOAQCAHM+mhfHXXntNffv21V9//aW6detKunuN8QkTJmjo0KG2DAUAAKTDP//8ox9++EHnzp1TbGys1bLJkyfbKSoAAAAAALKHUaNG2TsEAAByPJsWxkeOHCmz2axJkyYpODhYklSkSBGNHj1aAwcOtGUoAAAgjTZu3Kg2bdqoVKlSOnbsmCpVqqSzZ8/KMAzVqFHD3uEBAAAAAAAAAPBQNi2Mm0wmDRkyREOGDFFkZKQkac+ePSpdunSy66sAAICsITg4WMOHD9eYMWNkNpv1/fffy8/PT127dtVzzz1n7/AAAAAAAMjy8ufPn+pv4Ddu3LBhNAAA5Ew2LYyvXbtWPXv2lJeXl+bPn6+OHTvqn3/+kYuLixYvXqwOHTrYMhwAAJAGR48e1TfffCNJcnZ21p07d+Tu7q6xY8eqbdu2evPNN+0cIQAAAAAAWdvUqVMlSYZh6M0339TYsWPl5+dn36AAAMhhbFoYHzFihJo2bSo/Pz+1adNGPXv21AcffKBJkyZpzJgxFMYBAMiC8uXLZ7mueOHChXX69GlVrFhRknT9+nV7hgYAAB5DgwYNlCdPHnuHAQBAjtCjRw/L/wcMGKAOHTqoVKlSdozIvuLDb9k7BDwCe71uV27H2WVcPD5eO2Q1Ni2MHz9+XMuXL5e/v7+mT5+uHj16KF++fOrRo4dCQkJsGQoAAEijOnXqaPv27SpfvrxatWqlYcOG6dChQ1q+fLnq1Klj7/AAAMB9Dh48mOryKlWqSJLWrFlji3AAAACSCdtxyN4hIBtZePymvUMA4CBsWhiPjo6Wu7u7nJ2d5ebmZtkzPXfu3JYj0QAAQNYyefJk3bp1d4/gMWPG6NatW1qyZInKlCmjyZMn2zk6AABwv2rVqslkMskwDEmyXM/UMAyZTCYlJCTYM7wMdf36dUVGRto7jExx4cIFq38dkdlslo+Pj83GY75kb7aeL0BmS+164zmBV73KcvZ0t3cYSKf48Ft22amhW9n8KpjXxebj4vFduR3Hjg3IUmxaGJekkSNHKm/evIqNjdVHH30kT09P3b5929ZhAACANLr31G758uXT559/bsdoMk98eJS9Q8Ajstdrd+V2vF3GxePhdUNO8fvvv8vX11eGYahSpUpas2aNSpQoYe+wMtT169c1bPhwxTn4jvazZs2ydwiZxsXVVZMmTrRJsfP69esaPmyYYuMc+3SejjxfXF1cNHHSJIrjyLbat29v+X90dLTeeOMN5cuXz9K2fPlye4RlN86e7nIp4GnvMJBNFMzrIn93V3uHAcAB2LQw3rBhQx0/flySVLduXf31119WywAAAGzNbDbLxdVVYTtSP+0ssjYXV1eZzWabjGU2m+Xq4qKFx2/YZDxkPFcXF5vNF8BeihcvLj8/P0l3j0jLmzevwxXGIyMjFRcbK696VeTsme/hD0CWEh8epbAdBxUZGWmTQmdkZKRi4+LUray3Cua1+XEieExXbsdr4fEbNpsvQGbw9PxfEbhbt252jAQAgJzLpt8EtmzZYsvhAABABsifP3+qp3i7cSPjioMXLlzQO++8o59//lm3b99W6dKlNW/ePNWqVSvDxrifj4+PJk2c6LCn1ZTuPq+zZs1Sv379VLRoUXuHkylseWpNHx8fTZw0yWHnDPMFyP78/Px04sQJ+fn56eLFi4qKilLLli313//+V88995y9w8twzp75OOIMaVYwrzNHnAGwi3nz5tk7BAAAcjx2kQUAAKmaOnWq5f+GYejNN9/U2LFjLUehZZSbN2+qXr16evbZZ/Xzzz/L19dXJ0+eVP78+TN0nJT4+PjkiCJZ0aJFFRAQYO8wHEJOmDPMFyD7eu6559S5c2c9//zz2rJli5o2bapBgwapW7du6t+/v0aPHm3vEAEAyJHi4+O1ZcsWnT59Wl26dJHZbNbFixfl4eEhd3eutw0AQGajMA4AAFLVo0cPq/sDBgxQhw4drK49nhEmTJggf39/q73oUyvKxcTEKCYmxnI/IiIiQ+MBACC7mjlzpj7++GMdOHBATZs21QcffCA/Pz/t3r1bL730EoVxAADs4O+//9Zzzz2nc+fOKSYmRs2aNZPZbNaECRMUExOjzz//3N4hAgDg8JzsHQAAAMg+4uPjFRcXp1y5cmX4un/44QfVqlVLHTt2lJ+fn6pXr645c+Y8sH9ISIg8PT0tN39//wyPCQCA7ChfvnwaN26cfvrpJ82YMcNylpdSpUrpt99+s3N0AADkTIMGDVKtWrV08+ZN5cmTx9L+4osvauPGjXaMDACAnIMjxgEAQKp++OEHSdKdO3f03XffydPTU8WLF8/wcf766y/Nnj1bQ4cO1bvvvqs9e/Zo4MCBcnV1TXbUuiQFBwdr6NChlvsREREUxwEAeIjcuXPbOwQAAHKkX3/9Vb/99ptcXV2t2kuWLKkLFy7YKSoAAHIWCuMAACBV7dq1k3T3h/RKlSppxYoVMplMGT5OYmKiatWqpXHjxkmSqlevrsOHD+vzzz9PsTDu5uYmNze3DI8DAABH8Mcff2jp0qU6d+6cYmNjrZYtX74808YdP368goODNWjQIE2dOjXTxgEAILtJTExUQkJCsvZ//vlHZrPZDhEBAJDzcCp1AACQqsTERCUmJur27dvavXu36tatmynjFC5cWBUqVLBqK1++vM6dO5cp4wEA4Ki+/fZb1a1bV0ePHtWKFSsUFxenP//8U5s2bZKnp2emjbtnzx598cUXqlKlSqaNAQBAdtW8eXOrncZMJpNu3bqlUaNGqVWrVvYLDACAHITCOAAAyBLq1aun48ePW7WdOHFCJUqUsFNEAABkT+PGjdOUKVP0448/ytXVVdOmTdOxY8fUqVOnTLkciiTdunVLXbt21Zw5c5Q/f/5MGQMAgOxs0qRJ2rFjhypUqKDo6Gh16dLFchr1CRMm2Ds8AAByBArjAAAgSxgyZIh27dqlcePG6dSpU1q8eLG+/PJLBQUF2Ts0AACyldOnT6t169aSJFdXV0VFRclkMmnIkCH68ssvM2XMoKAgtW7dWk2bNn1o35iYGEVERFjdAABwdMWKFdOBAwf07rvvasiQIapevbrGjx+v/fv3y8/Pz97hAQCQI3CNcQAAkCU89dRTWrFihYKDgzV27FgFBARo6tSp6tq1q71DAwAgW8mfP78iIyMlSUWLFtXhw4dVuXJlhYWF6fbt2xk+3rfffqt9+/Zpz549aeofEhKiMWPGZHgcAABkdc7OzurWrZu9wwAAIMeiMA4AALKM559/Xs8//7y9wwAAIFtr2LCh1q9fr8qVK6tjx44aNGiQNm3apPXr16tJkyYZOtb58+c1aNAgrV+/Xrlz507TY4KDgzV06FDL/YiICPn7+2doXAAAZDWfffZZqssHDhxoo0gAAMi5KIwDAAAAAOBAZsyYoejoaEnSe++9JxcXF/3222/q0KGD3n///Qwda+/evbp69apq1KhhaUtISNC2bds0Y8YMxcTEKFeuXFaPcXNzk5ubW4bGAQAZ7fr165azbziiCxcuWP3riMxms3x8fOwdhsXgwYNVrFixZHlRkkwmE4VxAABsgMI4AAAAAAAOxNvb2/J/JycnjRgxItPGatKkiQ4dOmTV1qtXL5UrV07vvPNOij/+A0BWd/36dQ0bPlxxsbH2DiXTzZo1y94hZBoXV1dNmjgxSxXH//jjD64nDgCAHVEYBwAAAADAgZw7d07FixdP1h4fH6/Ro0fro48+yrCxzGazKlWqZNWWL18+FShQIFk7AGQXkZGRiouN1ZNVmyqve357h4NHcPvWTZ04sEGRkZFZpjBuMplkMpnsHQYAADkahXEAAAAAABxI/fr1tWHDBj355JOWtr1796pnz54yDCNDC+MA4MjyuueXu6evvcOAgzAMQyNHjpSnp6fy5cunIkWKqHr16qpZs6a9QwMAIMegMA4AAAAAgAPp3r27GjRooLVr16pixYoaNWqUpk6dqkGDBmnMmDGZPv6WLVsyfQwAALKbhg0b6tixY4qLi1NERIQuXryomzdvqmrVqvrpp59UpEgRe4cIAIDDozAOAAAAAIAD+eijj5Q/f34988wzKlq0qEwmk7Zu3aqnnnrK3qEBAJBjpbTj2OnTp9W9e3cNGzZM33zzje2DAgAgh3GydwAAAAAAACBjDRs2TBMnTtTx48c1duxYiuIAAGRBTzzxhKZNm6YLFy7YOxQAAHIEjhgHAAAAAMCBfPbZZ5b/N2zYUF26dFFwcLDy588vSRo4cKC9QgMAAPepVauWtm3bZu8wAADIESiMAwAAAADgQKZMmWJ1v3Dhwpo/f74kyWQyURgHAMBGTpw4oSeffNJy/+DBg5o4caKOHDkik8mkChUq6K233lKlSpXsGCUAADkHhXEAAAAAABzImTNn7B0CAAA5Xnx8vCpVqqTTp0/L399fP/zwg9q3b69nn31WL7zwgiRp+/btql69ulasWKHnn3/ezhEDAOD4KIwDAAAAAAAAAJCBnJ2d5eHhobi4OEnS+++/r5EjR2rUqFFW/UaPHq3333+fwjgAADbgZO8AAAAAAABAxunQoYMmTJiQrP2TTz5Rx44d7RARAAA5U8GCBfXvv/9Kkk6ePKmuXbsm69O1a1cdO3bM1qEBAJAjURgHAAAAAMCBbNu2Ta1atUrW3rJlS23bts0OEQEAkDM1atRIc+fOlST5+/tr3759yfrs27dPvr6+tg4NAIAciVOpAwAAAADgQG7duiVXV9dk7S4uLoqIiLBDRAAA5EzDhw9XrVq15OfnpxdffFGvv/66zpw5o7p160qSduzYoQkTJmjgwIF2jhQAgJyBwjgAAAAAAA6kcuXKWrJkiT744AOr9m+//VYVKlSwU1QAAOQ8pUqV0o4dOzRgwABt3rxZhmEoODjYsrxQoUJ69913NWzYMDtGCQBAzkFhHAAAAAAABzJy5Ei1b99ep0+fVuPGjSVJGzdu1DfffKNly5bZOToAAHKW8uXLa8OGDbp9+7b+/fdfJSYmSpLy588vDw8PO0cHAEDOwjXGAQAAAABwIC+88IJWrlypU6dOqV+/fho2bJj++ecfbdiwQe3atbN3eAAA5Eh58+aVv7+/4uLidOzYMbm4uEiSDMOwc2QAAOQcHDEOAAAAAICDad26tVq3bm3vMAAAwP/377//qlOnTtq8ebNMJpNOnjypUqVKqU+fPsqfP78mTZpk7xABAHB4HDEOAAAAAICDCQsL01dffaV3331XN27ckCTt27dPFy5csHNkAADkTEOGDJGLi4vOnTunvHnzWtr/85//6JdffknzekJCQvTUU0/JbDbLz89P7dq10/Hjx636REdHKygoSAUKFJC7u7s6dOigK1euWPU5d+6cWrdurbx588rPz09vvfWW4uPjH28jAQDI4iiMAwAAAADgQA4ePKgnn3xSEyZM0KeffqqwsDBJ0vLlyxUcHGzf4AAAyKHWrVunCRMmqFixYlbtZcqU0d9//53m9WzdulVBQUHatWuX1q9fr7i4ODVv3lxRUVGWPkOGDNGPP/6oZcuWaevWrbp48aLat29vWZ6QkKDWrVsrNjZWv/32mxYsWKD58+frgw8+ePwNBQAgC+NU6gAAAAAAOJChQ4eqZ8+e+uSTT2Q2my3trVq1UpcuXewYGQAAOVdUVJTVkeJJbty4ITc3tzSv5/6jy+fPny8/Pz/t3btXDRs2VHh4uObOnavFixercePGkqR58+apfPny2rVrl+rUqaN169bpyJEj2rBhgwoWLKhq1arpww8/1DvvvKPRo0fL1dU12bgxMTGKiYmx3I+IiEhzzAAAZBUUxgEAAAAAcCB79uzRF198kay9aNGiunz5sh0iAgAADRo00Ndff60PP/xQkmQymZSYmKhPPvlEzz777COvNzw8XJLk7e0tSdq7d6/i4uLUtGlTS59y5cqpePHi2rlzp+rUqaOdO3eqcuXKKliwoKVPixYt9Oabb+rPP/9U9erVk40TEhKiMWPGPHKcAGBLt2/dtHcIeAS2eN0ojAMAAAAA4EDc3NxSPIrrxIkT8vX1tUNEAADgk08+UZMmTfTHH38oNjZWb7/9tv7880/duHFDO3bseKR1JiYmavDgwapXr54qVaokSbp8+bJcXV3l5eVl1bdgwYKWHeQuX75sVRRPWp60LCXBwcEaOnSo5X5ERIT8/f0fKW4AyCxms1kurq46cWCDvUPBI3JxdbU681lGozAOAAAAAIADadOmjcaOHaulS5dKuntE2rlz5/TOO++oQ4cOdo4OAICcqVKlSjpx4oRmzJghs9msW7duqX379goKClLhwoUfaZ1BQUE6fPiwtm/fnsHRJufm5pauU74DgD34+Pho0sSJioyMtHcomeLChQuaNWuW+vXrp6JFi9o7nExhNpvl4+OTaeunMA4AAAAAmYzTuGVf2fG1mzRpkl566SX5+fnpzp07atSokS5fvqzAwEB9/PHH9g4PAIAcy9PTU++9916GrKt///5avXq1tm3bpmLFilnaCxUqpNjYWIWFhVkdNX7lyhUVKlTI0mf37t1W67ty5YplGQBkZz4+PplaWM0KihYtqoCAAHuHkS1RGAcAAACATMJp3BxDZp/KLaN5enpq/fr12r59uw4ePKhbt26pRo0aVtcaBQAAtnfz5k3NnTtXR48elSRVqFBBvXr1slwfPC0Mw9CAAQO0YsUKbdmyJVlhpGbNmnJxcdHGjRstZ4o5fvy4zp07p8DAQEmy7Cx39epV+fn5SZLWr18vDw8PVahQISM2FQCALInCOAAAAABkEk7j5hgy+1RumaV+/fqqX7++vcMAAACStm3bphdeeEGenp6qVauWJOmzzz7T2LFj9eOPP6phw4ZpWk9QUJAWL16sVatWyWw2W64J7unpqTx58sjT01N9+vTR0KFD5e3tLQ8PDw0YMECBgYGqU6eOJKl58+aqUKGCXnnlFX3yySe6fPmy3n//fQUFBXG6dACAQ6MwDgAAAACZiNO4wdY+++yzVJcPHDjQRpEAAIAkQUFB+s9//qPZs2crV65ckqSEhAT169dPQUFBOnToUJrWM3v2bEnSM888Y9U+b9489ezZU5I0ZcoUOTk5qUOHDoqJiVGLFi00a9YsS99cuXJp9erVevPNNxUYGKh8+fKpR48eGjt27ONvKAAAWRiFcQAAAAAAHMiUKVOs7p8/f16FCxeWs7OzTCYThXEAAOzg1KlT+u677yxFcelugXro0KH6+uuv07wewzAe2id37tyaOXOmZs6c+cA+JUqU0Jo1a9I8LgAAjoDCOAAAAAAADuTMmTNW981ms7Zu3apSpUrZKSIAAFCjRg0dPXpUZcuWtWo/evSoqlataqeoAADIWSiMAwAAAADgwEwmk71DAAAgxxs4cKAGDRqkU6dOWa71vWvXLs2cOVPjx4/XwYMHLX2rVKlirzABAHBoFMYBAAAAAHBQe/bsUVRUlLy9ve0dCgAAOdrLL78sSXr77bdTXGYymWQYhkwmkxISEmwdHgAAOQKFcQAAAAAAHEj16tVlMpl0584dnTp1Sl26dJGXl5e9wwIAIEe7/1InAADA9iiMAwAAAADgQNq1aydJypMnjypVqqRWrVrZNyAAAKC///5bdevWlbMzP8kDAGAvZGEAAAAAABzIqFGj7B2CTcWH37J3CHgE9nrdrtyOs8u4eDy8bnAEzz77rC5duiQ/Pz97hwIAQI5FYRwAAAAAAAdy8ODBVJdXqVLFRpHYRtiOQ/YOAdnIwuM37R0CgBzKMAx7hwAAQI5HYRwAAAAAAAdSrVo1mUwmSf/7Ed5kMskwDJlMJiUkJNgzvAznVa+ynD3d7R0G0ik+/JZddmroVja/CuZ1sfm4eDxXbsexUwMcws6dO5U/f/4UlzVs2NDG0QAAkPNQGAcAAAAAwIHUr19foaGhGjFihLp06WIpkjsqZ093uRTwtHcYyCYK5nWRv7urvcMAkEO9+OKLKbY74o5rAABkRU72DgAAAAAAAGScbdu2af78+Zo/f746deqkf/75RyVKlLDcAACAfVy+fFmJiYnJbhTFAQCwDQrjAAAAAAA4mPbt2+vIkSPq0qWL2rZtq/bt2+vUqVP2DgsAgBzL0c/gAgBAdkBhHAAAAAAAB+Ts7KzBgwfr1KlTCggIUI0aNTR48GB7hwUAQI5kGIa9QwAAIMfjGuMAAAAAADiQ/Pnzp3hUWkxMjKZPn66pU6faPigAAHK4xMREe4cAAECOR2EcAAAAAAAHQuEbAICs6fTp05o6daqOHj0qSapQoYIGDRqkJ554ws6RAQCQM1AYBwAAAADAgfTo0cPeIQAAgPusXbtWbdq0UbVq1VSvXj1J0o4dO1SxYkX9+OOPatasmZ0jBADA8VEYBwAAAADAwWzfvl0JCQlq1KiRjh8/rp9++kk1atTQM888Y+/QAADIkUaMGKEhQ4Zo/PjxydrfeecdCuMAANhAtiuMz549W7Nnz9bZs2clSRUrVtQHH3ygli1bSpKio6M1bNgwffvtt4qJiVGLFi00a9YsFSxY0I5RAwAAAABgG5MmTVJwcLBcXFw0cuRITZo0Sf7+/hoxYoQ+//xz9e7d294hAgCQ4xw9elRLly5N1t67d+8ceRmU+PAoe4eAR2Cv1+3K7Xi7jIvHx2uHrCbbFcaLFSum8ePHq0yZMjIMQwsWLFDbtm21f/9+VaxYUUOGDNFPP/2kZcuWydPTU/3791f79u21Y8cOe4cOAAAAAECmmz17tv773/+qbNmyql27tqZOnap+/frps88+09SpUymMAwBgB76+vgoNDVWZMmWs2kNDQ+Xn52enqGzPbDbLxdVVYTsO2jsUPCIXV1eZzWabjGU2m+Xq4qKFx2/YZDxkDlcXF5vNGeBhsl1h/IUXXrC6//HHH2v27NnatWuXihUrprlz52rx4sVq3LixJGnevHkqX768du3apTp16tgjZAAAAAAAbOaff/5RvXr1VKxYMTk7O1u+H7/wwgt699137RwdAAA502uvvaa+ffvqr7/+Ut26dSXdvcb4hAkTNHToUDtHZzs+Pj6aNHGiIiMj7R1Kprhw4YJmzZqlfv36qWjRovYOJ1OYzWb5+PjYZCwfHx9NnDSJ+ZLN2XLOAA+T7Qrj90pISNCyZcsUFRWlwMBA7d27V3FxcWratKmlT7ly5VS8eHHt3LnzgYXxmJgYxcTEWO5HRERkeuwAAAAAAGQGT09PhYWFqVixYurRo4flR6jY2Fi5ubnZOToAAHKmkSNHymw2Wy55IklFihTR6NGjNXDgQDtHZ1s+Pj4OXyQrWrSoAgIC7B2GQ2C+AMhI2bIwfujQIQUGBio6Olru7u5asWKFKlSooNDQULm6usrLy8uqf8GCBXX58uUHri8kJERjxozJ5KgBAAAAAMh8LVq00Pnz51WpUiXNnj3b0r5r1y5VqVLFjpEBAJBzmUwmDRkyREOGDLEc/cqphQEAsK1sWRgvW7asQkNDFR4eru+++049evTQ1q1bH3l9wcHBVqeriYiIkL+/f0aECgAAAACATX399dcptrdr105t27a1cTQAAECSatSokeryffv22SgSAAByrmxZGHd1dVXp0qUlSTVr1tSePXs0bdo0/ec//1FsbKzCwsKsjhq/cuWKChUq9MD1ubm5cTo5AAAAAIBD8/T0tHcIAADkWKGhoRo2bJjc3d3tHQoAADlWtiyM3y8xMVExMTGqWbOmXFxctHHjRnXo0EGSdPz4cZ07d06BgYF2jhIAAAAAgMzXvn37VJcvX77cRpEAAIB7vfXWW/Lz87N3GAAA5FjZrjAeHBysli1bqnjx4oqMjNTixYu1ZcsWrV27Vp6enurTp4+GDh0qb29veXh4aMCAAQoMDFSdOnXsHToAAAAAAJlu5cqVMpvNatu2rXLlymXvcAAAAAAAyBKyXWH86tWr6t69uy5duiRPT09VqVJFa9euVbNmzSRJU6ZMkZOTkzp06KCYmBi1aNFCs2bNsnPUAAAAAADYxvr16zVs2DDt3btXn3zyiVq3bm3vkAAAgCSTyWTvEAAAyNGyXWF87ty5qS7PnTu3Zs6cqZkzZ9ooIgAAAAAAso4mTZpo//79mj9/vl5//XWVK1dOkydPVpUqVewdGgAAOdrIkSOVN2/eFJdNnjzZxtEAAJDzZLvCeHYQHx5l7xDwiOz12l25HW+XcfF47PW63b510y7j4vHwugEAAFsymUzq1auXOnfurE8//VQNGzZU+/bt9dFHH6lIkSL2Dg8AsgW+x2VfWfG1a9iwoY4fP57iMo4kBwDANiiMZyCz2SwXV1eF7Tho71DwGFxcXWU2m20yltlslquLixYev2GT8ZDxXF1cbDpfXFxddeLABpuMh4xny78vAAAg5/rss8+s7nt5eemNN97QzJkztWzZMkVGRtopMgDIXvj+jYy0ZcsWe4cAAECOR2E8A/n4+GjSxIkO+yPDhQsXNGvWLPXr109Fixa1dziZxmw2y8fHxyZj+fj4aOKkScyZbMzW84W/MdmbLecLAADIuaZMmZJiO59DACB9nqzaVHnd89s7DDyC27dusmMDAABIhsJ4BvPx8XH4HxuKFi2qgIAAe4fhMJgzSA/mCwAAAB7mzJkzlv9HRkbKMAx5eHjYMSIAyJ7yuueXu6evvcMAAABABnGydwAAAAAAACDjxMTE6P3331fBggXl5eWl/Pnzy9fXV8HBwbpz5469wwMAAAAAwC44YhwAAAAAAAfSo0cP7d69Wx999JEqVKggSfrzzz81fvx4/fXXX1qyZImdIwQAAAAAwPYojAMAAAAA4EB++OEHbdq0SXXq1LG01atXT5UqVVLTpk3tGBkAAAAAAPbDqdQBAAAAAHAggYGBunnzZrL2mzdvqm7dunaICAAAAAAA++OIcQAAAAAAHMDQoUMlSSVKlFDXrl3VrVs3OTvf/dofHx+vRYsW6cUXX7T0k6TJkyfbJVYAAAAAAGyNwjgAAAAAAA5g//79kqTExETdunVL+/fvtyqM37p1S6dPn7b0N5lMdokTAAAAAAB7oDAOAAAAAIAD2Lx5sySpd+/eevnll/XGG29YLZ89e7b27t2rr776yh7hAQAAAABgV1xjHAAAAAAAB7JkyRI1aNAgWXv9+vW1ePFiO0QEAAAAAID9URgHAAAAAMCBPP300+rTp482b96sS5cu6dKlS9q0aZNee+01Pf300/YODwAAAAAAu6AwDgAAAACAA/n2229VokQJNW/eXMWKFVOxYsUs/8/oI8ZDQkL01FNPyWw2y8/PT+3atdPx48czdAwAAAAAADIC1xgHAAAAAMCB+Pn5acmSJQoPD9eZM2ckSSVLlpSXl1eGj7V161YFBQXpqaeeUnx8vN599101b95cR44cUb58+TJ8PAAAAAAAHhWFcQAAAAAAHJCnp6eqVauWqWP88ssvVvfnz58vPz8/7d27Vw0bNkzxMTExMYqJibHcj4iIyNQYAQAAAACQOJU6AADIosaPHy+TyaTBgwfbOxQAAJBG4eHhkiRvb+8H9gkJCZGnp6fl5u/vb6vwAAAAAAA5GIVxAACQ5ezZs0dffPGFqlSpYu9QAABAGiUmJmrw4MGqV6+eKlWq9MB+wcHBCg8Pt9zOnz9vwygBAAAAADkVhXEAAJCl3Lp1S127dtWcOXOUP39+e4cDAADSKCgoSIcPH9a3336baj83Nzd5eHhY3QAAAAAAyGxcYxwAAGQpQUFBat26tZo2baqPPvrogf2y8/VJY2JidPHiRZuMFR0drf/+97+SpDlz5uiVV15R7ty5bTJ2kSJF5ObmZpOxAAD21b9/f61evVrbtm1TsWLF7B0OAAAAAADJUBgHAABZxrfffqt9+/Zpz549D+0bEhKiMWPG2CCqjHfx4kW99957Nh/37Nmz+vDDD2023scff6yAgACbjQcAsD3DMDRgwACtWLFCW7Zs4e8+AAAAACDLojAOAACyhPPnz2vQoEFav359mo5oDg4O1tChQy33IyIi5O/vn5khZpgiRYro448/ztQxZs2apQsXLkiSqlWrpvr162v79u0KDQ2VJBUtWlT9+vXL1BiKFCmSqesHANhfUFCQFi9erFWrVslsNuvy5cuSJE9PT+XJk8fO0QEAAAAA8D8UxgEAQJawd+9eXb16VTVq1LC0JSQkaNu2bZoxY4ZiYmKUK1cuyzI3N7dse5puNze3TD2iLjo6WhcuXJDJZNLcuXMtOxrUrVtX0dHR6tOnjy5cuKDChQvb7LTqAADHNHv2bEnSM888Y9U+b9489ezZ0/YBAQAAAADwABTGAQBAltCkSRMdOnTIqq1Xr14qV66c3nnnHauiOFI3Y8YMSVK9evXk6uqqI0eOKCwsTF5eXipXrpzq1q2rHTt2aMaMGRo+fLido8XD2PKa9PHx8Vq3bp0kac2aNWrevLmcnW3zlYFr0gPZk2EY9g4BAAAAAIA0oTAOAACyBLPZrEqVKlm15cuXTwUKFEjWjtRdu3ZNklSiRAkNGTLEcl+SfH191axZM+3YscOqHVmXva5Jv2PHDu3YscNm43FNegAAAODhtm3bpk8//VR79+7VpUuXtGLFCrVr186y3DAMjRo1SnPmzFFYWJjq1aun2bNnq0yZMpY+N27c0IABA/Tjjz/KyclJHTp00LRp0+Tu7m6HLQIAwHYojAMAADgYX19fnT9/XosWLVKNGjXUv39/+fv76/z581q1apUWL15s6YeszxbXpP/ll1/066+/yt3dXU2bNlW5cuV07NgxbdiwQbdu3VKDBg303HPPZWoMXJMeAAAAeLioqChVrVpVvXv3Vvv27ZMt/+STT/TZZ59pwYIFCggI0MiRI9WiRQsdOXLEcimtrl276tKlS1q/fr3i4uLUq1cv9e3b1/JdEQAAR0VhHAAAZFlbtmyxdwjZUr9+/fTqq69a/p83b15JUpkyZZItQ9aX2dekj4+P144dO+Tp6anp06dbTp1epUoVtW/fXgMGDNCOHTv02muv2ey06gCQHvHhUfYOAY/AXq/bldvxdhkXj4fXDfifli1bqmXLlikuMwxDU6dO1fvvv6+2bdtKkr7++msVLFhQK1euVOfOnXX06FH98ssv2rNnj2rVqiVJmj59ulq1aqWJEyeywyoAwKHxyxYAAICDOXv2rOX/r732murWrauWLVvq559/1m+//WbVr0KFCnaIEFnJunXrlJiYqI4dO0q6e23xq1evys/PT82bN9dLL72kuXPnat26dWrVqpWdowWA/zGbzXJxdVXYjoP2DgWPyMXVVWaz2SZjmc1mubq4aOHxGzYZDxnP1cXFZvMFyK7OnDmjy5cvq2nTppY2T09PPf3009q5c6c6d+6snTt3ysvLy1IUl6SmTZvKyclJv//+u1588cUU1x0TE6OYmBjL/YiIiMzbEAAAMgmFcQAAAAcTFhYmSSpZsqTOnj2b7FrRSe1J/ZCzXb16VdLdHSX+7//+T4mJiZZlixcv1rPPPmvVDwCyCh8fH02aOFGRkZH2DiVTXLhwQbNmzVK/fv1UtGhRe4eTKcxms3x8fGwylo+PjyZOmsR8ycZsOV+A7Ory5cuSpIIFC1q1FyxY0LLs8uXL8vPzs1ru7Owsb29vS5+UhISEaMyYMRkcMQAAtkVhHAAAwMF4eXlJknr16iV/f3/NmDFD165dk6+vr/r3769z585p9OjRln7I2ZJ+FNuwYYM8PT3VsWNH1ahRQ/v27dOyZcu0ceNGq34AkJX4+Pg4fKGsaNGimXpJjZyE+QIAjy44OFhDhw613I+IiJC/v78dIwIAIP0ojAMAADiYcuXKydfXV6tWrdLQoUM1fPhwy7LExET98MMP8vX1Vbly5ewYJbKKxo0ba+HChTKZTJoyZYpy585taa9bt6769OkjwzDUuHFjO0cKAAAAIDWFChWSJF25ckWFCxe2tF+5ckXVqlWz9Ln/bFDx8fG6ceOG5fEpcXNzk5ubW8YHDQCADTnZOwAAAABkLCcnJ3Xt2lX79+/XpEmTtHbtWm3ZskVr167VpEmTtH//fnXt2lVOTnwUhLRp0yZJkmEYGjJkiDZu3KgbN25o48aNGjJkiAzDsOoHAAAAIGsKCAhQoUKFLGd9ku4e2f37778rMDBQkhQYGKiwsDDt3bvX0mfTpk1KTEzU008/bfOYAQCwJY4YBwAAcEC1a9dW69attWbNGu3fv9/S7uTkpNatW6t27dp2jA5ZSdLRIk2bNtWmTZs0d+5cyzInJyc1bdpUGzZs4BrjAAAAQBZw69YtnTp1ynL/zJkzCg0Nlbe3t4oXL67Bgwfro48+UpkyZRQQEKCRI0eqSJEiateunSSpfPnyeu655/Taa6/p888/V1xcnPr376/OnTurSJEidtoqAABsg8I4AACAA9q9e7d++uknVatWTVWrVpWrq6tiY2N14MAB/fTTTypdujTFcUj637XDS5Ysqfnz52vdunW6evWq/Pz81Lx5c23dutWqHwAAAAD7+eOPP/Tss89a7idd97tHjx6aP3++3n77bUVFRalv374KCwtT/fr19csvv1gumSRJixYtUv/+/dWkSRM5OTmpQ4cO+uyzz2y+LQAA2BqFcQAAAAeTmJioRYsWqXr16ho6dKjVKdObNm2qyZMna9GiRapVqxanU4eaN2+uxYsXa9myZWrYsKFatWplWRYfH6/vvvtOTk5Oat68uR2jBAAAACBJzzzzjOVyRykxmUwaO3asxo4d+8A+3t7eWrx4cWaEBwBAlsYvoQAAAA7m2LFjunbtmtq2bZus8O3k5KQ2bdro2rVrOnbsmJ0iRFbi7OysVq1aKTw8XAMGDLC6xviAAQMUHh6uVq1aydmZfWoBAAAAAACQffHrFgAAgIMJCwuTJPn7+6e4PKk9qR/QpUsXSdKaNWuSXWP8+eeftywHAAAAAAAAsiuOGAcAAHAwXl5ekqTz58+nuDypPakfkCQxMTHV+wAAAAAAAEB2RWEcAADAwZQrV06+vr5atWpVioXOH374Qb6+vipXrpydIkRWs3jxYq1evVqenp569dVXNWvWLL366qvy9PTU6tWruf4gAAAAAAAAsj0K4wAAAA7GyclJXbt21f79+zV58mSdOHFCd+7c0YkTJzR58mTt379fXbt2TXb9ceRM8fHxWrNmjTw9PTV9+nQ1btxYXl5eaty4saZPny5PT0+tWbNG8fHx9g4VAAAAAAAAeGRcYxwAAMAB1a5dW4MGDdKiRYs0evRoS7uvr68GDRqk2rVr2y84ZCnr1q1TYmKiOnbsKGdn668Hzs7OeumllzR37lytW7dOrVq1slOUAAAAAAAAwOOhMA4AAOCgateurVq1aunYsWMKCwuTl5eXypUrx5HisHL16lVJUo0aNVJcXr16dat+AAAAAAAAQHZEYRwAAMCBOTk5qUKFCvYOA1mYn5+fJGnfvn1q3LhxsuX79++36gcAAAAAAABkRxwuBAAAAORgzZs3l5OTk5YtW5bsOuLx8fH67rvv5OTkpObNm9spQgAAAAAAAODxURgHAAAAcjBnZ2e1atVK4eHhGjBggDZu3KgbN25o48aNGjBggMLDw9WqVatk1x8HAAAAAAAAshN+3QIAAAByuC5dukiS1qxZo7lz51ranZyc9Pzzz1uWAwAAAAAAANkVhXEAAAAA6tKlizp16qR169bp6tWr8vPzU/PmzTlSHAAAAAAAAA6BX7kAAAAASPrfadUBAAAAAAAAR0NhHAAAwIHFx8dzBDAAAAAAAACAHI9fRQEAABzU4sWLtWbNGiUmJlq1tWrVimtGAwAAAA9x+9ZNe4eAR8RrBwAAUkJhHAAAwAEtXrxYq1evlqenpzp27KgaNWpo3759WrZsmVavXi1JFMcBAACAFJjNZrm4uurEgQ32DgWPwcXVVWaz2d5hAACALITCOAAAgIOJj4/XmjVr5OnpqenTp1tOnd64cWM1bNhQAwYM0Jo1a9SpUydOqw4AAADcx8fHR5MmTlRkZKS9Q8k0Fy5c0KxZs9SvXz8VLVrU3uFkCrPZLB8fH3uHAQAAshB+CQUAAHAw69atU2Jiojp27CgnJycdOXJEYWFh8vLyUrly5fTSSy9p7ty5WrdunVq1amXvcAEAAIAsx8fHJ0cUVYsWLaqAgAB7hwEAAGATFMYBAAAczNWrVyVJJpNJQ4YM0bVr1yzLfH191bZtW6t+AAAAAAAAAODoKIwDAAA4GD8/P0nSnDlzVKNGDfXv31/+/v46f/68Vq1apa+++sqqHwAAAAAAAAA4Oid7BwAAAICM1bRpU0mSs7OzBg4cqDJlyih37twqU6aMBg4caLmueFI/AAAAAAAAAHB0FMYBAAAczKlTpyRJ8fHxGjRokDZu3KgbN25o48aNGjRokOLj4636AQAAAAAAAICj41TqAAAADiYsLEyS9Nxzz2ndunWaO3euZZmTk5NatGihtWvXWvoBAAAAAAAAgKOjMA4AAOBgvLy8JEmBgYHq0qWL1q1bp6tXr8rPz0/NmzfXX3/9pbVr11r6AQAAAAAAAICjozAOAADgYMqVKydfX1+tWrVKQ4cOVatWrSzLEhMT9cMPP8jX11flypWzY5QAAAAAAAAAYDtcYxwAAMDBODk5qWvXrtq/f78mT56sEydO6M6dOzpx4oQmT56s/fv3q2vXrnJy4qMgAAAAAAAAgJyBI8YBAAAcUO3atTVo0CAtWrRIo0ePtrT7+vpq0KBBql27tv2CQ5aVmJioY8eOKSwsTF5eXipXrhw7UAAAAAAAAMAhUBgHAABwULVr11atWrUodCJNdu/erUWLFunatWuWNl9fX3Xt2pUdKQAAAAAAAJDtURgHAABwYE5OTqpQoYK9w0AWt3v3bk2bNk3Vq1dX//795e/vr/Pnz2vVqlWaNm0aZxkAAAAAAABAtsfhQgAAAEAOlpiYqEWLFql69eoaOnSoypQpo9y5c6tMmTIaOnSoqlevrkWLFikxMdHeoQIAAAAAAACPjMI4AAAAkIMdO3ZM165dU9u2bZOdZt/JyUlt2rTRtWvXdOzYMTtFCAAAAAAAADw+CuMAAABADhYWFiZJ8vf3T3F5UntSPwAAAAAAACA7ojAOAAAA5GBeXl6SpPPnz6e4PKk9qR8AAAAAAACQHVEYBwAAAHKwcuXKydfXV6tWrUp2HfHExET98MMP8vX1Vbly5ewUIQAAAAAAAPD4KIwDAAAAOZiTk5O6du2q/fv3a/LkyTpx4oTu3LmjEydOaPLkydq/f7+6du2a7PrjAAAAAAAAQHbibO8AAAAAANhX7dq1NWjQIC1atEijR4+2tPv6+mrQoEGqXbu2/YIDAAAAAAAAMkC2K4yHhIRo+fLlOnbsmPLkyaO6detqwoQJKlu2rKVPdHS0hg0bpm+//VYxMTFq0aKFZs2apYIFC9oxcgAAACDrql27tmrVqqVjx44pLCxMXl5eKleuHEeKAwAAAAAAwCFku1+5tm7dqqCgIO3atUvr169XXFycmjdvrqioKEufIUOG6Mcff9SyZcu0detWXbx4Ue3bt7dj1AAAAEDW5+TkpAoVKqhu3bqqUKECRXEAAAAAAAA4jGx3xPgvv/xidX/+/Pny8/PT3r171bBhQ4WHh2vu3LlavHixGjduLEmaN2+eypcvr127dqlOnTrJ1hkTE6OYmBjL/YiIiMzdCAAAAAAAAAAAAACAzWT7Q0DCw8MlSd7e3pKkvXv3Ki4uTk2bNrX0KVeunIoXL66dO3emuI6QkBB5enpabv7+/pkfOAAAAAAAAAAAAADAJrJ1YTwxMVGDBw9WvXr1VKlSJUnS5cuX5erqKi8vL6u+BQsW1OXLl1NcT3BwsMLDwy238+fPZ3boAAAAAAAAAAAAAAAbyXanUr9XUFCQDh8+rO3btz/Wetzc3OTm5pZBUQEAAAAAAAAAAAAAspJse8R4//79tXr1am3evFnFihWztBcqVEixsbEKCwuz6n/lyhUVKlTIxlECAAAAAAAAAAAAAOwt2xXGDcNQ//79tWLFCm3atEkBAQFWy2vWrCkXFxdt3LjR0nb8+HGdO3dOgYGBtg4XAAAAAAAAAAAAAGBn2e5U6kFBQVq8eLFWrVols9lsuW64p6en8uTJI09PT/Xp00dDhw6Vt7e3PDw8NGDAAAUGBqpOnTp2jh4AAAAAAAAAAAAAYGvZrjA+e/ZsSdIzzzxj1T5v3jz17NlTkjRlyhQ5OTmpQ4cOiomJUYsWLTRr1iwbRwoAAAAAAAAAAAAAyAqyXWHcMIyH9smdO7dmzpypmTNn2iAiAAAAAAAAAAAAAEBWlu2uMQ4AAAAAAAAAAAAAQHpQGAcAAAAAAAAAAAAAODQK4wAAAAAAAAAAAAAAh0ZhHAAAAAAAAAAAAADg0CiMAwAAAAAAAAAAAAAcGoVxAAAAAADwWGbOnKmSJUsqd+7cevrpp7V79257hwQAAB6C/A0AyGkojAMAAAAAgEe2ZMkSDR06VKNGjdK+fftUtWpVtWjRQlevXrV3aAAA4AHI3wCAnIjCOAAAAAAAeGSTJ0/Wa6+9pl69eqlChQr6/PPPlTdvXv3f//2fvUMDAAAPQP4GAOREzvYOAI8uJiZGFy9etNl4Fy5csPrXlooUKSI3Nzebj+tocsqcYb5kDOYLAADZT07J3xI5PKuIjY3V3r17FRwcbGlzcnJS06ZNtXPnzhQfExMTo5iYGMv9iIiITI8zI+SU9xfvrYzBfEF6MWdgS+TvzMN7K3tjviC9mDPZD4XxbOzixYt67733bD7urFmzbD7mxx9/rICAAJuP62hyypxhvmQM5gsAANlPTsnfEjk8q7h+/boSEhJUsGBBq/aCBQvq2LFjKT4mJCREY8aMsUV4GSqnvL94b2UM5gvSizkDWyJ/Zz7eW9kT8wXpxZzJfkyGYRj2DiKriYiIkKenp8LDw+Xh4WHvcB7I1nui2JMj7Y1iTzllzjBfMgbzJWvILjkpK+C5AoCck78lcnhWcfHiRRUtWlS//fabAgMDLe1vv/22tm7dqt9//z3ZY1I64szf3z/LP1c55f2V1d9b2QXzBenFnMkayN/k7+wqq7+3sgvmC9KLOZM1pCd/c8R4Nubm5uYwe2jANpgzSA/mCwAA2Q/5G7bm4+OjXLly6cqVK1btV65cUaFChVJ8jJubW5b+UeVBeH8hPZgvSC/mDGyJ/A2kjPmC9GLOZD9O9g4AAAAAAABkT66urqpZs6Y2btxoaUtMTNTGjRutjkADAABZB/kbAJBTccQ4AAAAAAB4ZEOHDlWPHj1Uq1Yt1a5dW1OnTlVUVJR69epl79AAAMADkL8BADkRhXEAAAAAAPDI/vOf/+jatWv64IMPdPnyZVWrVk2//PKLChYsaO/QAADAA5C/AQA5EYVxAAAAAADwWPr376/+/fvbOwwAAJAO5G8AQE7DNcYBAAAAAAAAAAAAAA6NwjgAAAAAAAAAAAAAwKFRGAcAAFlCSEiInnrqKZnNZvn5+aldu3Y6fvy4vcMCAAAAAAAAADgACuMAACBL2Lp1q4KCgrRr1y6tX79ecXFxat68uaKiouwdGgAAAAAAAAAgm3O2dwAAAACS9Msvv1jdnz9/vvz8/LR37141bNgwWf+YmBjFxMRY7kdERGR6jAAAAAAAAACA7IkjxgEAQJYUHh4uSfL29k5xeUhIiDw9PS03f39/W4YHAAAAAAAAAMhGKIwDAIAsJzExUYMHD1a9evVUqVKlFPsEBwcrPDzccjt//ryNowQAAAAAAAAAZBecSh0AAGQ5QUFBOnz4sLZv3/7APm5ubnJzc7NhVAAAAAAAAACA7IrCOAAAyFL69++v1atXa9u2bSpWrJi9wwEAAAAAAAAAOAAK4wAAIEswDEMDBgzQihUrtGXLFgUEBNg7JAAAAAAAAACAg6AwDgAAsoSgoCAtXrxYq1atktls1uXLlyVJnp6eypMnj52jAwAAAAAAAABkZxTGU2AYhiQpIiLCzpEAAHK6pFyUlJsc2ezZsyVJzzzzjFX7vHnz1LNnz4c+nvwNAMhKclIOf1zkcABAVkH+TjvyNwAgq0hP/qYwnoLIyEhJkr+/v50jAQDgrsjISHl6eto7jEz1uD88kL8BAFlRTsjhj4scDgDIasjfD0f+BgBkNWnJ3yaD3d+SSUxM1MWLF2U2m2UymewdTpYREREhf39/nT9/Xh4eHvYOB9kAcwbpwXxJmWEYioyMVJEiReTk5GTvcLI08veD8f5CejBfkB7Mlwcjh6cdOTxlvL+QHswXpBdzJmXk77Qjf6eM9xbSg/mC9GLOpCw9+ZsjxlPg5OSkYsWK2TuMLMvDw4M3HNKFOYP0YL4kx17qaUP+fjjeX0gP5gvSg/mSMnJ42pDDU8f7C+nBfEF6MWeSI3+nDfk7dby3kB7MF6QXcya5tOZvdnsDAAAAAAAAAAAAADg0CuMAAAAAAAAAAAAAAIdGYRxp5ubmplGjRsnNzc3eoSCbYM4gPZgvQObh/YX0YL4gPZgvQObh/YX0YL4gvZgzQObgvYX0YL4gvZgzj89kGIZh7yAAAAAAAAAAAAAAAMgsHDEOAAAAAAAAAAAAAHBoFMYBAAAAAAAAAAAAAA6NwjgAAAAAAAAAAAAAwKFRGAcAAAAAAAAAAAAAODQK40iTbdu26YUXXlCRIkVkMpm0cuVKe4eELCokJERPPfWUzGaz/Pz81K5dOx0/ftzeYSELmz17tqpUqSIPDw95eHgoMDBQP//8s73DAhwC+RvpQQ5HepC/gcxD/kZ6kL+RHuRvIPOQv5Ee5G+kB/k7Y1EYR5pERUWpatWqmjlzpr1DQRa3detWBQUFadeuXVq/fr3i4uLUvHlzRUVF2Ts0ZFHFihXT+PHjtXfvXv3xxx9q3Lix2rZtqz///NPeoQHZHvkb6UEOR3qQv4HMQ/5GepC/kR7kbyDzkL+RHuRvpAf5O2OZDMMw7B0EsheTyaQVK1aoXbt29g4F2cC1a9fk5+enrVu3qmHDhvYOB9mEt7e3Pv30U/Xp08feoQAOg/yN9CKHI73I30DGI38jvcjfSC/yN5DxyN9IL/I30ov8/eic7R0AAMcWHh4u6e4fauBhEhIStGzZMkVFRSkwMNDe4QBAjkYOR1qRvwEg6yB/I63I3wCQdZC/kVbk78dHYRxApklMTNTgwYNVr149VapUyd7hIAs7dOiQAgMDFR0dLXd3d61YsUIVKlSwd1gAkGORw5EW5G8AyFrI30gL8jcAZC3kb6QF+TvjUBgHkGmCgoJ0+PBhbd++3d6hIIsrW7asQkNDFR4eru+++049evTQ1q1bSe4AYCfkcKQF+RsAshbyN9KC/A0AWQv5G2lB/s44FMYBZIr+/ftr9erV2rZtm4oVK2bvcJDFubq6qnTp0pKkmjVras+ePZo2bZq++OILO0cGADkPORxpRf4GgKyD/I20In8DQNZB/kZakb8zDoVxABnKMAwNGDBAK1as0JYtWxQQEGDvkJANJSYmKiYmxt5hAECOQg7H4yJ/A4Dtkb/xuMjfAGB75G88LvL3o6MwjjS5deuWTp06Zbl/5swZhYaGytvbW8WLF7djZMhqgoKCtHjxYq1atUpms1mXL1+WJHl6eipPnjx2jg5ZUXBwsFq2bKnixYsrMjJSixcv1pYtW7R27Vp7hwZke+RvpAc5HOlB/gYyD/kb6UH+RnqQv4HMQ/5GepC/kR7k74xlMgzDsHcQyPq2bNmiZ599Nll7jx49NH/+fNsHhCzLZDKl2D5v3jz17NnTtsEgW+jTp482btyoS5cuydPTU1WqVNE777yjZs2a2Ts0INsjfyM9yOFID/I3kHnI30gP8jfSg/wNZB7yN9KD/I30IH9nLArjAAAAAAAAAAAAAACH5mTvAAAAAAAAAAAAAAAAyEwUxgEAAAAAAAAAAAAADo3COAAAAAAAAAAAAADAoVEYBwAAAAAAAAAAAAA4NArjAAAAAAAAAAAAAACHRmEcAAAAAAAAAAAAAODQKIwDAAAAAAAAAAAAABwahXEAAAAAAAAAAAAAgEOjMA4AD/DKK69o3LhxmT7OL7/8omrVqikxMTHTxwIAwNGRvwEAyH7I3wAAZD/kb2RHFMYBIAUHDhzQmjVrNHDgQEvb8uXL1bx5cxUoUEAmk0mhoaFpWlebNm1UvHhx5c6dW4ULF9Yrr7yiixcvWpY/99xzcnFx0aJFizJ6MwAAyFHI3wAAZD/kbwAAsh/yN7IrCuMAkILp06erY8eOcnd3t7RFRUWpfv36mjBhQrrW9eyzz2rp0qU6fvy4vv/+e50+fVovvfSSVZ+ePXvqs88+y5DYAQDIqcjfAABkP+RvAACyH/I3si0DQJosWLDA8Pb2NqKjo63a27Zta3Tr1s0YNWqUUbVqVePzzz83ihUrZuTJk8fo2LGjERYWZumbkJBgjBkzxihatKjh6upqVK1a1fj5558ty8+cOWNIstzy589vvPjii8b169ctfW7evGn06dPH8PHxMcxms/Hss88aoaGhluVJcdxr8+bNhiTj5s2bhmEYxrx58wxPT89Hfi4OHz5stG7d2jCbzYa7u7tRv35949SpU8aoUaOs4r/31qhRI8MwDKNHjx5G27ZtjdGjR1u24fXXXzdiYmKsnqdx48YZJUuWNHLnzm1UqVLFWLZsWZpiSDJ37lyjQoUKhqurq1GoUCEjKCjIsmzSpElGpUqVjLx58xrFihUz3nzzTSMyMtKyPD4+3vD09DRWr16d4vYnvU779+9/pOdv1apVhslkMmJjYy1tf//9tyHJahsAAI+P/P0/5G/yNwBkF+Tv/yF/k78BILsgf/8P+Zv8jayLI8aBNOrYsaMSEhL0ww8/WNquXr2qn376Sb1795YknTp1SkuXLtWPP/6oX375Rfv371e/fv0s/adNm6ZJkyZp4sSJOnjwoFq0aKE2bdro5MmTVmNt2LBBly5d0k8//aTdu3frk08+sYrj6tWr+vnnn7V3717VqFFDTZo00Y0bNzL5GbjrwoULatiwodzc3LRp0ybt3btXvXv3Vnx8vIYPH65Lly7p0qVLGjZsmAIDAy33ly9fblnHxo0bdfToUW3ZskXffPONli9frjFjxliWh4SE6Ouvv9bnn3+uP//8U0OGDFG3bt20devWh8YgSbNnz1ZQUJD69u2rQ4cO6YcfflDp0qUt63dyctJnn32mP//8UwsWLNCmTZv09ttvW5YfPHhQ4eHhqlWrVoY/fzdu3NCiRYtUt25dubi4WNqLFy+uggUL6tdff83wMQEgJyN/30X+fjzkbwCwLfL3XeTvx0P+BgDbIn/fRf5+PORvZDp7V+aB7OTNN980WrZsabk/adIko1SpUkZiYqIxatQoI1euXMY///xjWf7zzz8bTk5OxqVLlwzDMIwiRYoYH3/8sdU6n3rqKaNfv36GYSTfk+rSpUtG6dKlLY/59ddfDQ8Pj2R73T3xxBPGF198YRhG5u/xFhwcbAQEBFjtrZWSUaNGWfZyu1ePHj0Mb29vIyoqytI2e/Zsw93d3UhISDCio6ONvHnzGr/99pvV4/r06WO8/PLLaYqhSJEixnvvvZfmbVq2bJlRoEABy/0VK1YYuXLlMhITE1Ps/yh7vL399ttG3rx5DUlGnTp1rPZiTFK9enVj9OjRaV4nACBtyN/kb8MgfwNAdkP+Jn8bBvkbALIb8jf52zDI38jaOGIcSIfXXntN69at04ULFyRJ8+fPV8+ePWUymSTd3WupaNGilv6BgYFKTEzU8ePHFRERoYsXL6pevXpW66xXr56OHj1q1Va3bl25u7urcOHC8vf317BhwyRJBw4c0K1bt1SgQAG5u7tbbmfOnNHp06ctjz906JDV8pYtWybblvDwcLm7u8vDw0NlypTR8OHDFRcX99DnIDQ0VA0aNLDaWyu9qlatqrx581ruBwYG6tatWzp//rxOnTql27dvq1mzZlbb8PXXX1u2MbUYrl69qosXL6pJkyYPHH/Dhg1q0qSJihYtKrPZrFdeeUX//vuvbt++LUm6c+eO3NzcLK9rWr3xxhtWMd/rrbfe0v79+7Vu3TrlypVL3bt3l2EYVn3y5MljiQEAkHHI3+Tv1JC/ASBrIn+Tv1ND/gaArIn8Tf5ODfkbWYGzvQMAspPq1auratWq+vrrr9W8eXP9+eef+umnnzJ8nCVLlqh8+fK6fPmyBg0apOHDh2v69Om6deuWChcurC1btiR7jJeXl+X/ZcuWtTplze+//65u3bpZ9Tebzdq3b58Mw9CRI0fUo0cPFSpUSMOHD081tjx58jzWtj3MrVu3JEk//fST1YckSXJzc3toDA+L7+zZs3r++ef15ptv6uOPP5a3t7e2b9+uPn36KDY2Vnnz5pWPj49u376t2NhYubq6pjn2sWPHPvD58/HxkY+Pj5588kmVL19e/v7+2rVrlwIDAy19bty4IV9f3zSPBwBIG/I3+Ts15G8AyJrI3+Tv1JC/ASBrIn+Tv1ND/kZWQGEcSKdXX31VU6dO1YULF9S0aVP5+/tblp07d04XL15UkSJFJEm7du2Sk5OTypYtKw8PDxUpUkQ7duxQo0aNLI/ZsWOHateubTWGv7+/SpcurdKlS6tXr14aP368pk+frho1aujy5ctydnZWyZIlHxijq6ur1TVB/vnnn2R9nJycLH3KlCmjZs2aKTQ09KHbX6VKFS1YsEBxcXGPvNfbgQMHdOfOHUsS3rVrl9zd3eXv7y9vb2+5ubnp3LlzVs9TWmMwm80qWbKkNm7cqGeffTbZY/fu3avExERNmjRJTk53T5qxdOlSqz7VqlWTJB05csTy/7Tw8/OTn5/fQ/slJiZKkmJiYixt0dHROn36tKpXr57m8QAAaUf+Jn8/CPkbALIu8jf5+0HI3wCQdZG/yd8PQv5GVsCp1IF06tKli/755x/NmTNHvXv3tlqWO3du9ejRQwcOHNCvv/6qgQMHqlOnTipUqJCku6cDmTBhgpYsWaLjx49rxIgRCg0N1aBBg6zW8++//+ry5cs6ePCgvvnmG5UrV06S1LRpUwUGBqpdu3Zat26dzp49q99++03vvfee/vjjj3RvS3R0tO7cuaO9e/dq+/btqlSp0kMf079/f0VERKhz5876448/dPLkSf33v//V8ePH0zxubGys+vTpoyNHjmjNmjUaNWqU+vfvLycnJ5nNZg0fPlxDhgzRggULdPr0ae3bt0/Tp0/XggUL0hTD6NGjNWnSJH322Wc6efKk5fGSVLp0acXFxWn69On666+/9N///leff/65VXy+vr6qUaOGtm/fbtV+48YNhYaG6siRI5Kk48ePKzQ0VJcvX37gtv7++++aMWOGQkND9ffff2vTpk16+eWX9cQTT1jt7bZr1y65ublZtQEAMg75m/xN/gaA7If8Tf4mfwNA9kP+Jn+Tv5Gl2e/y5kD29corrxje3t5GdHS0pW3UqFFG1apVjVmzZhlFihQxcufObbz00kvGjRs3LH0SEhKM0aNHG0WLFjVcXFyMqlWrGj///LNl+ZkzZwxJlpuXl5fx/PPPG2fOnLH0iYiIMAYMGGAUKVLEcHFxMfz9/Y2uXbsa586ds4rjXps3bzYkGTdv3jQMwzDmzZtnGcNkMhmFChUy3nzzTSMmJiZN23/gwAGjefPmRt68eQ2z2Ww0aNDAOH36tFWfUaNGGY0aNUr22B49ehht27Y1PvjgA6NAgQKGu7u78dprr1k9l4mJicbUqVONsmXLGi4uLoavr6/RokULY+vWrWmO4fPPP7c8vnDhwsaAAQMsyyZPnmwULlzYyJMnj9GiRQvj66+/tnp+DMMwZs2aZdSpU8cq9nuft3tvo0aNeuBzdfDgQePZZ581vL29DTc3N6NkyZLGG2+8Yfzzzz9W/fr27Wu8/vrrD1wPAODxkb/J3+RvAMh+yN/kb/I3AGQ/5G/yN/kbWZXJMO67ej2Ah2rSpIkqVqyozz77zNI2evRorVy5Mk2nU8nJevbsqbCwMK1cudLeoaTqzp07Klu2rJYsWZLpe6Fdv35dZcuW1R9//KGAgIBMHQsAcjLy96MjfydH/gYA2yB/Pzryd3LkbwCwDfL3oyN/J0f+RkbiGuNAOty8eVNbtmzRli1bNGvWLHuHg0yUJ08eff3117p+/Xqmj3X27FnNmjWLpA4AmYT8nXOQvwHAcZC/cw7yNwA4DvJ3zkH+RnZFYRxIh+rVq+vmzZuaMGGCypYta+9wMsUbb7yhhQsXprisW7duya4n4sieeeYZm4xTq1Yt1apVyyZjAUBORP4mf2cG8jcAZC7yN/k7M5C/ASBzkb/J35mB/I2MxKnUAVi5evWqIiIiUlzm4eEhPz8/G0cEAAAehvwNAED2Q/4GACD7IX8D2RuFcQAAAAAAAAAAAACAQ3OydwAAAAAAAAAAAAAAAGQmCuMAAAAAAAAAAAAAAIdGYRwAAAAAAAAAAAAA4NAojAMAAAAAAAAAAAAAHBqFcQAAAAAAAAAAAACAQ6MwDgAAAAAAAAAAAABwaBTGAQAAAAAAAAAAAAAOjcI4AAAAAAAAAAAAAMChURgHAAAAAAAAAAAAADg0CuMAAAAAAAAAAAAAAIdGYRwAAAAAAAAAAAAA4NAojAMAAAAAAAAAAAAAHBqFcQAOJyoqSufPn9fNmzftHQoAAAAAAAAAAACyAArjABzCsmXL1KRJE5nNZrm7u6t48eL65JNP7B0WAAAAAAAAAAAAsgAK49nI/PnzZTKZLLfcuXPrySefVP/+/XXlyhV7hwfYzYgRI9SpUyeZzWbNmTNH69ev14YNG9SvXz97hwYAWR6fLwAAsA9yMAAAGYvcCgB4GGd7B4D0Gzt2rAICAhQdHa3t27dr9uzZWrNmjQ4fPqy8efPaOzzAprZu3aoJEyYoJCREI0aMsHc4AJBt8fkCAAD7IAcDAJCxyK0AgAehMJ4NtWzZUrVq1ZIkvfrqqypQoIAmT56sVatW6eWXX7ZzdIBtTZw4UXXr1qUoDgCPic8XAADYBzkYAICMRW4FADwIp1J3AI0bN5YknTlzRpJ048YNDR8+XJUrV5a7u7s8PDzUsmVLHThwINljo6OjNXr0aD355JPKnTu3ChcurPbt2+v06dOSpLNnz1qdfub+2zPPPGNZ15YtW2QymbRkyRK9++67KlSokPLly6c2bdro/Pnzycb+/fff9dxzz8nT01N58+ZVo0aNtGPHjhS38Zlnnklx/NGjRyfru3DhQtWsWVN58uSRt7e3OnfunOL4qW3bvRITEzV16lRVrFhRuXPnVsGCBfX666/r5s2bVv1Kliyp559/Ptk4/fv3T7bOlGL/9NNPkz2nkhQTE6NRo0apdOnScnNzk7+/v95++23FxMRY9bt+/bqOHTum27dvJ4vhfqm9piVLlrTqGxUVpWHDhsnf319ubm4qW7asJk6cKMMw0rS+e7cpM+bIrl27VKlSJXXu3Fne3t7KkyePnnrqKa1cuTLFbe/Zs2ea5tKxY8f00ksvydvbW7lz51atWrX0ww8/WPVJOj3TH3/8YdV+/fr1ZOscPXp0snlw69YtFSpUSCaTSVu2bEn3tqdF0o4DBQoUUJ48eVSzZk199913Kfa9/3RTKb3Pk/qcPXvW0vbnn38qf/78ev755xUfH29p/+uvv9SxY0d5e3srb968qlOnjn766SerMZPmREq37du3W/rt379fLVu2lIeHh9zd3dWkSRPt2rUrxe140N+L+fPnW/WbPXu2KlWqpLx581r1e9DzA+Q0fL6wxueLjPl8YRiGSpYsqbZt2yZ7fHR0tDw9PfX6669btacld/fs2VPu7u4PjVGSfv75ZzVq1Ehms1keHh566qmntHjx4jQ99q+//pLJZNKUKVOSLfvtt99kMpn0zTffWLWnZ56lJul5qFatWrJlISEhMplMyZ6DtM6JpPdZSjnQ3d1dPXv2TFesAB4POdgaOTj1HJz0Ot3/nbJnz57Jvt+n5/vhwoULVbt2beXNm1f58+dXw4YNtW7dOkl3n5u0/q6Qkb8pxMbG6oMPPlDNmjXl6empfPnyqUGDBtq8eXOqz1FqHjTmvc9nankyyf3P96hRo+Tk5KSNGzda9evbt69cXV0t79+0blPS/J44cWKysStVqpTie/f+OdG6desU5+rmzZvVoEED5c+f3+o56N+//wO3F8huyK3WyK2p59ZGjRqpatWqKS4rW7asWrRoIcn6b/OUKVNUokQJ5cmTR40aNdLhw4eTPXbTpk1q0KCB8uXLJy8vL7Vt21ZHjx616pP0G3LSzWw2q3bt2in+1p2W+ZG0vuvXr1u1//HHH8l+L03P9+rU3L8N99/u/432Yc/Lw9Z3f85btmyZZX77+PioW7duunDhQrI40/J6JMnJ76+k3/iLFCkiJycnS4yVKlVK8bnKDjhi3AEkJeECBQpIujtRV65cqY4dOyogIEBXrlzRF198oUaNGunIkSMqUqSIJCkhIUHPP/+8Nm7cqM6dO2vQoEGKjIzU+vXrdfjwYT3xxBOWMV5++WW1atXKatzg4OAU4/n4449lMpn0zjvv6OrVq5o6daqaNm2q0NBQ5cmTR9LdPzotW7ZUzZo1LV8W5s2bp8aNG+vXX39V7dq1k623WLFiCgkJkXS3oPjmm2+mOPbIkSPVqVMnvfrqq7p27ZqmT5+uhg0bav/+/fLy8kr2mL59+6pBgwaSpOXLl2vFihVWy19//XXNnz9fvXr10sCBA3XmzBnNmDFD+/fv144dO+Ti4pLi85AeYWFhlm27V2Jiotq0aaPt27erb9++Kl++vA4dOqQpU6boxIkTVglxxowZGjNmjDZv3pzsj1dKmjVrpu7du1u1TZo0yeoPqmEYatOmjTZv3qw+ffqoWrVqWrt2rd566y1duHDB8qPwf//7X8tjfv31V3355ZeaMmWKfHx8JEkFCxa0Gicj58i///6rL7/8Uu7u7ho4cKB8fX21cOFCtW/fXosWLUpxL1AfHx+rH7RfeeUVq+V//vmn6tWrp6JFi2rEiBHKly+fli5dqnbt2un777/Xiy+++NDnNy0mTZqU4vWNHuX98SDTpk1TmzZt1LVrV8XGxurbb79Vx44dtXr1arVu3TrFx9z72n388ceprv/8+fN67rnnVK5cOS1dulTOznfTypUrV1S3bl3dvn1bAwcOVIECBbRgwQK1adNG3333XbLncODAgXrqqaes2sqWLSvp7uvRoEEDeXh46O2335aLi4u++OILPfPMM9q6dauefvrpZHGVK1dO7733nqS7H3qHDBlitXzJkiXq16+fnnnmGQ0YMED58uXT0aNHNW7cuFS3F8hJ+HxhPTafLzLm84XJZFK3bt30ySef6MaNG/L29rb0+/HHHxUREaFu3bolW+/DcndazZ8/X71791bFihUVHBwsLy8v7d+/X7/88ou6dOny0MeXKlVK9erV06JFi5LllkWLFslsNqdY9E/LPEsLZ2dn/fnnn9q/f7+qV69utV25c+d+6OMfNCcAZC3kYOuxycFpy8Fpkdbvh2PGjNHo0aNVt25djR07Vq6urvr999+1adMmNW/eXFOnTtWtW7ckyfI96t1331X58uUlyfKjekb/phAREaGvvvpKL7/8sl577TVFRkZq7ty5atGihXbv3p3izmNpce/nlz179uizzz57pPXc6/3339ePP/6oPn366NChQzKbzVq7dq3mzJmjDz/80FJwyaxtut+2bdu0Zs2aZO1nzpxR69atVbhwYX3wwQfy9fWV9OiftYCsitxqPTa5NfXc+sorr+i1117T4cOHrYp/e/bs0YkTJ/T+++9b9f/6668VGRmpoKAgRUdHa9q0aWrcuLEOHTpkyWEbNmxQy5YtVapUKY0ePVp37tzR9OnTVa9ePe3bty/ZzmxJufH69euaNWuWOnbsqMOHD1t+L83I348zy+zZs60K7WfOnNEHH3xg1Sctz0v79u1VunRpy2OGDBmi8uXLq2/fvpa2pM8gSfPwqaeeUkhIiK5cuaJp06Zpx44dVvM7va+HlDPfXwkJCWrTpo3+/vtvDR48WE8++aRMJtNDawZZnoFsY968eYYkY8OGDca1a9eM8+fPG99++61RoEABI0+ePMY///xjGIZhREdHGwkJCVaPPXPmjOHm5maMHTvW0vZ///d/hiRj8uTJycZKTEy0PE6S8emnnybrU7FiRaNRo0aW+5s3bzYkGUWLFjUiIiIs7UuXLjUkGdOmTbOsu0yZMkaLFi0s4xiGYdy+fdsICAgwmjVrlmysunXrGpUqVbLcv3btmiHJGDVqlKXt7NmzRq5cuYyPP/7Y6rGHDh0ynJ2dk7WfPHnSkGQsWLDA0jZq1Cjj3rfFr7/+akgyFi1aZPXYX375JVl7iRIljNatWyeLPSgoyLj/rXZ/7G+//bbh5+dn1KxZ0+o5/e9//2s4OTkZv/76q9XjP//8c0OSsWPHjmSxb968OVkM95NkBAUFJWtv3bq1UaJECcv9lStXGpKMjz76yKrfSy+9ZJhMJuPUqVPJ1pE0T8+cOZNsWWbMEUmGJGPLli1W/cqXL28UKlTIiI2NtYqha9euRkBAQLLn497Xo0mTJkblypWN6OhoS1tiYqJRt25do0yZMsm2dc+ePVbrS2l+3j+3rl69apjNZqNly5ZWr9ujvD9Sc/v2bav7sbGxRqVKlYzGjRsn6ztnzhxDkvH3339b2ho1amQ1J+99fW/cuGFUqFDBKFu2rHH9+nWrdQ0ePNiQZDV3IyMjjYCAAKNkyZKWv1FJc2LZsmUP3IZ27doZrq6uxunTpy1tFy9eNMxms9GwYcNk/evVq2c8++yzlvtJf8fmzZtnaXv55ZcNLy8v486dO5a2tMQCOCI+X/D5IomtPl8cP37ckGTMnj3bql+bNm2MkiVLWr1+hpG23N2jRw8jX758qcYXFhZmmM1m4+mnn7b6+28YRrIxU/PFF18YkoyjR49a2mJjYw0fHx+jR48eyfqnZZ6lRdI2vvDCC0b//v0t7b/++quRJ08eo127dsmeg7TOidRyYL58+VLcLgCPjxxMDk7yODl469athiRj06ZNVu09evSwyr+GkbbvhydPnjScnJyMF198Mdm8SylfJs2TlOLM6N8U4uPjjZiYGKu2mzdvGgULFjR69+6drP/DxMbGGpKs8uqyZcuSbU9avium9HwfOnTIcHV1NV599VXj5s2bRtGiRY1atWoZcXFx6d6mR3nv3rsNTz/9tOX3h3vnatLnmp07d1qt80Gf64CsjtxKbk3yOLk1LCzMyJ07t/HOO+9YtQ8cONDIly+fcevWLcMw/vfa3zu3DMMwfv/9d0OSMWTIEEtbtWrVDD8/P+Pff/+1tB04cMBwcnIyunfvnizGe61bt86QZCxdutQwjPTNj6T1Xbt2zWqde/bsSfZ7aVq+V6dFesZM6/NyrxIlSqT4HTU2Ntbw8/MzKlWqZPWdf/Xq1YYk44MPPnjkcXPq+yvp95uQkBCrxzdq1MioWLFisrGyC06lng01bdpUvr6+8vf3V+fOneXu7q4VK1aoaNGikiQ3Nzc5Od19aRMSEvTvv//K3d1dZcuW1b59+yzr+f777+Xj46MBAwYkG+P+UyukR/fu3WU2my33X3rpJRUuXNiyZ2poaKhOnjypLl266N9//9X169d1/fp1RUVFqUmTJtq2bZsSExOt1hkdHf3Qo2CWL1+uxMREderUybLO69evq1ChQipTpkyy01DFxsZKuvt8PciyZcvk6empZs2aWa2zZs2acnd3T7bOuLg4q37Xr19XdHR0qnFfuHBB06dP18iRI5OdqmTZsmUqX768ypUrZ7XOpNP/3Dv+6NGjZRhGhu1JLklr1qxRrly5NHDgQKv2YcOGyTAM/fzzz4+03oyeI0899ZQaNWpkuZ8nTx7169dPly9ftprz0t3XPbXX/MaNG9q0aZM6deqkyMhIy9j//vuvWrRooZMnTyY79Up4eLjV63Pjxo2HPgcffvihPD09kz23j/L+SE3SXqaSdPPmTYWHh6tBgwbJnhcpbe+JJNHR0WrTpo2uXbumX375xbLHbZI1a9aodu3aql+/vqXN3d1dffv21dmzZ3XkyJE0xZ+QkKB169apXbt2KlWqlKW9cOHC6tKli7Zv366IiIhk2/GwbYiMjFTevHnTdHQdkFPw+SJlfL7I+M8XTz75pJ5++mktWrTI0nbjxg39/PPP6tq1a7J5kpa/60lSe37Wr1+vyMhIjRgxItnrnp652alTJ+XOndsq/rVr1+r69espHu2elnmWHr1799bixYstpwWcN2+e2rdvL09Pz1Qfl9qcSHLvZ5+kG4DMRw5OGTk4bTnYz89PkvTPP/+k2k9K2/fDlStXKjExUR988IFl3iVJ7zzK6N8UcuXKJVdXV0l3jxC8ceOG4uPjVatWrRS/4z5M0muZ1jydlCfDwsLS1L9SpUoaM2aMvvrqK7Vo0ULXr1/XggULLGdak9K/Tbdv3042JxMSElKNY/ny5dqzZ4/Gjx+f4jZJSvadHsjuyK0pI7emLbd6enqqbdu2+uabbyyX/khISNCSJUvUrl075cuXz6p/u3btLHNLkmrXrq2nn37a8npeunRJoaGh6tmzp9VZ06pUqaJmzZqleEaPpO04evSoPv/8c+XLl0916tSR9Gjz48aNG1bPT3h4+AO3P62vy+N6lOclNX/88YeuXr2qfv36Wb0XWrdurXLlylku8fko4+bU95ejfk7gVOrZ0MyZM/Xkk0/K2dlZBQsWVNmyZa2+rCQmJmratGmaNWuWzpw5Y/UB+d4JfPr0aZUtW9bqA3lGKFOmjNV9k8mk0qVLW65JfPLkSUlSjx49HriO8PBw5c+f33L/+vXrydZ7v5MnT8owjAf2u/+UEklfZFK7bsbJkycVHh5u+aJ5v6tXr1rdX7duneW0U2k1atQoFSlSRK+//nqy61WdPHlSR48efeA67x8/o/39998qUqSI1Qc16X+nJvn7778fab0ZPUfKlSuXbHlSjGfPnrU61XZYWFiqr/mpU6dkGIZGjhypkSNHptjn6tWrVh92mjZt+sD1peTMmTP64osvNHv27GQJ9VHeH6lZvXq1PvroI4WGhlpdVyelD+9peU8k6dWrl3bt2qXcuXNbXVc8yd9//53iKc7vnTtpuQ7JtWvXdPv2bctpgu5fV2Jios6fP6+KFStabUeJEiVSXW9gYKBWr16t0aNHq3fv3sqbN2+qHwiBnIDPFynj80Xm6N69u/r376+///5bJUqU0LJlyxQXF5fiaTsflruTREVFWW2Tv7+/hg0bpkGDBkn63+kTH/c6WF5eXnrhhRe0ePFiffjhh5Lunka9aNGilh9f7pWWeZYerVu3lrOzs1atWqXWrVtr6dKlWrlypdVpaFOS2pxI0rt37wyLE0DakYNTRg5Om1KlSqlQoUKaOHGiqlatajn97/3XVZXS9v3w9OnTcnJyUoUKFdIdy/0y4zeFBQsWaNKkSTp27Jji4uIs7QEBAeleV9IOYA/buSzJvXnS3d1dL7zwgqZMmZLs8nH3euutt/Ttt99q9+7dGjduXIrPa3q2adSoURo1alSy9gfFkJCQoHfffVddu3ZVlSpVki0PDAy0xBkSEpLu+Q5kVeTWlJFb06579+5asmSJfv31VzVs2FAbNmzQlStXUvzOmtLz+eSTT2rp0qWS/pfvHvT75tq1axUVFWVVcL93ezw8PLRo0SL5+/tLerT5kdLYKXnY9+qM9CjPy6Our1y5ctq+ffsjj5tT319ly5ZV/vz5NWnSJFWoUMFyKvV7P69kRxTGs6HatWurVq1aD1w+btw4jRw5Ur1799aHH34ob29vOTk5afDgwek60jSzJMXw6aefPvBaSff+MYiNjdWlS5fUrFmzh67XZDLp559/Vq5cuVJdpyRdvnxZklSoUKFU1+nn52d1RNC97v8j8/TTT+ujjz6yapsxY4ZWrVqV4uOPHj2q+fPna+HChSleCyIxMVGVK1fW5MmTU3x8UjJ0NOmZI/fu8Z4Wly9fTrVomjT28OHD1aJFixT73HtNE+l/H7aTREREqEOHDg8c47333lOZMmXUo0cP/frrrymOn9b3R2p+/fVXtWnTRg0bNtSsWbNUuHBhubi4aN68eVq8eHGy/pcvX5a7u3uaPmzs27dPq1atUv/+/dW3b19t2rQpTTHZwuXLlx/42iUZMmSIjh8/rg8//FBjxoyxUWRA1sbniwevl88XGa9z584aMmSIFi1apHfffVcLFy5UrVq1Uvxi+rDcnSR37tz68ccfJd3dq/n//u//NHjwYBUuXFidOnXK0Pi7d++uZcuW6bffflPlypX1ww8/qF+/fsmOrEvrPEsPFxcXdevWTfPmzdPt27dVoEABNW7cONXC+MPmRJIPPvjAcm2zJC+88EKGxQ4gZeTgB6+XHPxwrq6umjNnjrp06WK5bnWSe/Nner8fZkULFy5Uz5491a5dO7311lvy8/NTrly5FBISYtkBLj2SClApXUc0JUl5Mi4uTnv37tXYsWMVFhaW6hFtf/31l6WAcejQocfepr59+6pjx45Wba+99toDx587d67Onj2rtWvXpri8bt26+vTTTzVmzJgM2RkCyCrIrQ9eL7k1bVq0aKGCBQtq4cKFatiwoRYuXKhChQql+wCpR7V+/XpJdwvV33//vTp16qTVq1erWbNmj/T78ffffy8PDw/L/RMnTigoKCjZ42z5vTq7yMnvL3d3dy1ZskS9e/e2OjOsJKsD1bIbCuMO6LvvvtOzzz6ruXPnWrWHhYXJx8fHcv+JJ57Q77//rri4uFR/IEuvpA/8SQzD0KlTpyx7pj7xxBOS7u7plJZEcuDAAcXFxaX6YSZpvYZhKCAgwKpI+SBHjhyRyWRKdW+pJ554Qhs2bFC9evXSVID18fFJtk0rV658YP/g4GBVq1ZN//nPfx44/oEDB9SkSZPHOj3PoypRooQ2bNigyMhIqz28jx07Zln+KDJyjgQEBOj48ePJ2pNivPcLblxcnE6dOqXnnnvugetLOl23i4tLmj/o3P9hO7XTju7fv1/ffvutVq5cmWKCTO/7IzXff/+9cufOrbVr11qdkmXevHkp9j9y5Ihlz/2H+eqrr9SmTRvlypVLzz//vObOnas+ffpYlpcoUSLV1yWtc8fX11d58+Z94LqcnJysPuD+888/ioyMfOh25MmTR3PmzNH+/fvl6empUaNG6cCBAxo+fHia4gJyIj5f8PkiI3l7e6t169ZatGiRunbtqh07dmjq1KnJ+qUldyfJlSuX1fPUunVreXt765dfflGnTp0sc+Tw4cPJdnJLr+eee06+vr5atGiRnn76ad2+fTvFIwfSOs/Sq3fv3qpatarOnz+vHj16PPR1fNicSFK5cuVkcy2lzysAbIscTA5+mOeff14XLlzQwYMHdefOHUl3fyy/93tUWr8fPvHEE0pMTNSRI0ce+GN7WmX0bwrfffedSpUqpeXLl1s9fykdQZ0Wf/zxhySlOU/fmydbtmypc+fOacGCBSmeRU26+2N2z5495eHhocGDB2vcuHF66aWX1L59+0fepjJlyiSbkw/auf327dsaM2aM+vXrl+pzPXz4cJ08eVLff/+9vv76a7m6umboTn1AVkRuJbc+TK5cudSlSxfNnz9fEyZM0MqVK/Xaa6+l+P3o/tdTult4TvpdOulv8IN+3/Tx8Un2t/ze56ht27b6/fffNXHiRDVr1uyRfj9u2LCh1dz28vJKsd/DvldnpEd5XtK6vvvP5nb8+HHL8vSOm5PfX5LUrFkzffLJJ+ratas+//xzlSpVSsOGDXvopVyyMq4x7oBy5cplufZFkmXLliW7LnKHDh10/fp1zZgxI9k67n98enz99deWaw9Idz9oXLp0SS1btpQk1axZU0888YQmTpyoW7duJXv8tWvXksWeVHxLTfv27ZUrVy6NGTMmWfyGYejff/+13I+Pj9f333+v2rVrp3r0badOnZSQkGA5Tea94uPj03xdqZTs3LlTq1at0vjx4x+YtDt16qQLFy5ozpw5yZbduXNHUVFRlvvXr1/XsWPHdPv27UeO6X6tWrVSQkJCsjkyZcoUmUwmy2uaXhk5R1q1aqXdu3frt99+s7RFR0dr9uzZKlSokGrWrGlpX7Vqle7cuZPiaU6T+Pn56ZlnntEXX3yhS5cupTr2oxgxYoTq1aunNm3apLg8ve+P1OTKlUsmk8kqSZ09ezbFZHj+/Hnt2LEj1efmXklHk7Vu3VqdO3fWW2+9pStXrliWJ70uO3futLRFRUXpyy+/VMmSJdO8J3quXLnUvHlzrVq1yrI3vyRduXJFixcvVv369a32dvz2228lKU3bERwcrHPnzmnhwoVq2rSp1VwBkByfL/h8kdFeeeUVHTlyRG+99ZZy5cqlzp07J+uTltz9IEmvV9IPF82bN5fZbFZISEiya2yld246Ozvr5Zdf1tKlSzV//nxVrlw5xdOTpnWepVfFihVVs2ZNHTlyRD179ky1b1rmBICsjRxMDk4Ls9msevXqqWnTpmratKkKFy5stTyt3w/btWsnJycnjR07NtlRk+mdRxn9m0JSTr83jt9//93qe2d6fPfddypbtmyKl2dLi8TERDk5OT3w9Z48ebJ+++03ffnll/rwww9Vt25dvfnmm1Y702f0Nt1r2rRpioqK0nvvvZdqvx9//FFffvmlvvrqK7Vq1cpmR0MC9kRuJbemxSuvvKKbN2/q9ddf161bt9StW7cU+61cudJq7uzevVu///675fUsXLiwqlWrpgULFlg9H4cPH9a6devUqlWrVONISEhQbGys5TIoGfn78cPc/706Iz3u83K/WrVqyc/PT59//rnVJWN+/vlnHT16VK1bt36kcXPy+0u6Wzfo16+fBg4cqL59+6pp06ZpvsxrVsUR4w7o+eef19ixY9WrVy/VrVtXhw4d0qJFiyxHwibp3r27vv76aw0dOlS7d+9WgwYNFBUVpQ0bNqhfv35q27btI43v7e2t+vXrq1evXrpy5YqmTp2q0qVLW07t5OTkpK+++kotW7ZUxYoV1atXLxUtWlQXLlzQ5s2b5eHhoR9//FFRUVGaOXOmPvvsMz355JPasmWLZYykP/gHDx7Uzp07FRgYqCeeeEIfffSRgoODdfbsWbVr105ms1lnzpzRihUr1LdvXw0fPlwbNmzQyJEjdfDgQctpQR6kUaNGev311xUSEqLQ0FA1b95cLi4uOnnypJYtW6Zp06bppZdeeqTnad26dWrWrFmqXzheeeUVLV26VG+88YY2b96sevXqKSEhQceOHdPSpUu1du1ay55KM2bM0JgxY7R582Y988wzjxTT/V544QU9++yzeu+993T27FlVrVpV69at06pVqzR48GDL3mnplVFzRJLefvttLVq0SC1bttTAgQPl4+OjhQsX6siRI1q0aJGcnZ11+/ZtjRo1SrNmzVLdunXVvHnzVOObOXOm6tevr8qVK+u1115TqVKldOXKFe3cuVP//POPDhw48EjbLd193Xfs2PHA5enZ9odp3bq1Jk+erOeee05dunTR1atXNXPmTJUuXVoHDx609Js9e7ZCQkKUN29eDRw4MN3bNG3aNJUvX14DBgywXDtnxIgR+uabbyyvi7e3txYsWKAzZ87o+++/T3aq2dR89NFHWr9+verXr69+/frJ2dlZX3zxhWJiYvTJJ59IulsoHzVqlL766it17tz5oT9sbNiwQVOmTNF///vfRz7zAZDT8PmCzxcZ9fkiSevWrVWgQAEtW7ZMLVu2tLpmVnpzt3T3x4JffvlF0t1Tvs2bN09RUVFq166dpLt700+ZMkWvvvqqnnrqKXXp0kX58+fXgQMHdPv2bS1YsCBd8Xfv3l2fffaZNm/erAkTJlgtS+88exSbNm1STEyMvL29U+2XljkBIGsjB5ODMyIHp/X7YenSpfXee+/pww8/VIMGDdS+fXu5ublpz549KlKkiEJCQtI8Zkb/pvD8889r+fLlevHFF9W6dWudOXNGn3/+uSpUqJBiYeBB/vrrL33yySfavXu32rdvr4ULF1qW7dmzR9LdU9gWL17c6n0WGhoqd3d3xcfHa+/evfr666/Vtm3bFIsFR48e1ciRI9WzZ0/LZUnmz5+vatWqqV+/fpbvzhm1TSlZt26dPv74Y6vrJd/v8uXL6tOnj1599VXLZyYgJyC3klvTklurV6+uSpUqadmyZSpfvrxq1KiRYr/SpUurfv36evPNNxUTE6OpU6eqQIECevvtty19Pv30U7Vs2VKBgYHq06eP7ty5o+nTp8vT01OjR49Ots6k3BQVFaWVK1fq7NmzGjx4sKSM/f34fg/7Xp3R0vu8pMbFxUUTJkxQr1691KhRI7388su6cuWKpk2bppIlS2rIkCHpGpf3192dAF955RUVK1ZM48ePf6RxsiQD2ca8efMMScaePXtS7RcdHW0MGzbMKFy4sJEnTx6jXr16xs6dO41GjRoZjRo1sup7+/Zt47333jMCAgIMFxcXo1ChQsZLL71knD592jAMwzhz5owhyfj000+TjVOxYkWr9W3evNmQZHzzzTdGcHCw4efnZ+TJk8do3bq18ffffyd7/P79+4327dsbBQoUMNzc3IwSJUoYnTp1MjZu3Gg19sNuPXr0sFrv999/b9SvX9/Ily+fkS9fPqNcuXJGUFCQcfz48f/H3p3HVVH2fRz/HhABFRAXQBQN99zRTFFTS0rRXNK70ux2TVvccaXcy1DTRNOszFwyszK37L71MRPNXMqFtFxSU3EDc2FVUeE8f/R4nohFORwYOHzer9d5xVwzc53vyNDA+c1cl9lsNpuHDBlibtmypXnTpk3pMk2aNMmc0Y/FRx99ZG7UqJHZ1dXV7ObmZq5bt655zJgx5osXL1q2qVSpkrlDhw7p9h00aFC6PiWZTSaTef/+/WnaM/oe3b592zxjxgxz7dq1zc7OzmZPT09zo0aNzFOmTDHHxcWly75t27Z0Gf5JknnQoEHp2jt06GCuVKlSmraEhATziBEjzL6+vlDece4AAQAASURBVGYnJydztWrVzO+88445NTU1w77vnaenT59Ot87W58g9p06dMv/rX/8ye3h4mF1cXMyNGzc2r1u3zrL+/PnzZj8/P/Pw4cPT/Jv9/d9j0qRJ6frs1auX2cfHx+zk5GQuX768+emnnzavXr063bH+82fyzz//TNfnve9P586dM/w3+ef37UGP/X4WL15srlatmtnZ2dlcs2ZN85IlS9Kd548++qj52WefNR87dizd/v88JzP7/i5btswsybxhwwZL273vS8mSJc0uLi7mRx991Lxx48YMj/+rr77K8jgOHDhgbtu2rblEiRLmYsWKmR9//HHzrl27LOt//PFHc9WqVc2TJ082Jycnp9n33v9LlixZYjabzeYrV66YfX19zT169LAqC2Bv+P2C3y+M+P3intdee80sybxy5co07dm9dvfu3TvN969EiRLmhg0bmj/99NN0+27YsMHcrFkzs6urq9nd3d386KOPmj///PP7Hl9GateubXZwcDCfP38+Tbu151lWevfubS5evHi21j/oOZHVNbB48eLZygngwXEN5hpsq2twRnr37p3u+vsgfx/e88knn5gDAgIsGVu1amXesmVLuu0y+5v2Hlt+ppCammp+++23zZUqVTI7OzubAwICzBs3bszwWLNy7z3u97r3N+S9Y7z3KlKkiLlSpUrmoUOHmq9fv242m9P+e9+9e9fcuHFjc4UKFcyxsbFp3nvu3LlmSeYvvvgiW8dkzc9uuXLlzElJSWm2/fvvUKmpqeZ27dqZq1WrZk5MTEy3XUa/1wH5HddWrq22vrbOnDnTLMn89ttvp1v39+/97NmzzX5+fmZnZ2fzY489Zv7ll1/Sbf/dd9+ZmzdvbvlbtGPHjuYjR46k2eZexnsvV1dXc61atcxz5sxJd+18kM+P7/X3559/ptn3559/TnOtM5uz93d1VrLzng/67/J3lSpVyvJv1C+++MLyO0ypUqXMPXv2TPc3+4O8Lz9fZvPbb79tdnZ2Tnc+t2rVyly7du1071VQmMzmHIz5AfxNRESEHn/8cX311VdW36Xyd2fOnJG/v79Onz6dZp7ov5s8ebLOnDmjpUuX5vj9kPtsfY4AAOwfv1/YtxEjRmjx4sWKjo5WsWLFjI6TbQEBASpVqpS2bt2app3zDIA94BoMe7V06VLLuZaZ1q1bq0+fPvedsgQAsoNra8Ezd+5cjRgxQmfOnFHFihXTrLv37//OO+9o1KhRBiVEbuHny34xxzgAAACAPHfr1i2tWLFC3bp1K5BF8X379ikyMlK9evUyOgoAAAAAwMbMZrMWL16sVq1apSuKAyi4mGMc+VaJEiXUs2dPlShRItNt6tWrJ19f3zxMBRgvJSVFf/75Z5bblChRIsufHQAorPj9wniXL1/Wd999p9WrV+vq1asaNmyY0ZEkSTdv3lRcXFyW25QqVUq///679u/fr9mzZ6tcuXJ6/vnn022XnfMsLi5ON2/ezPJ9fXx8HuwgACAf4xqMvHDt2jXdvn070/WOjo6qUqWKnnnmmSz7efLJJ7M9BzoA5DWurbkjKSlJGzZs0LZt23T48GGtX7/e6Ej5QmJiomVu7cyULVtWjo6OeZQod/HzZb8ojCPfKlOmjFasWJHlNl27ds2jNED+ce7cOfn7+2e5zaRJkzR58uS8CQQABQi/XxjvyJEj6tmzp7y8vDRv3jw1aNDA6EiSpC+++EJ9+/bNcptt27YpIiJCU6dOVY0aNfT555/LxcUl3XbZOc/69OmjZcuWZbkts18BsAdcg5EXunbtqu3bt2e6vlKlSjpz5owee+yxLPt54403bB0NAGyOa2vu+PPPP/XCCy+oZMmSev3119WpUyejI+ULs2bN0pQpU7LcJqthxwsafr7sF3OMA0ABc+vWLe3cuTPLbSpXrqzKlSvnUSIAAAq+S5cu6bfffstym0aNGsnT09Om73vkyBFdvHgxy22CgoJs+p4AANir/fv36/r165mud3V1VfPmzfMwEQAA9uGPP/7QH3/8keU2LVq0yPDmcSA/oTAOAAAAAAAAAAAAALBrDkYHAAAAAAAAAAAAAAAgNzHHeAZSU1N18eJFubm5yWQyGR0HAFCImc1mJSQkyNfXVw4O3M+WFa7fAID8hGv4g+MaDgDIL7h+Pziu3wCA/CI7128K4xm4ePGi/Pz8jI4BAIDFuXPnVKFCBaNj5GtcvwEA+RHX8PvjGg4AyG+4ft8f128AQH7zINdvCuMZcHNzk/TXP6C7u7vBaQAAhVl8fLz8/Pws1yZkjus3ACA/4Rr+4LiGAwDyC67fD47rNwAgv8jO9ZvCeAbuDf3i7u7ORR0AkC8wLNn9cf0GAORHXMPvj2s4ACC/4fp9f1y/AQD5zYNcv5koBQAAAAAAAAAAAABg1yiMAwAAAAAAAAAAAADsGoVxAAAAAAAAAAAAAIBdozAOAAAAAAAAAAAAALBrFMYBAAAAAAAAAAAAAHaNwjgAAAAAAAAAAAAAwK5RGAcAADm2Y8cOdezYUb6+vjKZTFq3bp1l3Z07dzR27FjVrVtXxYsXl6+vr3r16qWLFy+m6ePatWvq2bOn3N3dVbJkSfXv31+JiYl5fCQAAAAAAAAAAHtEYRwAAORYUlKS6tevrwULFqRbd+PGDR04cEATJkzQgQMHtGbNGh0/flydOnVKs13Pnj3122+/acuWLdq4caN27NihgQMH5tUhAAAAAAAAAADsWBGjAwAAgIIvODhYwcHBGa7z8PDQli1b0rTNnz9fjz76qKKiolSxYkUdPXpUmzZt0s8//6xHHnlEkvTee++pffv2mjVrlnx9fdP1m5ycrOTkZMtyfHy8DY8IAAAAAAAAAGBPeGIcAADkubi4OJlMJpUsWVKStHv3bpUsWdJSFJekoKAgOTg4aO/evRn2ERYWJg8PD8vLz88vL6IDAAAAAAAAAAogCuMAACBP3bp1S2PHjlWPHj3k7u4uSYqOjpaXl1ea7YoUKaJSpUopOjo6w35CQ0MVFxdneZ07dy7XswMAAAAAAAAACiaGUgcAAHnmzp07eu6552Q2m7Vw4cIc9eXs7CxnZ2cbJQMAAAAAAAAA2DOeGAcAAHniXlH87Nmz2rJli+VpcUny8fHR5cuX02x/9+5dXbt2TT4+PnkdFQAAAACAAmHy5MkymUxpXjVr1sxyn6+++ko1a9aUi4uL6tatq//85z95lBYAAGNRGAcAALnuXlH8xIkT+u6771S6dOk06wMDAxUbG6v9+/db2r7//nulpqaqSZMmeR0XAAAAAIACo3bt2rp06ZLltXPnzky33bVrl3r06KH+/fvr4MGD6tKli7p06aJff/01DxMDAGAMhlIvwJKTk3Xx4kWjY+QJX19fhsu1gcJyznC+2AbnC7IjMTFRJ0+etCyfPn1akZGRKlWqlMqVK6d//etfOnDggDZu3KiUlBTLvOGlSpVS0aJF9fDDD6tdu3YaMGCAPvjgA925c0eDBw9W9+7d5evra9Rh5Rp+vpAdnC/IjsJyvkicM8h7heXni58t2+B8QXZxziAnihQp8sCjrc2dO1ft2rXT6NGjJUlvvvmmtmzZovnz5+uDDz7IdL/k5GQlJydbluPj43MWOo/ws4Xs4HxBdnHOFDwUxguwixcv6o033jA6Rp6YNm2a/P39jY5R4BWWc4bzxTY4X5Ad+/bt0+OPP25ZDgkJkST17t1bkydP1oYNGyRJDRo0SLPftm3b1Lp1a0nSZ599psGDB6tNmzZycHBQt27dNG/evDzJn9f4+UJ2cL4gOwrL+SJxziDvFZafL362bIPzBdnFOYOcOHHihHx9feXi4qLAwECFhYWpYsWKGW67e/duy9/s97Rt21br1q3L8j3CwsI0ZcoUW0XOM/xsITs4X5BdnDMFj8lsNpuNDpHfxMfHy8PDQ3FxcWnmP81v8vpOlAsXLuj999/Xa6+9pvLly+fZ+0r2dTeKkQrLOcP5YhucL/lDQbkm5QcF6d+Kny9kB+cLsqOwnC9S/j9nCtJ1yWgF5d+qsPx85fefrYKC8wXZxTmTPxSUa9Lf/fe//1ViYqJq1KihS5cuacqUKbpw4YJ+/fVXubm5pdu+aNGiWrZsmXr06GFpe//99zVlyhTFxMRk+j4ZPTHu5+eX7/+t+NlCdnC+ILs4Z/KH7Fy/eWK8AHN2djbkDo3y5cvbzZ0hhQ3nDLKD8wXIPfx8ITs4X5AdnC9A7uHnC9nB+YLs4pyBtYKDgy1f16tXT02aNFGlSpX05Zdfqn///jZ7H2dn53xdFMkMP1vIDs4XZBfnTMHjYHQAAAAAAAAAAACQcyVLllT16tV18uTJDNf7+PikezI8JibmgecoBwCgIKMwDgAAAAAAAACAHUhMTNSpU6dUrly5DNcHBgZq69atadq2bNmiwMDAvIgHAIChKIwDAAAAAAAAAFAAjRo1Stu3b9eZM2e0a9cuPfPMM3J0dLTMId6rVy+FhoZath82bJg2bdqk2bNn69ixY5o8ebL27dunwYMHG3UIAADkGeYYBwAAAAAAAACgADp//rx69Oihq1evqmzZsmrRooX27NmjsmXLSpKioqLk4PD/z8c1a9ZMK1eu1Pjx4/X666+rWrVqWrdunerUqWPUIQAAkGcojAMAAAAAAAAAUACtWrUqy/URERHp2p599lk9++yzuZQIAID8i6HUAQAAAAAAAAAAAAB2jcI4AAAAAAAAAAAAAMCuURgHAAAAAAAAAAAAANg1CuMAAAAAAAAAAAAAALtGYRwAAAAAAAAAAAAAYNcojAMAAAAAAAAAAAAA7BqFcQAAAAAAAAAAAACAXaMwDgAAAAAAAAAAAACwaxTGAQAAAAAAAAAAAAB2jcI4AAAAAAAAAAAAAMCuURgHAAAAAAAAAAAAANg1CuMAAAAAAAAAAAAAALtGYRwAAAAAAAAAAAAAYNcojAMAAAAAAAAAAAAA7BqFcQAAAAAAAAAAAACAXaMwDgAAAAAAAAAAAACwaxTGAQAAAAAAAAAAAAB2jcI4AAAAAAAAAAAAAMCuURgHAAAAAAAAAAAAANg1QwvjO3bsUMeOHeXr6yuTyaR169alWW8ymTJ8vfPOO5n2OXny5HTb16xZM5ePBAAAAAAAAAAAAACQXxlaGE9KSlL9+vW1YMGCDNdfunQpzeuTTz6RyWRSt27dsuy3du3aafbbuXNnbsQHAAAAAAAAAAAAABQARYx88+DgYAUHB2e63sfHJ83y+vXr9fjjj6ty5cpZ9lukSJF0+2YlOTlZycnJluX4+PgH3hcAAAAAAAAAAAAAkL8VmDnGY2Ji9O2336p///733fbEiRPy9fVV5cqV1bNnT0VFRWW5fVhYmDw8PCwvPz8/W8UGAAAAAMBwYWFhaty4sdzc3OTl5aUuXbro+PHjlvVnzpzJdDqzr776KtN++/Tpk277du3a5cUhAQAAAACQLQWmML5s2TK5ubmpa9euWW7XpEkTLV26VJs2bdLChQt1+vRpPfbYY0pISMh0n9DQUMXFxVle586ds3V8AAAAAAAMs337dg0aNEh79uzRli1bdOfOHT311FNKSkqSJPn5+aWbzmzKlCkqUaJEliO9SVK7du3S7Pf555/nxSEBAAAAAJAthg6lnh2ffPKJevbsKRcXlyy3+/sf7PXq1VOTJk1UqVIlffnll5k+be7s7CxnZ2eb5gUAAAAAIL/YtGlTmuWlS5fKy8tL+/fvV8uWLeXo6JhuSrK1a9fqueeeU4kSJbLs29nZOVvTmQEAAAAAYIQC8cT4Dz/8oOPHj+ull17K9r4lS5ZU9erVdfLkyVxIBgAAAABAwRMXFydJKlWqVIbr9+/fr8jIyAeaziwiIkJeXl6qUaOGXn31VV29ejXL7ZOTkxUfH5/mBQAAAABAbisQhfHFixerUaNGql+/frb3TUxM1KlTp1SuXLlcSAYAAAAAQMGSmpqq4cOHq3nz5qpTp06G2yxevFgPP/ywmjVrlmVf7dq10/Lly7V161bNmDFD27dvV3BwsFJSUjLdJywsTB4eHpaXn59fjo4HAAAAAIAHYWhhPDExUZGRkYqMjJQknT59WpGRkYqKirJsEx8fr6+++irTp8XbtGmj+fPnW5ZHjRql7du368yZM9q1a5eeeeYZOTo6qkePHrl6LAAAAAAAFASDBg3Sr7/+qlWrVmW4/ubNm1q5cuUDPS3evXt3derUSXXr1lWXLl20ceNG/fzzz4qIiMh0n9DQUMXFxVle586ds/ZQAAAAAAB4YIbOMb5v3z49/vjjluWQkBBJUu/evbV06VJJ0qpVq2Q2mzMtbJ86dUpXrlyxLJ8/f149evTQ1atXVbZsWbVo0UJ79uxR2bJlc+9AAAAAAAAoAAYPHqyNGzdqx44dqlChQobbrF69Wjdu3FCvXr2y3X/lypVVpkwZnTx5Um3atMlwG2dnZzk7O2e7bwAAAAAAcsLQwnjr1q1lNpuz3GbgwIEaOHBgpuvPnDmTZjmzO94BAAAAACiszGazhgwZorVr1yoiIkL+/v6Zbrt48WJ16tTJqhvMz58/r6tXrzKdGQAAAAAg3ykQc4wDAAAAAADrDRo0SCtWrNDKlSvl5uam6OhoRUdH6+bNm2m2O3nypHbs2JHpdGY1a9bU2rVrJf01Pdro0aO1Z88enTlzRlu3blXnzp1VtWpVtW3bNtePCQAAAACA7KAwDgAAAACAnVu4cKHi4uLUunVrlStXzvL64osv0mz3ySefqEKFCnrqqacy7Of48eOKi4uTJDk6OurQoUPq1KmTqlevrv79+6tRo0b64YcfGCodAAAAAJDvGDqUOgAAAAAAyH33m8bsnrfffltvv/32A/Xj6uqqzZs35zgbAAAAAAB5gSfGAQAAAAAAAAAAAAB2jcI4AAAAAAAAAAAAAMCuURgHAAAAAAAAAAAAANg1CuMAAAAAAAAAANiB6dOny2Qyafjw4Zlus3TpUplMpjQvFxeXvAsJAIBBihgdAAAAAAAAAAAA5MzPP/+sDz/8UPXq1bvvtu7u7jp+/Lhl2WQy5WY0AADyBZ4YBwAAAAAAAACgAEtMTFTPnj21aNEieXp63nd7k8kkHx8fy8vb2zvL7ZOTkxUfH5/mBQBAQUNhHAAAAAAAAACAAmzQoEHq0KGDgoKCHmj7xMREVapUSX5+furcubN+++23LLcPCwuTh4eH5eXn52eL2AAA5CkK4wAAAAAAAAAAFFCrVq3SgQMHFBYW9kDb16hRQ5988onWr1+vFStWKDU1Vc2aNdP58+cz3Sc0NFRxcXGW17lz52wVHwCAPMMc4wAAAAAAAAAAFEDnzp3TsGHDtGXLFrm4uDzQPoGBgQoMDLQsN2vWTA8//LA+/PBDvfnmmxnu4+zsLGdnZ5tkBgDAKBTGAQAAAAAAAAAogPbv36/Lly+rYcOGlraUlBTt2LFD8+fPV3JyshwdHbPsw8nJSQEBATp58mRuxwUAwFAUxgEAAAAAAAAAKIDatGmjw4cPp2nr27evatasqbFjx963KC79VUg/fPiw2rdvn1sxAQDIFyiMAwAAAAAAAABQALm5ualOnTpp2ooXL67SpUtb2nv16qXy5ctb5iCfOnWqmjZtqqpVqyo2NlbvvPOOzp49q5deeinP8wMAkJcojAMAAAAAAAAAYKeioqLk4OBgWb5+/boGDBig6OhoeXp6qlGjRtq1a5dq1aplYEoAAHKfw/03AQAAyNqOHTvUsWNH+fr6ymQyad26dWnWr1mzRk899ZRKly4tk8mkyMjIdH3cunVLgwYNUunSpVWiRAl169ZNMTExeXMAAAAAAADYiYiICIWHh6dZXrp0qWV5zpw5Onv2rJKTkxUdHa1vv/1WAQEBeR8UAIA8RmEcAADkWFJSkurXr68FCxZkur5FixaaMWNGpn2MGDFC33zzjb766itt375dFy9eVNeuXXMrMgAAAAAAAACgEGEodQAAkGPBwcEKDg7OdP2///1vSdKZM2cyXB8XF6fFixdr5cqVeuKJJyRJS5Ys0cMPP6w9e/aoadOmNs8MAAAAAAAAACg8eGIcAAAYbv/+/bpz546CgoIsbTVr1lTFihW1e/fuDPdJTk5WfHx8mhcAAAAAAAAAABmhMA4AAAwXHR2tokWLqmTJkmnavb29FR0dneE+YWFh8vDwsLz8/PzyICkAAAAAAAAAoCCiMA4AAAqk0NBQxcXFWV7nzp0zOhIAAAAAAAAAIJ9ijnEAAGA4Hx8f3b59W7GxsWmeGo+JiZGPj0+G+zg7O8vZ2TmPEgIAAAAAAAAACjKeGAcAAIZr1KiRnJyctHXrVkvb8ePHFRUVpcDAQAOTAQAAAAAAAADsAU+MAwCAHEtMTNTJkycty6dPn1ZkZKRKlSqlihUr6tq1a4qKitLFixcl/VX0lv56UtzHx0ceHh7q37+/QkJCVKpUKbm7u2vIkCEKDAxU06ZNDTkmAAAAAAAAAID94IlxAACQY/v27VNAQIACAgIkSSEhIQoICNDEiRMlSRs2bFBAQIA6dOggSerevbsCAgL0wQcfWPqYM2eOnn76aXXr1k0tW7aUj4+P1qxZk/cHAwAAAAAAAACwOzwxDgAAcqx169Yym82Zru/Tp4/69OmTZR8uLi5asGCBFixYYON0AAAAAAAAAIDCjifGAQAAAAAAAAAAAAB2jSfGAQAAAAAAAOBvrly5ooSEBKNj5JoLFy6k+a89cnNzU5kyZYyOAQAA8hEK4wAAAAAAAADwf65cuaKRo0bpzu3bRkfJde+//77REXKNU9Gimj1rFsVxAABgQWEcAAAAAAAAAP5PQkKC7ty+rer1g1SshKfRcWCFG4nX9fsv3ykhIYHCOAAAsKAwDgAAAAAAAAD/UKyEp0p4lDU6BgAAAGyEwjgAAAAA5CJ7nqO0MMxPKjFHKQAAAAAA9oDCOAAAAADkksIyR6k9z08qMUcpAAAAAAD2gMI4AAAAAOQS5igt+JijFAAAAAAA+0BhHAAAAAByGXOUAgAAAAAAGMvB6AAAAAAAAAAAAAAAAOQmCuMAAAAAAAAAAAAAALtmaGF8x44d6tixo3x9fWUymbRu3bo06/v06SOTyZTm1a5du/v2u2DBAj300ENycXFRkyZN9NNPP+XSEQAAAAAAAAAAAAAA8jtDC+NJSUmqX7++FixYkOk27dq106VLlyyvzz//PMs+v/jiC4WEhGjSpEk6cOCA6tevr7Zt2+ry5cu2jg8AAAAAAAAAAAAAKACKGPnmwcHBCg4OznIbZ2dn+fj4PHCf7777rgYMGKC+fftKkj744AN9++23+uSTTzRu3Lgc5QUAAAAAAAAAAAAAFDyGFsYfREREhLy8vOTp6aknnnhCb731lkqXLp3htrdv39b+/fsVGhpqaXNwcFBQUJB2796d6XskJycrOTnZshwfH2+7AwDu48qVK0pISDA6Rq64cOFCmv/aIzc3N5UpUybP3o/zpWDL6/MFAAAAAAAAAAD8JV8Xxtu1a6euXbvK399fp06d0uuvv67g4GDt3r1bjo6O6ba/cuWKUlJS5O3tnabd29tbx44dy/R9wsLCNGXKFJvnB+7nypUrGjVypG7fuWN0lFz1/vvvGx0h1xR1ctKs2bPzpNh55coVjRw1Sndu38719zKSPZ8vTkWLavasWRTHAQAAAAAAAADIY/m6MN69e3fL13Xr1lW9evVUpUoVRUREqE2bNjZ7n9DQUIWEhFiW4+Pj5efnZ7P+gcwkJCTo9p07erFGKXkXy9c/jshAzI27WnH8mhISEvKk0JmQkKA7t2+rev0gFSvhmevvB9u6kXhdv//yXZ6dLwAAAAAAAAAA4P8VqEpc5cqVVaZMGZ08eTLDwniZMmXk6OiomJiYNO0xMTFZzlPu7OwsZ2dnm+cFHpR3sSLyK1HU6BgoIIqV8FQJj7JGxwAAAAAAAAAAACgwHIwOkB3nz5/X1atXVa5cuQzXFy1aVI0aNdLWrVstbampqdq6dasCAwPzKiYAAAAAAAAAAAAAIB8xtDCemJioyMhIRUZGSpJOnz6tyMhIRUVFKTExUaNHj9aePXt05swZbd26VZ07d1bVqlXVtm1bSx9t2rTR/PnzLcshISFatGiRli1bpqNHj+rVV19VUlKS+vbtm9eHBwAAAAAAAAAAAADIBwwtjO/bt08BAQEKCAiQ9FdROyAgQBMnTpSjo6MOHTqkTp06qXr16urfv78aNWqkH374Ic2w56dOndKVK1csy88//7xmzZqliRMnqkGDBoqMjNSmTZvk7e2d58cHAAAAAEB+EBYWpsaNG8vNzU1eXl7q0qWLjh8/nmab1q1by2QypXm98sorWfZrNps1ceJElStXTq6urgoKCtKJEydy81AAAAAAALCKoXOMt27dWmazOdP1mzdvvm8fZ86cSdc2ePBgDR48OCfRAAAAAACwG9u3b9egQYPUuHFj3b17V6+//rqeeuopHTlyRMWLF7dsN2DAAE2dOtWyXKxYsSz7nTlzpubNm6dly5bJ399fEyZMUNu2bXXkyBG5uLjk2vEAAAAAAJBdhhbGAQAAAABA7tu0aVOa5aVLl8rLy0v79+9Xy5YtLe3FihWTj4/PA/VpNpsVHh6u8ePHq3PnzpKk5cuXy9vbW+vWrVP37t1tdwAAAAAAAOQQhXEAAAAAAAqZuLg4SVKpUqXStH/22WdasWKFfHx81LFjR02YMCHTp8ZPnz6t6OhoBQUFWdo8PDzUpEkT7d69O9PCeHJyspKTky3L8fHxVh/HlStXlJCQYPX++dmFCxfS/Nceubm5qUyZMnn2fpwvBVteny8AAACwPxTGAQAAgGzig/WCjQ/WUdilpqZq+PDhat68uerUqWNpf+GFF1SpUiX5+vrq0KFDGjt2rI4fP641a9Zk2E90dLQkydvbO027t7e3ZV1GwsLCNGXKlBwfx5UrVzRy1CjduX07x33lZ++//77REXKNU9Gimj1rVp78P/nKlSsaNXKkbt+5k+vvZSR7Pl+KOjlp1uzZXMMBAABgNQrjAAAAQDbwwXrBxwfrKOwGDRqkX3/9VTt37kzTPnDgQMvXdevWVbly5dSmTRudOnVKVapUsdn7h4aGKiQkxLIcHx8vPz+/bPeTkJCgO7dvq2TzeiriUfz+OyBfuRuXpNgfDykhISFP/n+ckJCg23fu6MUapeRdjI/DCpqYG3e14vi1PDtfAAAAYJ/4SwAAAADIBj5YL9j4YB2F3eDBg7Vx40bt2LFDFSpUyHLbJk2aSJJOnjyZYWH83lzkMTExKleunKU9JiZGDRo0yLRfZ2dnOTs7W5E+Y0U8isuptIfN+oN98y5WRH4lihodAwByzfTp0xUaGqphw4YpPDw80+2++uorTZgwQWfOnFG1atU0Y8YMtW/fPu+CAgBgAD7JAwAAAKzAB+sAChKz2awhQ4Zo7dq1ioiIkL+//333iYyMlKQ0Re+/8/f3l4+Pj7Zu3WophMfHx2vv3r169dVXbRUdAAA8oJ9//lkffvih6tWrl+V2u3btUo8ePRQWFqann35aK1euVJcuXXTgwIE006wAAGBvKIwDAAAAAGDnBg0apJUrV2r9+vVyc3OzzAHu4eEhV1dXnTp1SitXrlT79u1VunRpHTp0SCNGjFDLli3TfLhes2ZNhYWF6ZlnnpHJZNLw4cP11ltvqVq1avL399eECRPk6+urLl26GHSkAAAUTomJierZs6cWLVqkt956K8tt586dq3bt2mn06NGSpDfffFNbtmzR/Pnz9cEHH2S4T3JyspKTky3L8fHxVme9cuWKEhISrN4/P7tw4UKa/9ojNze3PB19i/Ol4OOcsZ3CcM7k9vlCYRwAAAAAADu3cOFCSVLr1q3TtC9ZskR9+vRR0aJF9d133yk8PFxJSUny8/NTt27dNH78+DTbHz9+XHFxcZblMWPGKCkpSQMHDlRsbKxatGihTZs2ycXFJdePCQAA/L9BgwapQ4cOCgoKum9hfPfu3QoJCUnT1rZtW61bty7TfcLCwjRlypQc57xy5YpGjhqlO7dv57iv/Oz99983OkKucSpaVLNnzcqTQueVK1c0auRI3b5zJ9ffy0j2fL5IUlEnJ82aPTvPzhn+H1Ow5fb/YyiMAwCAQs+e7ySVuJsUAPDXUOpZ8fPz0/bt27Pdj8lk0tSpUzV16tQc5QMAANZbtWqVDhw4oJ9//vmBto+Ojpa3t3eaNm9vb8uIMhkJDQ1NU0yPj4+Xn59ftrMmJCTozu3bKtm8nop4FM/2/jDW3bgkxf54SAkJCXnyN3hCQoJu37mjF2uUkncxylkFUcyNu1px/FqenjN3bt9W9fpBKlbCM9ffD7Z1I/G6fv/lu1w9X/g/CQAAKNQKy52kEneTAgAAAIC9OXfunIYNG6YtW7bk6ogtzs7OcnZ2tll/RTyKy6m0h836g33zLlZEfiWKGh0DBUixEp4q4VHW6BjIhyiMAwCAQo271Qu+vL5jHQAAAADyi/379+vy5ctq2LChpS0lJUU7duzQ/PnzlZycLEdHxzT7+Pj4KCYmJk1bTEyMfHx88iQzAABGoTBuY/Y8FGthGIZVYihWACisuFsdAAAAAFDQtGnTRocPH07T1rdvX9WsWVNjx45NVxSXpMDAQG3dulXDhw+3tG3ZskWBgYG5HRcAAENRGLehwjIUqz0PwyoxFCsAAAAAAACAgsHNzU116tRJ01a8eHGVLl3a0t6rVy+VL19eYWFhkqRhw4apVatWmj17tjp06KBVq1Zp3759+uijj/I8PwAAeYnCuA0xFGvBx1CsAAAAAAAAAOxJVFSUHBwcLMvNmjXTypUrNX78eL3++uuqVq2a1q1bl67ADgCAvaEwngsYihUAAAAAAAAAYISIiIgslyXp2Wef1bPPPps3gQAAyCcc7r8JAAAAAAAAAAAAAAAFF4VxAAAAAAAAAAAAAIBdozAOAAAAAAAAAAAAALBrFMYBAAAAAAAAAAAAAHatiNEBAAAAAAAAAAAoTA4dOpTl+nr16uVREgAACg8K4wAAAAAAAAAA5KEGDRrIZDLJbDZLkkwmkyTJbDbLZDIpJSXFyHgAANglqwrjISEhWa5/9913rQoDAAAAAAAAAEBhsHfvXpUtW1Zms1l16tTRf/7zH1WqVMnoWAAA2C2rCuPh4eEKDAxU0aJFJUk7d+5Uo0aN5OrqarmzDQAAAAAAAAAAZKxixYry8vKS9NcT48WKFaMwDgBALrJ6KPW1a9daLtpubm5auXKlKleubLNgAAAAAAAAAADYIy8vL/3+++/y8vLSxYsXlZSUpODgYH366adq166d0fEAALBLDtbs5OTkpNu3b1uW79y5o6+//tpmoQAAAAAAAAAAsFft2rVT9+7d9corr+iJJ55QUFCQli5dqhdffFGTJ082Oh4AAHbJqsK4v7+/Vq1aJUn6+uuv5eTkpEWLFqlHjx66ceOGTQMCAAAAAAAAAGBPFixYoF69euncuXMKCgrSihUr1KFDB/3000/asGGD0fEAALBLVhXGx44dq3HjxsnFxUXPPfecxo0bp3379unGjRt69NFHbZ0RAAAAAAAAAAC7Ubx4cb399tv69ttvNX/+fMu0pZUrV9auXbsMTgcAgH2yao7xvn37qlmzZjp06JD8/f31yCOPSJLWr1+v6dOn2zQgAAAAAAAAAACFhYuLi9ERAACwS1YVxiWpRo0aqlGjRrr2cePG5SgQAAAAAAAAAAD2rGvXrlmuX7NmTR4lAQCg8LCqMH7o0KEs19erV8+qMAAAAAAAAAAA2Lt169bJzc1NnTt3lqOjo9FxAAAoFKwqjDdo0EAmk0lms9nSdm/ZZDIpJSXFZgEBAAAAAAAAALAnW7Zs0ciRI7V//37NnDlTHTp0MDoSAAB2z8HaHffu3avTp09bXn/88YflvwAAoHDZsWOHOnbsKF9fX5lMJq1bty7NerPZrIkTJ6pcuXJydXVVUFCQTpw4kWaba9euqWfPnnJ3d1fJkiXVv39/JSYm5uFRAAAAAACQN9q0aaODBw9q1KhRevnllxUUFHTfkVoBAEDOWF0Yr1ixoipVqpThCwAAFC5JSUmqX7++FixYkOH6mTNnat68efrggw+0d+9eFS9eXG3bttWtW7cs2/Ts2VO//fabtmzZoo0bN2rHjh0aOHBgXh0CAAAAAAB5ymQyqW/fvjpx4oRatmypli1bql+/frp48aLR0QAAsEtWDaUuSZs3b1aZMmVUvHhx+fr6qkqVKjKZTLbMBgAACojg4GAFBwdnuM5sNis8PFzjx49X586dJUnLly+Xt7e31q1bp+7du+vo0aPatGmTfv75Zz3yyCOSpPfee0/t27fXrFmz5Ovrm2fHAgAAAABAbps3b16a5ZIlS+qVV17RggUL9NVXXykhIcGgZAAA2C+rC+O9e/e2fG0ymeTm5qbevXtr1qxZcnJyskk4AABQ8J0+fVrR0dEKCgqytHl4eKhJkybavXu3unfvrt27d6tkyZKWorgkBQUFycHBQXv37tUzzzyTrt/k5GQlJydbluPj43P3QAAAAAAAsJE5c+Zk2F6mTJk8TgIAQOFhVWE8NTVVknTnzh3Fx8fr4sWL+umnn/TGG2+oWLFiCgsLs2lIAABQcEVHR0uSvL2907R7e3tb1kVHR8vLyyvN+iJFiqhUqVKWbf4pLCxMU6ZMyYXEAAAAAADkrtOnTxsdAQCAQsfqOcYlycnJSaVLl1bdunXVv39/ffTRR1qxYoWtsgEAAGQqNDRUcXFxlte5c+eMjgQAAAAAAAAAyKesHko9Ix07dlSLFi1s2SUAACjgfHx8JEkxMTEqV66cpT0mJkYNGjSwbHP58uU0+929e1fXrl2z7P9Pzs7OcnZ2zp3QAAAAAADkopCQkCzXv/vuu3mUBACAwsPqwnhKSorWrVuno0ePSpJq1aqlzp07q1SpUjYLBwAACj5/f3/5+Pho69atlkJ4fHy89u7dq1dffVWSFBgYqNjYWO3fv1+NGjWSJH3//fdKTU1VkyZNjIoOAAAAAECuOHjwoOXrnTt3qlGjRnJ1dZUkmUwmo2IBAGDXrBpK/eTJk6pVq5Z69eqlNWvWaM2aNfr3v/+t2rVr69SpUw/cz44dO9SxY0f5+vrKZDJp3bp1lnV37tzR2LFjVbduXRUvXly+vr7q1auXLl68mGWfkydPlslkSvOqWbOmNYcJAAAeUGJioiIjIxUZGSnpr7nSIiMjFRUVJZPJpOHDh+utt97Shg0bdPjwYfXq1Uu+vr7q0qWLJOnhhx9Wu3btNGDAAP3000/68ccfNXjwYHXv3l2+vr7GHRgAAAAAALlg27ZtlpeLi4tWrlxpWf7++++NjgcAgF2yqjA+dOhQVa5cWefOndOBAwd04MABRUVFyd/fX0OHDn3gfpKSklS/fn0tWLAg3bobN27owIEDmjBhgg4cOKA1a9bo+PHj6tSp0337rV27ti5dumR57dy5M1vHBwAAsmffvn0KCAhQQECApL+GhAsICNDEiRMlSWPGjNGQIUM0cOBANW7cWImJidq0aZNcXFwsfXz22WeqWbOm2rRpo/bt26tFixb66KOPDDkeAAAAAAAAAIB9sWoo9e3bt2vPnj1phk0vXbq0pk+frubNmz9wP8HBwQoODs5wnYeHh7Zs2ZKmbf78+Xr00UcVFRWlihUrZtpvkSJFMp2PNCPJyclKTk62LMfHxz/wvgAAQGrdurXMZnOm600mk6ZOnaqpU6dmuk2pUqW0cuXK3IgHAECBxhykAAAAAADknFWFcWdnZyUkJKRrT0xMVNGiRXMcKjNxcXEymUwqWbJkltudOHFCvr6+cnFxUWBgoMLCwrIspIeFhWnKlCk2TgsAAAAAQM6Fh4crMDDQ8vf23+chZQ5SAAAKpg0bNli+Tk1N1datW/Xrr79a2h5k5FQAAJA9VhXGn376aQ0cOFCLFy/Wo48+Kknau3evXnnllVy7YN+6dUtjx45Vjx495O7unul2TZo00dKlS1WjRg1dunRJU6ZM0WOPPaZff/1Vbm5uGe4TGhqa5g78+Ph4+fn52fwYAAAAAACwxtq1a+Xl5SVJcnNz08qVK1W5cmWDUwEAAGt16dIlzfLLL79s+dpkMiklJSWPEwEAYP+smmN83rx5qlKligIDA+Xi4iIXFxc1b95cVatW1dy5c22dUXfu3NFzzz0ns9mshQsXZrltcHCwnn32WdWrV09t27bVf/7zH8XGxurLL7/MdB9nZ2e5u7uneQEAAAAAkB84OTnp9u3bluU7d+7o66+/NjARAADIqdTU1ExfFMUBAMgdVj0xXrJkSa1fv14nT57U0aNHJUkPP/ywqlatatNw0v8Xxc+ePavvv/8+20XrkiVLqnr16jp58qTNswEAAAAAkNv8/f21atUqjRo1Sl9//bWcnJy0aNEiHThwQIsXL1axYsWMjggAAHLg1q1bcnFxMToGAAB2z6onxo8cOaLU1FRVrVpVHTt2VMeOHXO1KH7ixAl99913Kl26dLb7SExM1KlTp1SuXDmb5wMAAAAAILeNHTtW48aNk4uLi5577jmNGzdO+/bt040bNyzTmwEAgIIlJSVFb775psqXL68SJUrojz/+kCRNmDBBixcvNjgdAAD2yarCeN26dXXlypUcv3liYqIiIyMVGRkpSTp9+rQiIyMVFRWlO3fu6F//+pf27dunzz77TCkpKYqOjlZ0dHSaIeTatGmj+fPnW5ZHjRql7du368yZM9q1a5eeeeYZOTo6qkePHjnOCwAAAABAXuvbt69+++03ffrpp9q7d6/eeOMNubu7a/369XrxxReNjgcAAKwwbdo0LV26VDNnzlTRokUt7XXq1NHHH39sYDIAAOyXVUOpm81mm7z5vn379Pjjj1uWQ0JCJEm9e/fW5MmTtWHDBklSgwYN0uy3bds2tW7dWpJ06tSpNEX68+fPq0ePHrp69arKli2rFi1aaM+ePSpbtqxNMgMAAAAAkNdq1KihGjVqpGsfN26cAWkAAEBOLV++XB999JHatGmjV155xdJev359HTt2zMBkAADYL6sK47bSunXrLIvsD1KAP3PmTJrlVatW5TQWAAAAAAD5Rnx8fJbr3d3d8ygJAACwlQsXLmQ4PWlqaqru3LljQCIAAOyfVYVxk8mkhIQEubi4ZLieP8oBAAAAALANT0/PDNvNZrNMJpNSUlLyOBEAAMipWrVq6YcfflClSpXStK9evVoBAQEGpQIAwL5ZPZR69erVM2znj3IAAAAAAGzH399fly9f1rhx49S8eXOj4wAAABuYOHGievfurQsXLig1NVVr1qzR8ePHtXz5cm3cuPGB+1m4cKEWLlxoGVm1du3amjhxooKDgzPcfunSperbt2+aNmdnZ926dcvqYwEAoKCwqjC+bds2W+cAAAAAAAAZOHr0qN577z1NmzZNBw8e1MyZM+Xv7290LAAAkAOdO3fWN998o6lTp6p48eKaOHGiGjZsqG+++UZPPvnkA/dToUIFTZ8+XdWqVZPZbNayZcvUuXNnHTx4ULVr185wH3d3dx0/ftyybDKZcnw8AAAUBFYVxlu1amXrHAAAAAAAIANOTk4KCQlRnz59NHXqVNWrV08DBw7UhAkTVLJkSaPjAQAAKz322GPasmVLjvro2LFjmuVp06Zp4cKF2rNnT6aFcZPJJB8fnxy9LwAABZGDtTvGxsZq9uzZeumll/TSSy9pzpw5iouLs2U2AAAAAADwf0qVKqXw8HAdPHhQZ86cUdWqVRUeHv5A+4aFhalx48Zyc3OTl5eXunTpkuZJsWvXrmnIkCGqUaOGXF1dVbFiRQ0dOvS+f+f36dNHJpMpzatdu3Y5OUwAAAqF+Pj4LF/WSElJ0apVq5SUlKTAwMBMt0tMTFSlSpXk5+enzp0767fffrtv38nJyTbJCACAkax6Ynzfvn1q27atXF1d9eijj0qS3n33XU2bNk3/8z//o4YNG9o0JAAAyB3z5s3Lcv3QoUPzKAkAAMhMQEBAuiFOzWazkpOTNXLkSA0fPvy+fWzfvl2DBg1S48aNdffuXb3++ut66qmndOTIERUvXlwXL17UxYsXNWvWLNWqVUtnz57VK6+8oosXL2r16tVZ9t2uXTstWbLEsuzs7GzVcQIAUJiULFkywyHMzWazTCaTUlJSHrivw4cPKzAwULdu3VKJEiW0du1a1apVK8Nta9SooU8++UT16tVTXFycZs2apWbNmum3335ThQoVMn2PsLAwTZky5YEzAQCQH1lVGB8xYoQ6deqkRYsWqUiRv7q4e/euXnrpJQ0fPlw7duywaUgAAJA75syZY/n63LlzKleunOXabjKZKIwDAJAPdOnSJcd9bNq0Kc3y0qVL5eXlpf3796tly5aqU6eOvv76a8v6KlWqaNq0aXrxxRd19+5dy+8HGXF2ds7WcKzJyclKTk62LPPEGQCgsFq9erVKlSqV435q1KihyMhIxcXFafXq1erdu7e2b9+eYXE8MDAwzdPkzZo108MPP6wPP/xQb775ZqbvERoaqpCQEMtyfHy8/Pz8cpwdAIC8ZPUT438viktSkSJFNGbMGD3yyCM2CwcAAHLX6dOnLV+7ublp+/btqly5soGJAADAP02aNMnmfd4bIj2rD+Pj4uLk7u6eZVFckiIiIuTl5SVPT0898cQTeuutt1S6dOlMt+eJMwAA/tK8eXN5eXnluJ+iRYuqatWqkqRGjRrp559/1ty5c/Xhhx/ed18nJycFBATo5MmTWW7n7OzMqDAAgALPqjnG3d3dFRUVla793LlzcnNzy3EoAAAAAACQO1JTUzV8+HA1b95cderUyXCbK1eu6M0339TAgQOz7Ktdu3Zavny5tm7dqhkzZmj79u0KDg7OcvjX0NBQxcXFWV7nzp3L0fEAAFBQHTlyREePHlVUVJRu375ts35TU1PTjM6SlZSUFB0+fFjlypWz2fsDAJBfWfXE+PPPP6/+/ftb5h+RpB9//FGjR49Wjx49bBoQAAAAAIDCzNPTM8M5SO+5du1atvobNGiQfv31V+3cuTPD9fHx8erQoYNq1aqlyZMnZ9lX9+7dLV/XrVtX9erVU5UqVRQREaE2bdpkuA9PnAEA8Jc2bdpY5hR3cHBQzZo11a9fP40YMeKB+wgNDVVwcLAqVqyohIQErVy5UhEREdq8ebMkqVevXipfvrzCwsIkSVOnTlXTpk1VtWpVxcbG6p133tHZs2f10ksv5coxAgCQn1hVGJ81a5ZMJpN69eqlu3fvSvpryJVXX31V06dPt2lAAACQew4dOmT52mw269ixY0pMTLS01atXz4hYAADgb8LDwyX9da1+9dVXNXXqVKuHXR08eLA2btyoHTt2qEKFCunWJyQkqF27dnJzc9PatWvl5OSUrf4rV66sMmXK6OTJk5kWxgEAwF9Tm5nNZt25c0fx8fG6ePGifvrpJ02YMEF3797V6NGjH6ify5cvq1evXrp06ZI8PDxUr149bd68WU8++aQkKSoqSg4O/z9w7PXr1zVgwABFR0fL09NTjRo10q5duzKcjxwAAHtjVWG8aNGimjt3rsLCwnTq1ClJUpUqVVSsWDGbhgMAALmrQYMGMplMMpvNkqSnn37asmwymbIcBhUAAOSN3r17W74eMmSIunXrpsqVK2erD7PZrCFDhmjt2rWKiIiQv79/um3i4+PVtm1bOTs7a8OGDXJxccl21vPnz+vq1asMxwoAwH1UqlQpzXKjRo3UsWNHVa9eXVOnTn3gwvjixYuzXB8REZFmec6cOZozZ062sgIAYC+sKozfU6xYMdWtWzdN25EjR7i7DACAAuL06dNGRwAAAHlg0KBBWrlypdavXy83NzdFR0dLkjw8POTq6qr4+Hg99dRTunHjhlasWKH4+HjFx8dLksqWLStHR0dJUs2aNRUWFqZnnnlGiYmJmjJlirp16yYfHx+dOnVKY8aMUdWqVdW2bVvDjhUAgIKse/fuql27ttExAACwS1YVxvv06aNPPvkkzRAsqampCgsL09tvv62kpCSbBQQAALnnn3eoAwCA/C+r+cYzs3DhQklS69at07QvWbJEffr00YEDB7R3715JUtWqVdNsc/r0aT300EOSpOPHjysuLk6S5OjoqEOHDmnZsmWKjY2Vr6+vnnrqKb355pvMIQ4AwAOIjY3V6tWrderUKY0ePVqlSpXS4cOH5e3tbXQ0AADsklWF8YMHD+rZZ5/VqlWr5OTkpN9++019+vRRbGys/vvf/9o6IwAAyCUbNmzIcn2nTp3yKAkAAMhM165dLV/funVLr7zyiooXL25pW7NmzX37uDdtSmZat259323+2Y+rq6s2b958330AAEB6hw4dUlBQkDw8PHTmzBkNGDBApUqV0po1axQVFaXly5cbHREAALtjVWE8IiJCHTp0UPv27dWqVStNmzZNAwYM0PTp05lnHACAAqRLly6Wp87++WE4c4wDgO3cSLxudARYKT987zw8PCxfv/jiiwYmAQAAthISEqI+ffpo5syZcnNzs7S3b99eL7zwgoHJAACwX1YVxj09PbVlyxZ17txZkyZN0tdff60uXbrYOBoAAMhtPXv21DfffKMxY8Zo5MiRDHsKALnk91++MzoCCrAlS5YYHQEAANjYzz//rA8//DBde/ny5RUdHW1AIgAA7J9VhfH4+HhJ0sqVK9WzZ09NmjRJAQEB8vT0lCS5u7vbLiEAAMg1n376qfbv36+RI0fqww8/1Ntvv62ePXsaHQsA7E71+kEqVsLT6Biwwo3E69zYAACFVH4YNQTWKQjfO2dnZ8vn7H/3+++/q2zZsgYkAgDA/llVGC9ZsmS6YVcrV64ss9nMsKsAABQwjRo1UkREhNatW6exY8dqzpw5evfdd9WyZUujowGA3ShWwlMlPPiAE9ZbvXq1vvzyS0VFRen27dtp1h04cMCgVABg37gxCrmpU6dOmjp1qr788ktJf01nFhUVpbFjx6pbt24GpwMAwD5ZVRjftm2brXMAAAAD/P3u9CeeeEI//vijFi5cqKefflpPPPGE1q1bZ1w4AAAgSZo3b57eeOMN9enTR+vXr1ffvn116tQp/fzzzxo0aJDR8QDAbjHiS8FVEEZ8mT17tv71r3/Jy8tLN2/eVKtWrRQdHa3AwEBNmzbN6HgAANglqwrjrVq1snUOAABggL+PAvN3ZrNZ33zzjQGJAADAP73//vv66KOP1KNHDy1dulRjxoxR5cqVNXHiRF27ds3oeABgtxjxBbnJw8NDW7Zs0c6dO3Xo0CElJiaqYcOGCgoKMjoaAAB2y6rC+IYNG7Jc36lTJ6vCAACAvMUoMAAA5H9RUVFq1qyZJMnV1VUJCQmSpH//+99q2rSp5s+fb2Q8AACQAy1atFCLFi2MjgEAQKFgVWG8S5cuma5jjnEAAAoORoEBACD/8/Hx0bVr11SpUiVVrFhRe/bsUf369XX69GmZzWaj4wEAACv8fWqzv7t8+bJq1KghDw8PeXt76+jRo3mcDAAA+2VVYVySLl26JG9vb1tmAQAAeWzHjh1Zrm/ZsmUeJQEAAJl54okntGHDBgUEBKhv374aMWKEVq9erX379qlr165GxwMAAFbIamozk8nEdCkAAOQCqwvjDg4OtswBAAAM0Lp1a8sf4v984oxRYAAAyB8++ugjpaamSpIGDRqk0qVLa9euXerUqZNefvllg9MBAABrrV69WqVKlUrTdvXqVT377LMGJQIAwL5ZXRhftGiRPD09Vbx4cfn6+qpBgwYqU6aMLbMBAIBcVr9+fV25ckX9+/dXr169VLp0aaMjAQCAf3BwcEhzc3r37t3VvXt3AxMBAABbaN68uby8vNK0xcTEGJQGAAD7Z9Vj3xUrVtRHH32kt956S4MGDdJTTz0lHx8fde7cOdO5UQAAQP5z8OBBrVmzRhcuXFCTJk302muvKTIyUh4eHvLw8DA6HgAAkDR58mTLE+N/FxcXpx49ehiQCAAA2MKRI0d09OhRXbhwId0obgAAwPasKoyfOXNGZ86c0YULF5SQkKC4uDht3rxZv//+u8aMGWPrjAAAIBc1btxYixYt0h9//KFmzZqpc+fOCg8PNzoWAAD4P4sXL1aLFi30xx9/WNoiIiJUt25dnTp1ysBkAAAgJ9q0aaM6deqoYsWKKlasmNq0aaPVq1cbHQsAALtl9VDqf+fm5qY2bdro/fffV//+/W3RJQAAyEPnzp3Txx9/rE8++UQNGzZUixYtjI4EAAD+z6FDh/Tyyy+rQYMGmj17tn7//XfNnTtXo0eP1pQpU4yOBwAArHD69GlJUnJysq5evao//vhD27dv19ixYw1OBgCA/bJJYfyexx9/PM0d7AAAIH9bt26dPvroIx08eFD//ve/9f3336tatWpGxwIAAH/j6empL7/8Uq+//rpefvllFSlSRP/973/Vpk0bo6MBAAArVapUKc1yYGCgevbsqRdffFGtW7dW5cqVVbZsWe3du9eghAAA2J8cFcZv3LihqKgo3b59O017vXr1chQKAADkja5du6pChQrq1q2b7t69q4ULF6ZZ/+677xqUDAAA/N17772nuXPnqkePHtq/f7+GDh2qlStXqn79+kZHAwAANtSiRQvL0+SOjo4GpwEAwL5YVRj/888/1bdvX/33v//NcH1KSkqOQgEAgLzRsmVLmUwm/fbbb+nWmUwmAxIBAIB/ateunfbt26dly5bpX//6l27evKmQkBA1bdpUU6ZM0ZgxY4yOCAAArPTnn3/q+PHjkqQaNWqobNmy6Z4mBwAAtmFVYXz48OGKjY3V3r171bp1a61du1YxMTF66623NHv2bFtnBAAAuSQiIuKBtjt//rx8fX3l4OCQu4EAAEA6KSkpOnTokHx9fSVJrq6uWrhwoZ5++mm99NJLFMYBACiAkpKSNGTIEH366aeWB80cHR3Vq1cvvffeeypWrJjBCQEAsD9Wfbr9/fff691339UjjzwiBwcHVapUSS+++KJmzpypsLAwW2cEAAAGq1Wrls6cOWN0DAAACqUtW7ZYiuJ/16FDBx0+fNiARAAAIKdCQkK0fft2bdiwQbGxsYqNjdX69eu1fft2jRw50uh4AADYJasK40lJSfLy8pIkeXp66s8//5Qk1a1bVwcOHLBdOgAAkC+YzWajIwAAgAyUKVPG6AgAAMAKX3/9tRYvXqzg4GC5u7vL3d1d7du316JFi7R69Wqj4wEAYJesKozXqFHDMu9J/fr19eGHH+rChQv64IMPVK5cOZsGBAAAAACgMHNwcJCjo2OmLwAAUPDcuHFD3t7e6dq9vLx048YNAxIBAGD/rJpjfNiwYbp06ZIkadKkSWrXrp0+++wzFS1aVEuXLrVlPgAAAAAACrW1a9caHQEAANhYYGCgJk2apOXLl8vFxUWSdPPmTU2ZMkWBgYEGpwMAwD5ZVRh/8cUXLV83atRIZ8+e1bFjx1SxYkWGcQMAAAAAwIY6d+6cZnnNmjWKjIxUnTp19NxzzxmUCgAA5MTcuXPVtm1bVahQQfXr15ck/fLLL3JxcdHmzZsNTgcAgH2yaij1fypWrJgaNmyYriju7u6uP/74I9P9duzYoY4dO8rX11cmk0nr1q1Ls95sNmvixIkqV66cXF1dFRQUpBMnTtw3z4IFC/TQQw/JxcVFTZo00U8//WTVcQEAgL+YTCajIwAAAEkzZsxQjx49tGnTJvXv319TpkwxOhIAALBCnTp1dOLECYWFhalBgwZq0KCBpk+frhMnTqh27dpGxwMAwC7ZpDCeGbPZnOX6pKQk1a9fXwsWLMhw/cyZMzVv3jx98MEH2rt3r4oXL662bdvq1q1bmfb5xRdfKCQkRJMmTdKBAwdUv359tW3bVpcvX87RsQAAUJjd75oOAADyxrJly/Txxx/rp59+0vr167VkyRKjIwEAACsVK1ZMAwYM0OzZszV79my99NJLcnV1NToWAAB2y6qh1G0lODhYwcHBGa4zm80KDw/X+PHjLcPGLV++XN7e3lq3bp26d++e4X7vvvuuBgwYoL59+0qSPvjgA3377bf65JNPNG7cuNw5EAAA7MydO3e0e/duSVLRokV15MgR+fr6GpwKAABcvHhRTZs2lSQ1bdpUFy5cMDiR8e7GJRodAVYw6vsWc+OOIe+LnOH7Bnt16tQphYeH6+jRo5Kk2rVra+jQoapSpYrByQAAsE+GFsazcvr0aUVHRysoKMjS5uHhoSZNmmj37t0ZFsZv376t/fv3KzQ01NLm4OCgoKAgy4f7GUlOTlZycrJlOT4+3kZHAQC2dyPxutERYIX8+n3bsGFDhu2xsbHq27evOnfuLE9PTy1evDiPkwEAgIykpKSoSJG//pR3dHRUamqqwYmMF/vjYaMjoABZcTx//l4OoPDZvHmzOnXqpAYNGqh58+aSpB9//FEffvihvvnmGz355JMGJwQAwP7k28J4dHS0JMnb2ztNu7e3t2XdP125ckUpKSkZ7nPs2LFM3yssLIx52QAUGL//8p3REWBHunTpkuk6k8mkNWvW5F0YAACQoYCAAJlMJknSzZs31bFjRxUtWpSpTv5PyeZ1VcSjhNExkE134xINuanhxRqe8i7mlOfvi5yJuXGHmxpgd8aNG6cRI0Zo+vTp6drHjh1LYRwAgFyQq4Xxe3+453ehoaEKCQmxLMfHx8vPz8/ARACQuer1g1SshKfRMZBNNxKv59ubGi5dupTuprLo6GiVL1/eoEQAAODv/n4j272pxjJaV1gV8Sghp9IeRsdAAeFdzEl+JYoaHQMAdPToUX355Zfp2vv166fw8PC8DwQAQCGQq4XxnNy97uPjI0mKiYlRuXLlLO0xMTFq0KBBhvuUKVNGjo6OiomJSdMeExNj6S8jzs7OcnZ2tjorAOSlYiU8VcKjrNExYEccHBzStRWUm9sAACgMJk2aZHQEAABgY2XLllVkZKSqVauWpj0yMlJeXl4GpQIAwL6l/yQ8G27fvq3jx4/r7t27Ga7/73//a/XTZv7+/vLx8dHWrVstbfHx8dq7d68CAwMz3Kdo0aJq1KhRmn1SU1O1devWTPcBAKCwW7RokRYuXKjPPvtMu3bt0u3bt3PlfRISEjR8+HBVqlRJrq6uatasmX7++WfLerPZrIkTJ6pcuXJydXVVUFCQTpw4kStZAACwBzdu3NDUqVM1depUvfvuu0bHAQAA2TBgwAANHDhQM2bM0A8//KAffvhB06dP18svv6wBAwYYHQ8AALtk1RPjN27c0JAhQ7Rs2TJJ0u+//67KlStryJAhKl++vMaNGydJatGiRZb9JCYm6uTJk5bl06dPKzIyUqVKlVLFihU1fPhwvfXWW6pWrZr8/f01YcIE+fr6phkqrk2bNnrmmWc0ePBgSVJISIh69+6tRx55RI8++qjCw8OVlJSkvn37WnOoAADYtYoVK2rRokVKTk7WtWvXdPv2bRUrVizdMK228NJLL+nXX3/Vp59+Kl9fX61YsUJBQUE6cuSIypcvr5kzZ2revHlatmyZ5brftm1bHTlyRC4uLjbPAwBAQfH3qb/+7saNG1q0aJHeffddFS9ePI9TAQCAnJgwYYLc3Nw0e/ZshYaGSpJ8fX01efJkDR061OB0AADYJ6sK46Ghofrll18UERGhdu3aWdqDgoI0efJkS2H8fvbt26fHH3/csnzvj/3evXtr6dKlGjNmjJKSkjRw4EDFxsaqRYsW2rRpU5oPx0+dOqUrV65Ylp9//nn9+eefmjhxoqKjo9WgQQNt2rQp3dypAABAOnPmTJrlCxcuKCIiQjNmzJAknTt3Tg4ODjmeb/zmzZv6+uuvtX79erVs2VKSNHnyZH3zzTdauHCh3nzzTYWHh2v8+PGWovzy5cvl7e2tdevWqXv37un6TE5OVnJysmU5Pj4+RxmB7Iq5ccfoCLAC3zcUROHh4QoMDFTRomnnRb43ysuwYcOMiAUAAHLAZDJpxIgRGjFihBISEiRJbm5uBqcCAMC+WVUYX7dunb744gs1bdo0zRyktWvX1qlTpx64n9atW2c5D7nJZLIMC5eZf36gL0mDBw+2PEEOAAAeXPny5dWzZ081bdpUbdq0UcuWLeXl5aW9e/fmqN+7d+8qJSUl3ZPfrq6u2rlzp06fPq3o6GgFBQVZ1nl4eKhJkybavXt3hoXxsLAwTZkyJUe5gJxYcfy60REAFCJr165NN99odHR0jm9eAwAAxnjiiSe0Zs0alSxZMkcF8YULF2rhwoWWz8lr166tiRMnKjg4ONN9vvrqK02YMEFnzpxRtWrVNGPGDLVv397qDAAAFBRWFcb//PPPdH+QS1JSUlKaQjkAACiYqlSpkuHNZ9Zyc3NTYGCg3nzzTT388MPy9vbW559/rt27d6tq1aqKjo6WpHQjvHh7e1vW/VNoaGiaoWXj4+Pl5+dns8zA/bxYw1PexZyMjoFsirlxh5saUOCYTKYM/9bm728AAAquiIgIy+gvOVGhQgVNnz5d1apVk9ls1rJly9S5c2cdPHhQtWvXTrf9rl271KNHD4WFhenpp5/WypUr1aVLFx04cEB16tTJcR4AAPIzqwrjjzzyiL799lsNGTJE0v//Mf7xxx8rMDDQdukAAECuatWqlfr3769nn31Wrq6uufpen376qfr166fy5cvL0dFRDRs2VI8ePbR//36r+nN2dpazs7ONUwIPzruYk/xKFL3/hgCQQ2azWX369FGJEiXk7u4uf39/tWzZUlWrVjU6GgAAyAFb3OTWsWPHNMvTpk3TwoULtWfPngwL43PnzlW7du00evRoSdKbb76pLVu2aP78+frggw9ynAcAgPzMqsL422+/reDgYB05ckR3797V3LlzdeTIEe3atUvbt2+3dUYAAJBLAgICNGrUKA0ZMkTPPfec+vfvr6ZNm+bKe1WpUkXbt29XUlKS4uPjVa5cOT3//POqXLmyfHx8JEkxMTEqV66cZZ+YmBg1aNAgV/IAAFBQ9O7dW5KUnJysqKgoRUREaMKECXrooYeMDQYAAHLkmWeeUdGiGd9s+/3332e7v5SUFH311VdKSkrK9AG23bt3pxl9TZLatm2rdevWZdl3cnKykpOTLcvx8fHZzvd3d+MSc7Q/jGHU9y3mxh1D3hc5Z9T37kYiI8UVRHnxfbOqMN6iRQtFRkZq+vTpqlu3rv7nf/5HDRs21O7du1W3bl1bZwQAALkkPDxcs2bN0oYNG7Rs2TLL02f9+vXTv//973RDm9tC8eLFVbx4cV2/fl2bN2/WzJkz5e/vLx8fH23dutVSCI+Pj9fevXv16quv2jwDAAAFyZIlS9K1nT9/XmPHjtWZM2e0fPlyubq66tlnnzUgHQAAsFZgYKBKlCiR434OHz6swMBA3bp1SyVKlNDatWtVq1atDLeNjo7O1jRm94SFhWnKlCk5znpP7I+HbdYX7B/TYSG7fv/lO6MjIJ+yqjAu/fXU16JFi2yZBQAAGKBIkSLq2rWrunbtqsuXL+ujjz7ShAkT9Prrr6t9+/YaOnSonnjiiRy/z+bNm2U2m1WjRg2dPHlSo0ePVs2aNdW3b1+ZTCYNHz5cb731lqpVqyZ/f39NmDBBvr6+6tKlS84PEgAAO1OhQgUtWLBARYsW1bZt21SyZEkK4wAAFCAmk0mjR4+Wl5dXjvuqUaOGIiMjFRcXp9WrV6t3797avn17psVxa4SGhqZ50jw+Pl5+fn5W91eyeV0V8cj5TQHIW3fjEg25qeHFGp7yLuaU5++LnIu5cceQGxuq1w9SsRKeef6+yJkbiddz/aYGqwrj9xsmxd3d3aowAADAOD/99JOWLFmiVatWycvLS3369NGFCxf09NNP67XXXtOsWbNy1H9cXJxCQ0N1/vx5lSpVSt26ddO0adPk5PTXHzZjxoxRUlKSBg4cqNjYWLVo0UKbNm2Si4uLLQ7vvhjGreDiewegsCpZsmSap8k7dOigjz/+OM20JAAAIH8ym80266to0aKqWrWqJKlRo0b6+eefNXfuXH344YfptvXx8VFMTEyatpiYGMsUZ5lxdnaWs7OzzTIX8Sghp9IeNusP9s27mJP8SmQ87QCQkWIlPFXCo6zRMZAPWVUY9/TM+C4Ls9ksk8mklJSUHIUCAAB54/Lly/r000+1ZMkSnThxQh07dtTnn3+utm3bymQySZL69Omjdu3a5bgw/txzz+m5557LdL3JZNLUqVM1derUHL2PtRjGDQBQ0O3YsUM3b940OgYAAHgAkyZNsskw6hlJTU1NMx/43wUGBmrr1q0aPny4pW3Lli2ZzkkOAIA9saow7u/vr8uXL2vcuHFq3ry5rTMBAIA8UqFCBVWpUkX9+vVTnz59VLZs+jsp69Wrp8aNGxuQLm8xjFvBZdRQbgAAAABgrUmTJkmS/vzzTx0/flzSX0OiZ/R3eVZCQ0MVHBysihUrKiEhQStXrlRERIQ2b94sSerVq5fKly+vsLAwSdKwYcPUqlUrzZ49Wx06dNCqVau0b98+ffTRRzY8OgAA8ierCuNHjx7Ve++9p2nTpungwYOaOXOm/P39bZ0NAADksq1bt+qxxx7Lcht3d3e99dZbSk5OtumwafkNw7gBAAAAAPLKjRs3NHjwYH366aeWEVgdHR3Vq1cvvffeeypWrNgD9XP58mX16tVLly5dkoeHh+rVq6fNmzfrySeflCRFRUXJwcHBsn2zZs20cuVKjR8/Xq+//rqqVaumdevWqU6dOrY/SAAA8hmH+2+SnpOTk0JCQnTixAmVL19e9erV08iRIxUbG2vjeAAAIDfdryh+T3BwsC5cuJDLaQAAAAAAKBxGjBih7du3a8OGDYqNjVVsbKzWr1+v7du3a+TIkQ/cz+LFi3XmzBklJyfr8uXL+u677yxFcUmKiIjQ0qVL0+zz7LPP6vjx40pOTtavv/6q9u3b2+qwAADI16wqjN9TqlQphYeH6+DBgzpz5oyqVq2q8PBwG0UDAAD5hdlsNjoCAADIgbCwMDVu3Fhubm7y8vJSly5dLMO23nPr1i0NGjRIpUuXVokSJdStWzfFxMRk2a/ZbNbEiRNVrlw5ubq6KigoSCdOnMjNQwEAwC58/fXXWrx4sYKDg+Xu7i53d3e1b99eixYt0urVq42OBwCAXbJqKPWAgACZTKY0bWazWcnJyRo5cqSGDx9ui2wF1t24RKMjwEpGfe9ibtwx5H2RM3zfAAAAUFBs375dgwYNUuPGjXX37l29/vrreuqpp3TkyBEVL15c0l9Prn377bf66quv5OHhocGDB6tr16768ccfM+135syZmjdvnpYtWyZ/f39NmDBBbdu21ZEjR+Ti4pJXhwcAQIFz48YNeXt7p2v38vLSjRs3DEgEAID9s6ow3qVLFxvHsC+xPx42OgIKmBXHrxsdAQAAAEAB9/rrr6tUqVIZrtu0aVOa5aVLl8rLy0v79+9Xy5YtFRcXp8WLF2vlypV64oknJElLlizRww8/rD179qhp06bp+jSbzQoPD9f48ePVuXNnSdLy5cvl7e2tdevWqXv37jY+QgAA7EdgYKAmTZqk5cuXW24mu3nzpqZMmaLAwECD0wEAYJ+sKoxPmjTJ1jnsSsnmdVXEo4TRMWCFu3GJhtzY8GINT3kXc8rz90XOxNy4w00NAAAAyDNHjhxRVFSUbt++naa9U6dOkqTQ0NAH7isuLk6SLIX0/fv3686dOwoKCrJsU7NmTVWsWFG7d+/OsDB++vRpRUdHp9nHw8NDTZo00e7duzMtjCcnJys5OdmyHB8f/8C5AQCwF3PnzlXbtm1VoUIF1a9fX5L0yy+/yMXFRZs3bzY4HQAA9smqwjiyVsSjhJxKexgdAwWIdzEn+ZUoanQMAMjUP6dQAQAAeeePP/7QM888o8OHD8tkMslsNkv6/+tzSkpKtvpLTU3V8OHD1bx5c9WpU0eSFB0draJFi6pkyZJptvX29lZ0dHSG/dxr/+cwsFntI/013/mUKVOylRkAAHtTp04dnThxQp999pmOHTsmSerRo4d69uwpV1dXg9MBAGCfrCqMe3p6ZvkB+bVr16wOBAAA8p97H8ADAIC8N2zYMPn7+2vr1q3y9/fXTz/9pKtXr2rkyJGaNWtWtvsbNGiQfv31V+3cuTMX0t5faGioQkJCLMvx8fHy8/MzJAsAAEYqVqyYBgwYYHQMAAAKDasK4+Hh4ZL++pD81Vdf1dSpU+Xl5WXLXAAAIA+cPn1ad+/eVbVq1dK0nzhxQk5OTnrooYckSQkJCQakAwAAkrR79259//33KlOmjBwcHOTg4KAWLVooLCxMQ4cO1cGDBx+4r8GDB2vjxo3asWOHKlSoYGn38fHR7du3FRsbm+ap8ZiYGPn4+GTY1732mJgYlStXLs0+DRo0yDSDs7OznJ2dHzgzAAD2aMOGDVmuvzdVCgAAsB2rCuO9e/e2fD1kyBB169ZNlStXtlkoAACQN/r06aN+/fqlK4zv3btXH3/8sSIiIowJBgAALFJSUuTm5iZJKlOmjC5evKgaNWqoUqVKOn78+AP1YTabNWTIEK1du1YRERHy9/dPs75Ro0ZycnLS1q1b1a1bN0nS8ePHFRUVpcDAwAz79Pf3l4+Pj7Zu3WophMfHx2vv3r169dVXrTxaAAAKhy5dumS6zmQyZXuqFAAAcH8ORgcAAADGOXjwoJo3b56uvWnTpoqMjMz7QAAAIJ06derol19+kSQ1adJEM2fO1I8//qipU6c+8E3qgwYN0ooVK7Ry5Uq5ubkpOjpa0dHRunnzpiTJw8ND/fv3V0hIiLZt26b9+/erb9++CgwMVNOmTS391KxZU2vXrpX014f2w4cP11tvvaUNGzbo8OHD6tWrl3x9fbP8sB8AAPwlOjpaqamp6V4UxQEAyB1WPTH+T1nNNw4AAPIvk8mU4TDpcXFx/CEOAEA+MX78eCUlJUmSpk6dqqefflqPPfaYSpcurS+++OKB+li4cKEkqXXr1mnalyxZoj59+kiS5syZIwcHB3Xr1k3Jyclq27at3n///TTbHz9+XHFxcZblMWPGKCkpSQMHDlRsbKxatGihTZs2ycXFxcqjBQAAAAAgd1hVGO/atavl61u3bumVV15R8eLFLW1r1qzJeTIAAJDrWrZsqbCwMH3++edydHSU9NdwrWFhYWrRooXB6QAAgCS1bdvW8nXVqlV17NgxXbt2TZ6eng98o7rZbL7vNi4uLlqwYIEWLFjwwP2YTCZNnTpVU6dOfaAcAAAAAAAYxarCuIeHh+XrF1980WZhAABA3poxY4ZatmypGjVq6LHHHpMk/fDDD4qPj9f3339vcDoAACBJ/fr109y5cy3zjEtSqVKlDEwEAABy6t4IbpmNsuLu7p7HiQAAsH9WFcaXLFli6xwAAMAAtWrV0qFDhzR//nz98ssvcnV1Va9evTR48GA+cAcAIJ9YtmyZpk+fnqYwDgAACjaz2azq1atn2G4ymZjeDACAXGD1HON3795VRESETp06pRdeeEFubm66ePGi3N3dVaJECVtmBAAAucjX11dvv/220TEAAEAm7n1ADgAA7Me2bduMjgAAQKFjVWH87NmzateunaKiopScnKwnn3xSbm5umjFjhpKTk/XBBx/YOicAAMhlKSkpmjt3riIjI1W3bl2NGDFCRYpYfQ8dAACwoaFDh8rV1TXDdZ988kkepwEAADnVqlWrB9rutdde09SpU1WmTJlcTgQAgP1zsGanYcOG6ZFHHtH169fT/GH+zDPPaOvWrTYLBwAA8s64ceP05ptv6tatW5ozZ45GjBhhdCQAAPB/zGZzpi8AAGC/VqxYofj4eKNjAABgF6x6DOyHH37Qrl27VLRo0TTtDz30kC5cuGCTYAAAIG+tX79ey5cvV8eOHbV//3516tRJ7733ntGxAAAo9Ewmk+bNmycvLy+jowAAgDzGTXAAANiOVU+Mp6amKiUlJV37+fPn5ebmluNQAAAg78XExKhWrVqSpNq1aysmJsbgRAAAQOIDcQAAAAAAbMGqwvhTTz2l8PBwy7LJZFJiYqImTZqk9u3b2yobAADIQ2azWQ4Of/1qYDKZ+BAeAIB8onfv3pnOLw4AAAAAAB6MVUOpz549W23btlWtWrV069YtvfDCCzpx4oTKlCmjzz//3NYZAQBALvH09JTJZJIkJSYmKiAgwFIcBwAA+cOSJUssX58/f16SVKFCBaPiAAAAAABQIFlVGK9QoYJ++eUXrVq1SocOHVJiYqL69++vnj17chc7AAAFyJw5cyyFcQAAkD+lpqbqrbfe0uzZs5WYmChJcnNz08iRI/XGG29wUxsAAAAAAA/AqsK4JBUpUkQvvviiLbMAAIA81qdPH6MjAACA+3jjjTe0ePFiTZ8+Xc2bN5ck7dy5U5MnT9atW7c0bdo0gxMCAIDc8uKLL8rd3d3oGAAA2AWrCuPz5s3Lcv3QoUOtCgMAAPLWoUOHslxfr169PEoCAAAys2zZMn388cfq1KmTpa1evXoqX768XnvtNQrjAAAUcCkpKZo7d64iIyNVt25djRgxQkWK/PXR/cKFCw1OBwCA/bCqMD58+HBVqFBBjo6O6daZTCYK4wAAFBANGjSQyWSS2WxOt85kMiklJcWAVAAA4O+uXbummjVrpmuvWbOmrl27ZkAiAABgS+PGjdPHH3+sJ598UnPmzFFUVJTee+89o2MBAGB3rB5Kfd++ffLy8rJlFgAAYIC9e/eqbNmyRscAAACZqF+/vubPn59u9Lb58+erfv36BqUCAAC2sn79ei1fvlwdO3bU/v371alTJwrjAADkAqsK4yaTSSaTydZZAACAASpWrMjNbgAA5GMzZ85Uhw4d9N133ykwMFCStHv3bp07d07/+c9/DE4HAAByKiYmRrVq1ZIk1a5dWzExMQYnAgDAPllVGDebzZowYYI8PDxUvHhx+fr6KiAgQI0aNbJ1PgAAkMs2b96sMmXKWK7pVapU4QY4AADykVatWun333/XggULdOzYMUlS165d9dprr8nX19fgdAAAIKfMZrMcHBwkKdPpzgAAQM5ZVRhv2bKljh07pjt37ig+Pl4XL17U9evXVb9+fX377bf8YQ4AQAHSu3dvy9cmk0lubm7q3bu3Zs2aJScnJwOTAQAASYqKipKfn5+mTZtmdBQAAGAjnp6elpvSExMTFRAQYCmOAwCA3GFVYTwiIiJd26lTp9SrVy+NHDlSn3/+eU5zAQCAPJCamipJaW52++mnn/TGG2+oWLFiCgsLMzghAADw9/fXpUuXmPoEAAA7Eh4ebnQEAAAKHasK4xmpUqWK5s6dq5CQEFt1KUl66KGHdPbs2XTtr732mhYsWJCufenSperbt2+aNmdnZ926dcumuQAAsCdOTk4qXbq0Spcurbp166ps2bIaNGgQhXEAAPIBhlMFAMD+/H30NgAAkDdsVhiXpEceeUQ7duywZZf6+eeflZKSYln+9ddf9eSTT+rZZ5/NdB93d3cdP37cssw8qQAAZE/Hjh3VokULo2MAAID/c/78+Uxv+K5YsWIepwEAADkVHx+f5Xp3d/c8SgIAQOHxwIXx33//XdWrV7csHzp0SLNmzdKRI0dkMplUq1YtjR49WnXq1LFpwLJly6ZZnj59uqpUqaJWrVpluo/JZJKPj88Dv0dycrKSk5Mty/f7pQQAAHvRqlUr9e/fX88++6xcXV0t7SaTSaVKlTIwGQAA+LvGjRunazObzTKZTGluJgcAAAVDyZIlM3ygi+s7AAC5x+FBNrp7967q1Kmjc+fOSZI2bNighg0b6tKlS+rYsaOefvppXbx4UQEBAdq4cWOuhb19+7ZWrFihfv36ZfkUeGJioipVqiQ/Pz917txZv/32W5b9hoWFycPDw/Ly8/OzdXQAAPKlgIAAjRo1Sj4+PhowYID27NljdCQAAJCBvXv36o8//kjzOn36tP744w+jowEAACts27ZN33//vbZu3SpnZ2d9+umn+v777y3tAADA9h7oifEiRYrI3d1dd+7ckSSNHz9eEyZM0KRJk9JsN3nyZI0fP15PP/207ZNKWrdunWJjY9WnT59Mt6lRo4Y++eQT1atXT3FxcZo1a5aaNWum3377TRUqVMhwn9DQ0DRzo8fHx1McBwAUCuHh4Zo1a5Y2bNigZcuWqWXLlqpatar69eunf//73/L29jY6IgAAhZ7JZFLFihXl5eVldBQAAGAjfx8R1dHRUU2bNlXlypUNTAQAgP17oCfGJcnb21tXr16VJJ04cUI9e/ZMt03Pnj117Ngx26X7h8WLFys4OFi+vr6ZbhMYGKhevXqpQYMGatWqldasWaOyZcvqww8/zHQfZ2dnubu7p3kBAFBYFClSRF27dtX69et1/vx5vfDCC5owYYL8/PzUpUsX7lQHAMBgZrPZ6AgAAAAAABR4D1wYb9WqlRYvXixJ8vPz04EDB9Jtc+DAgXRzgtvK2bNn9d133+mll17K1n5OTk4KCAjQyZMncyUXAAD24qefftKkSZM0e/ZseXl5KTQ0VGXKlNHTTz+tUaNGGR0PAIBC6/Tp07n2tzYAAMgfspo6FAAA2MYDDaUuSaNGjdIjjzwiLy8vPfPMM3r55Zd1+vRpNWvWTJL0448/asaMGRo6dGiuBF2yZIm8vLzUoUOHbO2XkpKiw4cPq3379rmSCwCAguzy5cv69NNPtWTJEp04cUIdO3bU559/rrZt21r+KO/Tp4/atWunWbNmGZwWAIDC6fvvv1eJEiX07LPPpmn/6quvdOPGDfXu3dugZAAAwFoBAQGWv7tv3rypjh07qmjRopb1GT2YlpGwsDCtWbNGx44dk6urq5o1a6YZM2aoRo0ame6zdOlS9e3bN02bs7Ozbt26ZcWRAABQcDxwYbxy5cr68ccfNWTIEG3btk1ms1mhoaGW9T4+Pnr99dc1cuRIm4dMTU3VkiVL1Lt3bxUpkjZyr169VL58eYWFhUmSpk6dqqZNm6pq1aqKjY3VO++8o7Nnz2b7SXMAAAqDChUqqHLlyurfv7/69OmT4dNo9erVU+PGjQ1IBwAApL8+8M5oejAvLy8NHDiQwjgAAAVQly5dLF937tzZ6n62b9+uQYMGqXHjxrp7965ef/11PfXUUzpy5IiKFy+e6X7u7u46fvy4ZZkn1gEAhcEDF8Yl6eGHH9Z3332nGzdu6OrVq0pNTZUkeXp65uq83N99952ioqLUr1+/dOuioqLk4PD/I8Jfv35dAwYMUHR0tDw9PdWoUSPt2rVLtWrVyrV8AAAUVFu3btVjjz2W5Tbu7u7atm1bHiUCAAD/FBUVJX9//3TtlSpVUlRUlAGJAABATk2aNMkm/WzatCnN8tKlS+Xl5aX9+/erZcuWme5nMpnk4+NjkwwAABQU2SqM31OsWDEVK1ZMJ0+e1KlTpywXWLPZnCt3lj311FMym80ZrouIiEizPGfOHM2ZM8fmGQAAsEfDhg3Lcv2DDt0GAAByj5eXlw4dOqSHHnooTfsvv/yi0qVLGxMKAADkWGxsrFavXq1Tp05p9OjRKlWqlA4cOCBvb2+VL1/eqj7j4uIkSaVKlcpyu8TERFWqVEmpqalq2LCh3n77bdWuXTvT7ZOTk5WcnGxZjo+PtyofAABGsqowfvXqVT333HPatm2bTCaTTpw4YRmG1dPTU7Nnz7Z1TgAAkAsiIyM1cuRIlShRwugoAAAgEz169NDQoUPl5uZmuTF9+/btGjZsmLp3725wOgAAYI1Dhw4pKChIHh4eOnPmjAYMGKBSpUppzZo1ioqK0vLly7PdZ2pqqoYPH67mzZurTp06mW5Xo0YNffLJJ6pXr57i4uI0a9YsNWvWTL/99psqVKiQ4T5hYWGaMmVKtjMBAJCfWFUYHzFihJycnBQVFaWHH37Y0v78888rJCSEwjgAAAXI6NGj5eXlZXQMAACQiTfffFNnzpxRmzZtVKTIX3/Gp6amqlevXnr77bcNTgcAAKwREhKiPn36aObMmXJzc7O0t2/fXi+88IJVfQ4aNEi//vqrdu7cmeV2gYGBCgwMtCw3a9ZMDz/8sD788EO9+eabGe4TGhqqkJAQy3J8fLz8/PysygkAgFGsKoz/z//8jzZv3pzu7rFq1arp7NmzNgkGAAAAAACkokWL6osvvtCbb76pX375Ra6urqpbt64qVapkdDQAAGCln3/+WR9++GG69vLlyys6Ojrb/Q0ePFgbN27Ujh07Mn3qOzNOTk4KCAjQyZMnM93G2dlZzs7O2c4FAEB+YlVhPCkpScWKFUvXfu3aNS6OAAAUMCaTyegIAADgAVSvXl3Vq1c3OgYAALABZ2fnDOfp/v3331W2bNkH7sdsNmvIkCFau3atIiIi5O/vn+0sKSkpOnz4sNq3b5/tfQEAKEisKow/9thjWr58uWVYFZPJpNTUVM2cOVOPP/64TQMCAIDcNWHChAxveJOkd999N4/TAACAjJw/f14bNmxQVFSUbt++nWYd12sAAAqeTp06aerUqfryyy8l/fUZe1RUlMaOHatu3bo9cD+DBg3SypUrtX79erm5uVmeNvfw8JCrq6skqVevXipfvrzCwsIkSVOnTlXTpk1VtWpVxcbG6p133tHZs2f10ksv2fgoAQDIX6wqjM+cOVNt2rTRvn37dPv2bY0ZM0a//fabrl27ph9//NHWGQEAQC5p2bKljh8/nuE6niQHACB/2Lp1qzp16qTKlSvr2LFjqlOnjs6cOSOz2ayGDRsaHQ8AAFhh9uzZ+te//iUvLy/dvHlTrVq1UnR0tAIDAzVt2rQH7mfhwoWSpNatW6dpX7Jkifr06SNJioqKkoODg2Xd9evXNWDAAEVHR8vT01ONGjXSrl27VKtWrRwfFwAA+ZlVhfE6dero999/1/z58+Xm5qbExER17dpVgwYNUrly5WydEQAA5JKIiAijIwAAgPsIDQ3VqFGjNGXKFLm5uenrr7+Wl5eXevbsqXbt2hkdDwAAWMHDw0NbtmzRzp07dejQISUmJqphw4YKCgrKVj9ms/m+2/zzb/85c+Zozpw52XofAADsgVWFcemvC/cbb7xhyywAAAAAAOAfjh49qs8//1ySVKRIEd28eVMlSpTQ1KlT1blzZ7366qsGJwQAANZq0aKFWrRoYXQMAAAKBYf7b5Kx69eva9asWerfv7/69++v2bNn69q1a7bMBgAAAABAoVe8eHHLvOLlypXTqVOnLOuuXLliVCwAAJAD169fV2hoqGbMmKE7d+5o2LBhqlixotq2bauoqCij4wEAYJesKozv2LFDDz30kObNm6fr16/r+vXrmjdvnvz9/bVjxw5bZwQAAAAAoNBq2rSpdu7cKUlq3769Ro4cqWnTpqlfv35q2rSpwekAAIA1XnrpJa1YsUKLFy9WcHCwfvzxR40dO1ZJSUkaOnSo0fEAALBLVg2lPmjQID3//PNauHChHB0dJUkpKSl67bXXNGjQIB0+fNimIQEAQMGWkpKiyZMna8WKFYqOjpavr6/69Omj8ePHy2QySfprXrRJkyZp0aJFio2NVfPmzbVw4UJVq1bN4PQAABjr3XffVWJioiRpypQpSkxM1BdffKFq1arp3XffNTgdAACwRkREhP7zn/+oUqVK8vX11c6dO9WsWTM99thjevzxx42OBwCAXbKqMH7y5EmtXr3aUhSXJEdHR4WEhGj58uU2CwcAAOzDjBkztHDhQi1btky1a9fWvn371LdvX3l4eFjuhJ85c6bmzZunZcuWyd/fXxMmTFDbtm115MgRubi4GHwEAAAYp3Llypavixcvrg8++MDANAAAwBauX78uf39/eXl5qXjx4vLx8ZEkeXt7KzY21thwAADYKasK4w0bNtTRo0dVo0aNNO1Hjx5V/fr1bRIMAADYj127dqlz587q0KGDJOmhhx7S559/rp9++knSX0+Lh4eHa/z48ercubMkafny5fL29ta6devUvXv3dH0mJycrOTnZshwfH58HRwIAAAAAgG0cOXJE0dHRMpvNOnbsmBITE3XlyhWjYwEAYLesKowPHTpUw4YN08mTJy3zme3Zs0cLFizQ9OnTdejQIcu29erVs01SAABQYDVr1kwfffSRfv/9d1WvXl2//PKLdu7caRn+9fTp04qOjlZQUJBlHw8PDzVp0kS7d+/OsDAeFhamKVOm5NkxAABgFE9PT8vUIxm5du1aHqYBAAC20qZNG5nNZknS008/LZPJJLPZnOV1HwAAWM+qwniPHj0kSWPGjMlw3d8v4CkpKTlLCAAACrxx48YpPj5eNWvWlKOjo1JSUjRt2jT17NlTkhQdHS3pryHj/s7b29uy7p9CQ0MVEhJiWY6Pj5efn18uHQEAAMYJDw+3fG02m/Xqq69q6tSp8vLyMi4UAADIkdOnTxsdAQCAQseqwjgXbQAAkB1ffvmlPvvsM61cuVK1a9dWZGSkhg8fLl9fX/Xu3duqPp2dneXs7GzjpAAA5D//vFYOGTJE3bp1SzP3+IPYsWOH3nnnHe3fv1+XLl3S2rVr1aVLF8v6zJ5OmzlzpkaPHp3husmTJ6cbwaVGjRo6duxYtrIBAFDYVKpUyegIAAAUOlYVxs+ePatmzZqpSBGrdgcAAIXM6NGjNW7cOMuQ6HXr1tXZs2cVFham3r17y8fHR5IUExOjcuXKWfaLiYlRgwYNjIgMAEC+dPfuXd25c0eOjo7Z3jcpKUn169dXv3791LVr13TrL126lGb5v//9r/r3769u3bpl2W/t2rX13XffWZb5rAAAgAdz6tQphYeH6+jRo5KkWrVqadiwYapSpYrByQAAsE9W/bX6+OOP69KlSwzbBgAAHsiNGzfk4OCQps3R0VGpqamSJH9/f/n4+Gjr1q2WQnh8fLz27t2rV199Na/jAgCQr2zYsEGSdPPmTa1evVoeHh6qWLFitvsJDg5WcHBwpuvv3ah2z/r16/X444/f98n0IkWKpNsXAABkbfPmzerUqZMaNGig5s2bS5J+/PFH1a5dW998842efPJJgxMCAGB/rCqMm81mW+cAAAB2rGPHjpo2bZoqVqyo2rVr6+DBg3r33XfVr18/SX8N3Tp8+HC99dZbqlatmvz9/TVhwgT5+vqmGeIVAIDC6N610MXFRXXq1NHatWszHfbcVmJiYvTtt99q2bJl9932xIkT8vX1lYuLiwIDAxUWFpZl4T45OVnJycmW5fj4eJtkBgCgIBk3bpxGjBih6dOnp2sfO3YshXEAAHKB1eOb7d69W56enhmua9mypdWBAACA/Xnvvfc0YcIEvfbaa7p8+bJ8fX318ssva+LEiZZtxowZo6SkJA0cOFCxsbFq0aKFNm3aJBcXFwOTA4Bt3Ei8bnQEWCk/fO/ujbCSl5YtWyY3N7cMh1z/uyZNmmjp0qWqUaOGLl26pClTpuixxx7Tr7/+Kjc3twz3CQsLSzcvOQAAhc3Ro0f15Zdfpmvv16+fwsPD8z4QAACFgNWF8WeeeSbDdpPJpJSUFKsDAQAA++Pm5qbw8PAs/7g3mUyaOnWqpk6dmnfBACCXubm5yaloUf3+y3f33xj5llPRopkWee3VJ598op49e973BrW/D81er149NWnSRJUqVdKXX36p/v37Z7hPaGioQkJCLMvx8fHy8/OzTXAAAAqIsmXLKjIyUtWqVUvTHhkZyRSmAADkEqsL49HR0VygAcAA+eGpJWQf3zcAKJzKlCmj2bNmKSEhwegoueLChQt6//339dprr6l8+fJGx8k1bm5uKlOmjNEx8swPP/yg48eP64svvsj2viVLllT16tV18uTJTLdxdnaWs7NzTiICAFDgDRgwQAMHDtQff/yhZs2aSfprjvEZM2akuYEMAADYjlWF8dyeywwAkB5PnBV8hfFpMwDAX8Vxey+qli9fXv7+/kbHgI0sXrxYjRo1Uv369bO9b2Jiok6dOqV///vfuZAMAAD7MWHCBLm5uWn27NkKDQ2VJPn6+mry5MkaOnSowekAALBPVhXGzWazrXMAAO6DJ84KvsL2tBkAAMhfEhMT0zzJffr0aUVGRqpUqVKqWLGipL+GNf/qq680e/bsDPto06aNnnnmGQ0ePFiSNGrUKHXs2FGVKlXSxYsXNWnSJDk6OqpHjx65f0AAABRgJpNJI0aM0IgRIyyf9XAzPQAAucuqwnhqaqqtcwAAHgBPnAEAAMBa+/bt0+OPP25ZvjdMa+/evbV06VJJ0qpVq2Q2mzMtbJ86dUpXrlyxLJ8/f149evTQ1atXVbZsWbVo0UJ79uxR2bJlc+9AAACwI5cvX9bx48clSTVr1uQaCgBALrJ6jvFTp04pPDxcR48elSTVqlVLw4YNU5UqVWwWDgAAAAAA2Ebr1q3vOwLcwIEDNXDgwEzXnzlzJs3yqlWrbBENAIBCJyEhQa+99po+//xzy4Nojo6Oev7557VgwQJ5eHgYnBAAAPvjYM1OmzdvVq1atfTTTz+pXr16qlevnvbu3avatWtry5Ytts4IAAAAAAAAAIDdeOmll7R37159++23io2NVWxsrDZu3Kh9+/bp5ZdfNjoeAAB2yaonxseNG6cRI0Zo+vTp6drHjh2rJ5980ibhAAAAAAAAAACwNxs3btTmzZvVokULS1vbtm21aNEitWvXzsBkAADYL6ueGD969Kj69++frr1fv346cuRIjkMBAAAAAAAAAGCvSpcuneFw6R4eHvL09DQgEQAA9s+qJ8bLli2ryMhIVatWLU17ZGSkvLy8bBIMAAAAAAAAAIxyI/G60RFgpYLwvRs/frxCQkL06aefysfHR5IUHR2t0aNHa8KECQanAwDAPllVGB8wYIAGDhyoP/74Q82aNZMk/fjjj5oxY4ZCQkJsGhAAAAAAAAAA8oqbm5ucihbV7798Z3QU5IBT0aJyc3MzOkamFi5cqJMnT6pixYqqWLGiJCkqKkrOzs76888/9eGHH1q2PXDggFExAQCwK1YVxidMmCA3NzfNnj1boaGhkiRfX19NnjxZQ4cOtWlAAAAAAAAAAMgrZcqU0exZs5SQkGB0lFxz4cIFvf/++3rttddUvnx5o+PkCjc3N5UpU8boGJnq0qWL0REAACh0rCqMm0wmjRgxQiNGjLD8gpif774DAAAAAAAAgAdVpkyZfF1UtZXy5cvL39/f6BiF0h9//KF+/fqpVatWRkcBAKDQsKow3rBhwyzXM7QLAAAAAAAAAAAZi4uL05NPPqlKlSqpb9++6tOnj3x9fY2OBQCAXbOqMB4ZGamRI0eqRIkSts4DAP/L3p3Hx3T2/x9/T4IkJKKWSEIQe+1Lq3fsWhWxt8VdWkIVtRTVVqutJVrNrWpX1H23lqItVWmrqpZaqpRaQlFqiV0sRSJBkFy/P/wyXyOLhCSTTF7Px2MenHOuc87nzFyTz5z5zLkOAAAAAAAA4NDCwsJ04cIFffHFF5o3b55GjRql5s2b66WXXlKHDh2UN29ee4cIAIDDeaDCuCS9+eab8vLyyshYAAAAAAAAAADIFYoVK6ahQ4dq6NCh2rlzp+bMmaPu3bvL3d1dL774ovr3768KFSrYO0wAAByGk70DAAAAAAAAAAAgtzp79qxWr16t1atXy9nZWa1atdKff/6pKlWqaNKkSfYODwAAh/HAhXGLxZKRcQAAAAAAAAAAkCvcunVLS5cuVZs2bVS6dGktWbJEQ4YM0ZkzZzRv3jytWbNGixcv1pgxY+wdKgAADuOBh1IfMWKE8ufPn+yyiRMnPnBA9xo9erRCQkJs5lWqVEkHDhxIcZ0lS5ZoxIgROnbsmCpUqKBx48apVatWGRYTAAAAAAAAAAAPysfHRwkJCerSpYu2bdumWrVqJWnTrFkzFSpUKMtjAwDAUT1QYbxx48Y6ePBgsssy40ryqlWras2aNdbpPHlSDnvz5s3q0qWLQkND1aZNGy1atEgdOnTQzp07Va1atQyPDQAAAAAAAACA9Jg0aZI6deokV1fXFNsUKlRIERERWRgVAACO7YEK4+vXr8/gMFKXJ08eeXt7p6ntlClT1LJlS7355puSpPfff1+rV6/W9OnTNWvWrMwMEwAAAAAAAACA++rWrZu9QwAAINd54HuMZ6VDhw7J19dXZcuW1QsvvKATJ06k2HbLli1q3ry5zbzAwEBt2bIlxXXi4uIUHR1t8wAAAAAAAAAAAAAAOIZsXxh/4oknNHfuXK1cuVIzZ85URESEGjVqpKtXrybbPjIyUsWLF7eZV7x4cUVGRqa4j9DQUHl6eloffn5+GXoMAAAAAAAAAAAAAAD7yfaF8aCgIHXq1Ek1atRQYGCgVqxYoStXrmjx4sUZto/hw4crKirK+jh58mSGbRsAAAAAAAAAgMwQGhqqxx9/XB4eHvLy8lKHDh108ODB+663ZMkSVa5cWa6urqpevbpWrFiRBdECAGBfD3SPcXsqVKiQKlasqMOHDye73NvbW+fOnbOZd+7cuVTvUe7i4iIXF5cMjRMAAACO7dy12/YOAQ+A1w0AAACOZMOGDRowYIAef/xx3b59W++8845atGih/fv3q0CBAsmus3nzZnXp0kWhoaFq06aNFi1apA4dOmjnzp2qVq1aFh8BAABZJ8cVxmNiYnTkyBF169Yt2eUBAQFau3athgwZYp23evVqBQQEZFGEAAAAcGQeHh7KlzevFhy8ZO9Q8IDy5c0rDw8Pe4cBAAAAPLSVK1faTM+dO1deXl7asWOHGjdunOw6U6ZMUcuWLfXmm29Kkt5//32tXr1a06dP16xZszI9ZgAA7CXbF8bfeOMNtW3bVqVLl9aZM2c0atQoOTs7q0uXLpKk7t27q0SJEgoNDZUkDR48WE2aNNGECRPUunVrffXVV9q+fbtmz55tz8MAAACAgyhatKg+njBBV69etXcomeL06dOaMWOG+vfvrxIlStg7nEzh4eGhokWL2jsMAAAAIMNFRUVJkgoXLpximy1btmjo0KE28wIDAxUWFpbiOnFxcYqLi7NOR0dHP1Sct6NiH2p92Ie9XjdG/sq57PXaXYu5bJf94uFkxeuW7Qvjp06dUpcuXfTPP/+oWLFiatiwoX7//XcVK1ZMknTixAk5Of3frdLr16+vRYsW6b333tM777yjChUqKCwsjCFgAAAAkGGKFi3q8IXVEiVKyN/f395hAAAAAEijhIQEDRkyRA0aNEj1+/DIyEgVL17cZl7x4sUVGRmZ4jqhoaEKCQl56Bg9PDyUN18+Xfltz0NvC/aRN1++LBuBixHbHENWjtqW+Dfm791rsmR/yHiZ/Tcm2xfGv/rqq1SXr1+/Psm8Tp06qVOnTpkUEQAAAAAAAAAA2cuAAQO0d+9ebdq0KcO3PXz4cJurzKOjo+Xn55fu7RQtWlQTPv6YEbhysKwcgYsR2xxDVvcZ/sbkbJndX7J9YRwAAAAAAAAAAKRs4MCBWr58uTZu3KiSJUum2tbb21vnzp2zmXfu3Dl5e3unuI6Li4tcXFwyJFZG4EJ60F+QXvQZpIbCOAAAgLi/WU7GawcAAAAgtzLG6NVXX9WyZcu0fv36NBVKAgICtHbtWg0ZMsQ6b/Xq1QoICMjESAEAsD8K4wAAIFfj/maOISvvcQYAyF74gVTOZK/X7dy123bZLx4OrxuQsgEDBmjRokX67rvv5OHhYb1PuKenp9zc3CRJ3bt3V4kSJRQaGipJGjx4sJo0aaIJEyaodevW+uqrr7R9+3bNnj3bbscBAEBWoDAOAAByNUe/95DE/YcAAI6JH7flfFn5wzYPDw/ly5tXCw5eypL9IePly5uXH0ICyZg5c6YkqWnTpjbz58yZox49ekiSTpw4IScnJ+uy+vXra9GiRXrvvff0zjvvqEKFCgoLC1O1atWyKmwAAOyCwjgAAMj1csO9hyTuPwQAcCyO/uM2ftiWsYoWLaqPJ0ygv+Rg/BASSJ4x5r5t1q9fn2Rep06d1KlTp0yICACA7IvCOAAAAAAAyJFyw4/b+GFbxqG/AAAAALmb0/2bAAAAAAAAAAAAAACQc1EYBwAAAAAAAAAAAAA4NArjAAAAAAAAAAAAAACHRmEcAAAAAAAAAAAAAODQKIwDAAAAAAAAAAAAABwahXEAAAAAAAAAAAAAgEPLY+8AHNHtqFh7h4AHZK/X7ty123bZLx4OrxsAAAAAAAAAAEDOQGE8A3l4eChvvny68tsee4eCh5A3Xz55eHhkyb48PDyUL29eLTh4KUv2h4yXL2/eLOsvAAAAAAAAAAAAeDAUxjNQ0aJFNeHjj3X16lV7h5IpTp8+rRkzZqh///4qUaKEvcPJNB4eHipatGiW7Kto0aL6eMIE+kwOlpX9BQAAAAAAAAAAAA+GwngGK1q0qMMXyUqUKCF/f397h+Ew6DMAAAAAAAAAAABA5nKydwAAAAAAAAAAAAAAAGQmCuMAAAAAAAAAAAAAAIdGYRwAAAAAAAAAAAAA4NAojAMAAAAAAAAAAAAAHBqFcQAAAAAAAAAAAACAQ6MwDgAAAAAAAAAAAABwaBTGAQAAAADIBTZu3Ki2bdvK19dXFotFYWFhNst79Oghi8Vi82jZsuV9t/vJJ5+oTJkycnV11RNPPKFt27Zl0hEAAAAAAPDgKIwDAAAAAJALxMbGqmbNmvrkk09SbNOyZUudPXvW+vjyyy9T3ebXX3+toUOHatSoUdq5c6dq1qypwMBAnT9/PqPDBwAAAADgoVAYBwAAma5MmTJJrkCzWCwaMGCAJOnGjRsaMGCAihQpInd3dz333HM6d+6cnaMGAMCxBAUF6YMPPtAzzzyTYhsXFxd5e3tbH4888kiq25w4caJ69+6tnj17qkqVKpo1a5by58+vzz//PMV14uLiFB0dbfMAAAAAACCzURgHAACZ7o8//rC5+mz16tWSpE6dOkmSXnvtNf3www9asmSJNmzYoDNnzujZZ5+1Z8gAAORK69evl5eXlypVqqR+/frpn3/+SbHtzZs3tWPHDjVv3tw6z8nJSc2bN9eWLVtSXC80NFSenp7Wh5+fX4YeAwAAAAAAyaEwDgAAMl2xYsVsrj5bvny5ypUrpyZNmigqKkqfffaZJk6cqCeffFJ169bVnDlztHnzZv3+++/2Dh0AgFyjZcuWmj9/vtauXatx48Zpw4YNCgoKUnx8fLLtL168qPj4eBUvXtxmfvHixRUZGZnifoYPH66oqCjr4+TJkxl6HAAAAAAAJCePvQMAAAC5y82bN7VgwQINHTpUFotFO3bs0K1bt2yuNqtcubJKlSqlLVu26F//+ley24mLi1NcXJx1mmFYAQB4OM8//7z1/9WrV1eNGjVUrlw5rV+/Xk899VSG7cfFxUUuLi4Ztj0AAAAAANKCK8YBAECWCgsL05UrV9SjRw9JUmRkpPLly6dChQrZtLvf1WYMwwoAQOYqW7asihYtqsOHDye7vGjRonJ2dta5c+ds5p87d07e3t5ZESIAAAAAAGlGYRwAAGSpzz77TEFBQfL19X2o7TAMKwAAmevUqVP6559/5OPjk+zyfPnyqW7dulq7dq11XkJCgtauXauAgICsChMAAAAAgDRhKHUAAJBljh8/rjVr1ujbb7+1zvP29tbNmzd15coVm6vG73e1GcOwAgCQPjExMTZXf0dERCg8PFyFCxdW4cKFFRISoueee07e3t46cuSIhg0bpvLlyyswMNC6zlNPPaVnnnlGAwcOlCQNHTpUwcHBeuyxx1SvXj1NnjxZsbGx6tmzZ5YfHwAAAAAAqaEwDgAAssycOXPk5eWl1q1bW+fVrVtXefPm1dq1a/Xcc89Jkg4ePKgTJ05wtRkAABlo+/btatasmXV66NChkqTg4GDNnDlTe/bs0bx583TlyhX5+vqqRYsWev/9921+iHbkyBFdvHjROv3vf/9bFy5c0MiRIxUZGalatWpp5cqVKl68eNYdGAAAAAAAaUBhHAAAZImEhATNmTNHwcHBypPn/z6CeHp6qlevXho6dKgKFy6sggUL6tVXX1VAQID+9a9/2TFiAAAcS9OmTWWMSXH5zz//fN9tHDt2LMm8gQMHWq8gBwAAAAAgu6IwDgAAssSaNWt04sQJvfTSS0mWTZo0SU5OTnruuecUFxenwMBAzZgxww5RAgAAAAAAAAAcEYVxAACQJVq0aJHiVWqurq765JNP9Mknn2RxVAAAAAAAAACA3MDJ3gEAAAAAAAAAAAAAAJCZKIwDAAAAAAAAAAAAABwahXEAAAAAAAAAAAAAgEOjMA4AAAAAAAAAAAAAcGjZvjAeGhqqxx9/XB4eHvLy8lKHDh108ODBVNeZO3euLBaLzcPV1TWLIgYAAAAAAAAAAAAAZCfZvjC+YcMGDRgwQL///rtWr16tW7duqUWLFoqNjU11vYIFC+rs2bPWx/Hjx7MoYgAAAAAAAAAAAABAdpLtC+MrV65Ujx49VLVqVdWsWVNz587ViRMntGPHjlTXs1gs8vb2tj6KFy+eYtu4uDhFR0fbPAAAAAAAAAAAyO42btyotm3bytfXVxaLRWFhYam2X79+fZIRVy0WiyIjI7MmYAAA7CTbF8bvFRUVJUkqXLhwqu1iYmJUunRp+fn5qX379tq3b1+KbUNDQ+Xp6Wl9+Pn5ZWjMAAAAAAAAAABkhtjYWNWsWVOffPJJutY7ePCgzairXl5emRQhAADZQx57B5AeCQkJGjJkiBo0aKBq1aql2K5SpUr6/PPPVaNGDUVFRenjjz9W/fr1tW/fPpUsWTJJ++HDh2vo0KHW6ejoaIrjAAAAAAAAAIBsLygoSEFBQelez8vLS4UKFcr4gAAAyKZyVGF8wIAB2rt3rzZt2pRqu4CAAAUEBFin69evr0cffVSffvqp3n///STtXVxc5OLikuHxAgAAAAAAAACQHdWqVUtxcXGqVq2aRo8erQYNGqTYNi4uTnFxcdZpbkcKAMiJcsxQ6gMHDtTy5cu1bt26ZK/6Tk3evHlVu3ZtHT58OJOiAwAAAAAAAAAg+/Px8dGsWbO0dOlSLV26VH5+fmratKl27tyZ4jrcjhQA4Aiy/RXjxhi9+uqrWrZsmdavXy9/f/90byM+Pl5//vmnWrVqlQkRAgAAAAAAAACQM1SqVEmVKlWyTtevX19HjhzRpEmT9MUXXyS7DrcjBQA4gmxfGB8wYIAWLVqk7777Th4eHoqMjJQkeXp6ys3NTZLUvXt3lShRQqGhoZKkMWPG6F//+pfKly+vK1euaPz48Tp+/Lhefvllux0HAAAAAAAAAADZUb169VK9hSm3IwUAOIJsXxifOXOmJKlp06Y28+fMmaMePXpIkk6cOCEnp/8bFf7y5cvq3bu3IiMj9cgjj6hu3bravHmzqlSpklVhAwAAAAAAAACQI4SHh8vHx8feYQAAkKmyfWHcGHPfNuvXr7eZnjRpkiZNmpRJEQEAAAAAAAAAkD3ExMTo8OHD1umIiAiFh4ercOHCKlWqlIYPH67Tp09r/vz5kqTJkyfL399fVatW1Y0bN/S///1Pv/zyi1atWmWvQwAAIEtk+8I4AAAAAAAAAABI3vbt29WsWTPrdOK9wIODgzV37lydPXtWJ06csC6/efOmXn/9dZ0+fVr58+dXjRo1tGbNGpttAADgiCiMAwAAAAAAAACQQzVt2jTVkVfnzp1rMz1s2DANGzYsk6MCACD7cbp/EwAAAAAAAAAAAAAAci4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5AIbN25U27Zt5evrK4vForCwMOuyW7du6a233lL16tVVoEAB+fr6qnv37jpz5kyq2xw9erQsFovNo3Llypl8JAAAAAAApB+FcQAAAAAAcoHY2FjVrFlTn3zySZJl165d086dOzVixAjt3LlT3377rQ4ePKh27drdd7tVq1bV2bNnrY9NmzZlRvgAAAAAADyUPPYOAAAAAAAAZL6goCAFBQUlu8zT01OrV6+2mTd9+nTVq1dPJ06cUKlSpVLcbp48eeTt7Z2hsQIAAAAAkNG4YhwAAAAAACQRFRUli8WiQoUKpdru0KFD8vX1VdmyZfXCCy/oxIkTqbaPi4tTdHS0zQMAAAAAgMxGYRwAAAAAANi4ceOG3nrrLXXp0kUFCxZMsd0TTzyhuXPnauXKlZo5c6YiIiLUqFEjXb16NcV1QkND5enpaX34+fllxiEAAAAAAGCDwjgAAAAAALC6deuWOnfuLGOMZs6cmWrboKAgderUSTVq1FBgYKBWrFihK1euaPHixSmuM3z4cEVFRVkfJ0+ezOhDAAAAAAAgCe4xDgAAAAAAJP1fUfz48eP65ZdfUr1aPDmFChVSxYoVdfjw4RTbuLi4yMXF5WFDBQAAAAAgXbhiHAAAAAAAWIvihw4d0po1a1SkSJF0byMmJkZHjhyRj49PJkQIAAAAAMCDozAOAAAAAEAuEBMTo/DwcIWHh0uSIiIiFB4erhMnTujWrVvq2LGjtm/froULFyo+Pl6RkZGKjIzUzZs3rdt46qmnNH36dOv0G2+8oQ0bNujYsWPavHmznnnmGTk7O6tLly5ZfXgAAAAAAKSKodQBAAAAAMgFtm/frmbNmlmnhw4dKkkKDg7W6NGj9f3330uSatWqZbPeunXr1LRpU0nSkSNHdPHiReuyU6dOqUuXLvrnn39UrFgxNWzYUL///ruKFSuWuQcDAAAAAEA6URgHAAAAACAXaNq0qYwxKS5PbVmiY8eO2Ux/9dVXDxsWAAAAAABZIscMpf7JJ5+oTJkycnV11RNPPKFt27al2n7JkiWqXLmyXF1dVb16da1YsSKLIgUAAMk5ffq0XnzxRRUpUkRubm6qXr26tm/fbl1ujNHIkSPl4+MjNzc3NW/eXIcOHbJjxAAAAAAAZH8bN25U27Zt5evrK4vForCwsPuus379etWpU0cuLi4qX7685s6dm+lxAgBgbzmiMP71119r6NChGjVqlHbu3KmaNWsqMDBQ58+fT7b95s2b1aVLF/Xq1Uu7du1Shw4d1KFDB+3duzeLIwcAAJJ0+fJlNWjQQHnz5tVPP/2k/fv3a8KECXrkkUesbT766CNNnTpVs2bN0tatW1WgQAEFBgbqxo0bdowcAAAAAIDsLTY2VjVr1tQnn3ySpvYRERFq3bq1mjVrpvDwcA0ZMkQvv/yyfv7550yOFAAA+8oRQ6lPnDhRvXv3Vs+ePSVJs2bN0o8//qjPP/9cb7/9dpL2U6ZMUcuWLfXmm29Kkt5//32tXr1a06dP16xZs7I0dgAAII0bN05+fn6aM2eOdZ6/v7/1/8YYTZ48We+9957at28vSZo/f76KFy+usLAwPf/881keMwAAAAAAOUFQUJCCgoLS3H7WrFny9/fXhAkTJEmPPvqoNm3apEmTJikwMDCzwgQAwO6yfWH85s2b2rFjh4YPH26d5+TkpObNm2vLli3JrrNlyxYNHTrUZl5gYGCKQ8jExcUpLi7OOh0dHf3wgWeBuLg4nTlzJsv2d/r0aZt/s5Kvr69cXFyyfL+OJrf0GfpLxqC/ICN9//33CgwMVKdOnbRhwwaVKFFC/fv3V+/evSXd+bV6ZGSkmjdvbl3H09NTTzzxhLZs2ZJsYTyn5m+J9xfSh/6C9Mgt/UWizyDr5Zb3F++tjEF/QXrRZ5CVtmzZYnP+Ld35/nzIkCEprpNTz8F5byE96C9IL/pMzpPtC+MXL15UfHy8ihcvbjO/ePHiOnDgQLLrREZGJts+MjIy2fahoaEKCQnJmICz0JkzZ/Tuu+9m+X5nzJiR5fscO3aszZWFeDC5pc/QXzIG/QUZ6ejRo5o5c6aGDh2qd955R3/88YcGDRqkfPnyKTg42Jqjc0P+lnh/IX3oL0iP3NJfJPoMsl5ueX/x3soY9BekF30GWSml78+jo6N1/fp1ubm5JVknp56D895CetBfkF70mZwn2xfGs8Lw4cNtrjCPjo6Wn5+fHSNKG19fX40dO9beYWQJX19fe4fgEHJLn6G/ZAz6CzJSQkKCHnvsMX344YeSpNq1a2vv3r2aNWuWgoODH2ibOTV/S7y/kD70F6RHbukvEn0GWS+3vL94b2UM+gvSiz6D7C6nnoPz3kJ60F+QXvSZnCfbF8aLFi0qZ2dnnTt3zmb+uXPn5O3tnew63t7e6Wrv4uKSI4cAcHFxcZhfaCBr0GeQHvQXZCQfHx9VqVLFZt6jjz6qpUuXSpI1R587d04+Pj7WNufOnVOtWrWS3WZOzd8S7y+kD/0F6UF/ATIP7y+kB/0F6UWfQVZK6fvzggULJnu1uJRzz8F5byE96C9IL/pMzuNk7wDuJ1++fKpbt67Wrl1rnZeQkKC1a9cqICAg2XUCAgJs2kvS6tWrU2wPAAAyV4MGDXTw4EGbeX///bdKly4tSfL395e3t7dN/o6OjtbWrVvJ3wAAAAAAZCC+PwcA5FbZvjAuSUOHDtV///tfzZs3T3/99Zf69eun2NhY9ezZU5LUvXt3DR8+3Np+8ODBWrlypSZMmKADBw5o9OjR2r59uwYOHGivQwAAIFd77bXX9Pvvv+vDDz/U4cOHtWjRIs2ePVsDBgyQJFksFg0ZMkQffPCBvv/+e/3555/q3r27fH191aFDB/sGDwAAAABANhYTE6Pw8HCFh4dLkiIiIhQeHq4TJ05IujMMevfu3a3tX3nlFR09elTDhg3TgQMHNGPGDC1evFivvfaaPcIHACDLZPuh1CXp3//+ty5cuKCRI0cqMjJStWrV0sqVK1W8eHFJ0okTJ+Tk9H81/vr162vRokV677339M4776hChQoKCwtTtWrV7HUIAADkao8//riWLVum4cOHa8yYMfL399fkyZP1wgsvWNsMGzZMsbGx6tOnj65cuaKGDRtq5cqVcnV1tWPkAAAAAABkb9u3b1ezZs2s04n3Ag8ODtbcuXN19uxZa5FcujNq248//qjXXntNU6ZMUcmSJfW///1PgYGBWR47AABZyWKMMfYOIruJjo6Wp6enoqKiVLBgQXuHAwDIxchJacdzBQDITshLacdzBQDILshJacdzBQDILtKTk3LEUOoAAAAAAAAAAAAAADwoCuMAAAAAAAAAAAAAAIdGYRwAAAAAAAAAAAAA4NAojAMAAAAAAAAAAAAAHBqFcQAAAAAAAAAAAACAQ6MwDgAAAAAAAAAAAABwaBTGAQAAAAAAAAAAAAAOjcI4AAAAAAAAAAAAAMChURgHAAAAAAAAAAAAADg0CuMAAAAAAAAAAAAAAIdGYRwAAAAAAAAAAAAA4NDy2DuA7MgYI0mKjo62cyQAgNwuMRcl5iakjPwNAMhOyOFpRw4HAGQX5O+0I38DALKL9ORvCuPJuHr1qiTJz8/PzpEAAHDH1atX5enpae8wsjXyNwAgOyKH3x85HACQ3ZC/74/8DQDIbtKSvy2Gn78lkZCQoDNnzsjDw0MWi8Xe4WQb0dHR8vPz08mTJ1WwYEF7h4McgD6D9KC/JM8Yo6tXr8rX11dOTtwBJTXk75Tx/kJ60F+QHvSXlJHD044cnjzeX0gP+gvSiz6TPPJ32pG/k8d7C+lBf0F60WeSl578zRXjyXByclLJkiXtHUa2VbBgQd5wSBf6DNKD/pIUv1JPG/L3/fH+QnrQX5Ae9JfkkcPThhyeOt5fSA/6C9KLPpMU+TttyN+p472F9KC/IL3oM0mlNX/zszcAAAAAAAAAAAAAgEOjMA4AAAAAAAAAAAAAcGgUxpFmLi4uGjVqlFxcXOwdCnII+gzSg/4CZB7eX0gP+gvSg/4CZB7eX0gP+gvSiz4DZA7eW0gP+gvSiz7z8CzGGGPvIAAAAAAAAAAAAAAAyCxcMQ4AAAAAAAAAAAAAcGgUxgEAAAAAAAAAAAAADo3COAAAAAAAAAAAAADAoVEYBwAAAAAAAAAAAAA4NArjSJONGzeqbdu28vX1lcViUVhYmL1DQjYVGhqqxx9/XB4eHvLy8lKHDh108OBBe4eFbGzmzJmqUaOGChYsqIIFCyogIEA//fSTvcMCHAL5G+lBDkd6kL+BzEP+RnqQv5Ee5G8g85C/kR7kb6QH+TtjURhHmsTGxqpmzZr65JNP7B0KsrkNGzZowIAB+v3337V69WrdunVLLVq0UGxsrL1DQzZVsmRJ/ec//9GOHTu0fft2Pfnkk2rfvr327dtn79CAHI/8jfQghyM9yN9A5iF/Iz3I30gP8jeQecjfSA/yN9KD/J2xLMYYY+8gkLNYLBYtW7ZMHTp0sHcoyAEuXLggLy8vbdiwQY0bN7Z3OMghChcurPHjx6tXr172DgVwGORvpBc5HOlF/gYyHvkb6UX+RnqRv4GMR/5GepG/kV7k7weXx94BAHBsUVFRku78oQbuJz4+XkuWLFFsbKwCAgLsHQ4A5GrkcKQV+RsAsg/yN9KK/A0A2Qf5G2lF/n54FMYBZJqEhAQNGTJEDRo0ULVq1ewdDrKxP//8UwEBAbpx44bc3d21bNkyValSxd5hAUCuRQ5HWpC/ASB7IX8jLcjfAJC9kL+RFuTvjENhHECmGTBggPbu3atNmzbZOxRkc5UqVVJ4eLiioqL0zTffKDg4WBs2bCC5A4CdkMORFuRvAMheyN9IC/I3AGQv5G+kBfk741AYB5ApBg4cqOXLl2vjxo0qWbKkvcNBNpcvXz6VL19eklS3bl398ccfmjJlij799FM7RwYAuQ85HGlF/gaA7IP8jbQifwNA9kH+RlqRvzMOhXEAGcoYo1dffVXLli3T+vXr5e/vb++QkAMlJCQoLi7O3mEAQK5CDsfDIn8DQNYjf+Nhkb8BIOuRv/GwyN8PjsI40iQmJkaHDx+2TkdERCg8PFyFCxdWqVKl7BgZspsBAwZo0aJF+u677+Th4aHIyEhJkqenp9zc3OwcHbKj4cOHKygoSKVKldLVq1e1aNEirV+/Xj///LO9QwNyPPI30oMcjvQgfwOZh/yN9CB/Iz3I30DmIX8jPcjfSA/yd8ayGGOMvYNA9rd+/Xo1a9Ysyfzg4GDNnTs36wNCtmWxWJKdP2fOHPXo0SNrg0GO0KtXL61du1Znz56Vp6enatSoobfeektPP/20vUMDcjzyN9KDHI70IH8DmYf8jfQgfyM9yN9A5iF/Iz3I30gP8nfGojAOAAAAAAAAAAAAAHBoTvYOAAAAAAAAAAAAAACAzERhHAAAAAAAAAAAAADg0CiMAwAAAAAAAAAAAAAcGoVxAAAAAAAAAAAAAIBDozAOAAAAAAAAAAAAAHBoFMYBAAAAAAAAAAAAAA6NwjgAAAAAAAAAAAAAwKFRGAcAAAAAAAAAAAAAODQK4wCQgm7duunDDz/M9P2sXLlStWrVUkJCQqbvCwAAR0f+BgAg5yF/AwCQ85C/kRNRGAeAZOzevVsrVqzQoEGDrPO+/fZbtWjRQkWKFJHFYlF4eHiattWuXTuVKlVKrq6u8vHxUbdu3XTmzBnr8pYtWypv3rxauHBhRh8GAAC5CvkbAICch/wNAEDOQ/5GTkVhHACSMW3aNHXq1Enu7u7WebGxsWrYsKHGjRuXrm01a9ZMixcv1sGDB7V06VIdOXJEHTt2tGnTo0cPTZ06NUNiBwAgtyJ/AwCQ85C/AQDIecjfyLEMgDSZN2+eKVy4sLlx44bN/Pbt25sXX3zRjBo1ytSsWdPMmjXLlCxZ0ri5uZlOnTqZK1euWNvGx8ebkJAQU6JECZMvXz5Ts2ZN89NPP1mXR0REGEnWxyOPPGKeeeYZc/HiRWuby5cvm169epmiRYsaDw8P06xZMxMeHm5dnhjH3datW2ckmcuXLxtjjJkzZ47x9PR84Odi7969pnXr1sbDw8O4u7ubhg0bmsOHD5tRo0bZxH/3o0mTJsYYY4KDg0379u3N6NGjrcfQt29fExcXZ/M8ffjhh6ZMmTLG1dXV1KhRwyxZsiRNMST67LPPTJUqVUy+fPmMt7e3GTBggHXZhAkTTLVq1Uz+/PlNyZIlTb9+/czVq1ety2/fvm08PT3N8uXLkz3+xNdp165dD/T8fffdd8ZisZibN29a5x0/ftxIsjkGAMDDI3//H/I3+RsAcgry9/8hf5O/ASCnIH//H/I3+RvZF1eMA2nUqVMnxcfH6/vvv7fOO3/+vH788Ue99NJLkqTDhw9r8eLF+uGHH7Ry5Urt2rVL/fv3t7afMmWKJkyYoI8//lh79uxRYGCg2rVrp0OHDtnsa82aNTp79qx+/PFHbdu2TR999JFNHOfPn9dPP/2kHTt2qE6dOnrqqad06dKlTH4G7jh9+rQaN24sFxcX/fLLL9qxY4deeukl3b59W2+88YbOnj2rs2fP6vXXX1dAQIB1+ttvv7VuY+3atfrrr7+0fv16ffnll/r2228VEhJiXR4aGqr58+dr1qxZ2rdvn1577TW9+OKL2rBhw31jkKSZM2dqwIAB6tOnj/788099//33Kl++vHX7Tk5Omjp1qvbt26d58+bpl19+0bBhw6zL9+zZo6ioKD322GMZ/vxdunRJCxcuVP369ZU3b17r/FKlSql48eL69ddfM3yfAJCbkb/vIH8/HPI3AGQt8vcd5O+HQ/4GgKxF/r6D/P1wyN/IdPauzAM5Sb9+/UxQUJB1esKECaZs2bImISHBjBo1yjg7O5tTp05Zl//000/GycnJnD171hhjjK+vrxk7dqzNNh9//HHTv39/Y0zSX1KdPXvWlC9f3rrOr7/+agoWLJjkV3flypUzn376qTEm83/xNnz4cOPv72/za63kjBo1yvort7sFBwebwoULm9jYWOu8mTNnGnd3dxMfH29u3Lhh8ufPbzZv3myzXq9evUyXLl3SFIOvr695991303xMS5YsMUWKFLFOL1u2zDg7O5uEhIRk2z/IL96GDRtm8ufPbySZf/3rXza/YkxUu3ZtM3r06DRvEwCQNuRv8rcx5G8AyGnI3+RvY8jfAJDTkL/J38aQv5G9ccU4kA69e/fWqlWrdPr0aUnS3Llz1aNHD1ksFkl3frVUokQJa/uAgAAlJCTo4MGDio6O1pkzZ9SgQQObbTZo0EB//fWXzbz69evL3d1dPj4+8vPz0+uvvy5J2r17t2JiYlSkSBG5u7tbHxERETpy5Ih1/T///NNmeVBQUJJjiYqKkru7uwoWLKgKFSrojTfe0K1bt+77HISHh6tRo0Y2v9ZKr5o1ayp//vzW6YCAAMXExOjkyZM6fPiwrl27pqefftrmGObPn289xtRiOH/+vM6cOaOnnnoqxf2vWbNGTz31lEqUKCEPDw9169ZN//zzj65duyZJun79ulxcXKyva1q98sorNjHf7c0339SuXbu0atUqOTs7q3v37jLG2LRxc3OzxgAAyDjkb/J3asjfAJA9kb/J36khfwNA9kT+Jn+nhvyN7CCPvQMAcpLatWurZs2amj9/vlq0aKF9+/bpxx9/zPD9fP3113r00UcVGRmpwYMH64033tC0adMUExMjHx8frV+/Psk6hQoVsv6/UqVKNkPWbN26VS+++KJNew8PD+3cuVPGGO3fv1/BwcHy9vbWG2+8kWpsbm5uD3Vs9xMTEyNJ+vHHH20+JEmSi4vLfWO4X3zHjh1TmzZt1K9fP40dO1aFCxfWpk2b1KtXL928eVP58+dX0aJFde3aNd28eVP58uVLc+xjxoxJ8fkrWrSoihYtqooVK+rRRx+Vn5+ffv/9dwUEBFjbXLp0ScWKFUvz/gAAaUP+Jn+nhvwNANkT+Zv8nRryNwBkT+Rv8ndqyN/IDiiMA+n08ssva/LkyTp9+rSaN28uPz8/67ITJ07ozJkz8vX1lST9/vvvcnJyUqVKlVSwYEH5+vrqt99+U5MmTazr/Pbbb6pXr57NPvz8/FS+fHmVL19ePXv21H/+8x9NmzZNderUUWRkpPLkyaMyZcqkGGO+fPls7gly6tSpJG2cnJysbSpUqKCnn35a4eHh9z3+GjVqaN68ebp169YD/+pt9+7dun79ujUJ//7773J3d5efn58KFy4sFxcXnThxwuZ5SmsMHh4eKlOmjNauXatmzZolWXfHjh1KSEjQhAkT5OR0Z9CMxYsX27SpVauWJGn//v3W/6eFl5eXvLy87tsuISFBkhQXF2edd+PGDR05ckS1a9dO8/4AAGlH/iZ/p4T8DQDZF/mb/J0S8jcAZF/kb/J3SsjfyA4YSh1Ip65du+rUqVP673//q5deeslmmaurq4KDg7V79279+uuvGjRokDp37ixvb29Jd4YDGTdunL7++msdPHhQb7/9tsLDwzV48GCb7fzzzz+KjIzUnj179OWXX6py5cqSpObNmysgIEAdOnTQqlWrdOzYMW3evFnvvvuutm/fnu5juXHjhq5fv64dO3Zo06ZNqlat2n3XGThwoKKjo/X8889r+/btOnTokL744gsdPHgwzfu9efOmevXqpf3792vFihUaNWqUBg4cKCcnJ3l4eOiNN97Qa6+9pnnz5unIkSPauXOnpk2bpnnz5qUphtGjR2vChAmaOnWqDh06ZF1fksqXL69bt25p2rRpOnr0qL744gvNmjXLJr5ixYqpTp062rRpk838S5cuKTw8XPv375ckHTx4UOHh4YqMjEzxWLdu3arp06crPDxcx48f1y+//KIuXbqoXLlyNr92+/333+Xi4mIzDwCQccjf5G/yNwDkPORv8jf5GwByHvI3+Zv8jWzNfrc3B3Kubt26mcKFC5sbN25Y540aNcrUrFnTzJgxw/j6+hpXV1fTsWNHc+nSJWub+Ph4M3r0aFOiRAmTN29eU7NmTfPTTz9Zl0dERBhJ1kehQoVMmzZtTEREhLVNdHS0efXVV42vr6/Jmzev8fPzMy+88II5ceKETRx3W7dunZFkLl++bIwxZs6cOdZ9WCwW4+3tbfr162fi4uLSdPy7d+82LVq0MPnz5zceHh6mUaNG5siRIzZtRo0aZZo0aZJk3eDgYNO+fXszcuRIU6RIEePu7m569+5t81wmJCSYyZMnm0qVKpm8efOaYsWKmcDAQLNhw4Y0xzBr1izr+j4+PubVV1+1Lps4caLx8fExbm5uJjAw0MyfP9/m+THGmBkzZph//etfNrHf/bzd/Rg1alSKz9WePXtMs2bNTOHChY2Li4spU6aMeeWVV8ypU6ds2vXp08f07ds3xe0AAB4e+Zv8Tf4GgJyH/E3+Jn8DQM5D/iZ/k7+RXVmMuefu9QDu66mnnlLVqlU1depU67zRo0crLCwsTcOp5GY9evTQlStXFBYWZu9QUnX9+nVVqlRJX3/9dab/Cu3ixYuqVKmStm/fLn9//0zdFwDkZuTvB0f+Tor8DQBZg/z94MjfSZG/ASBrkL8fHPk7KfI3MhL3GAfS4fLly1q/fr3Wr1+vGTNm2DscZCI3NzfNnz9fFy9ezPR9HTt2TDNmzCCpA0AmIX/nHuRvAHAc5O/cg/wNAI6D/J17kL+RU1EYB9Khdu3aunz5ssaNG6dKlSrZO5xM8corr2jBggXJLnvxxReT3E/EkTVt2jRL9vPYY4/psccey5J9AUBuRP4mf2cG8jcAZC7yN/k7M5C/ASBzkb/J35mB/I2MxFDqAGycP39e0dHRyS4rWLCgvLy8sjgiAABwP+RvAAByHvI3AAA5D/kbyNkojAMAAAAAAAAAAAAAHJqTvQMAAAAAAAAAAAAAACAzURgHAAAAAAAAAAAAADg0CuMAAAAAAAAAAAAAAIdGYRwAAAAAAAAAAAAA4NAojAMAAAAAAAAAAAAAHBqFcQAAAAAAAAAAAACAQ6MwDgAAAAAAAAAAAABwaBTGAQAAAAAAAAAAAAAOjcI4AAAAAAAAAAAAAMChURgHAAAAAAAAAAAAADg0CuMAAAAAAAAAAAAAAIdGYRwAAAAAAAAAAAAA4NAojAMAAAAAAAAAAAAAHBqFcQAAAAAAAAAAAACAQ6MwjvuaO3euLBaL9eHq6qqKFStq4MCBOnfunL3DAwAgVyI/AwCQdci7AAAAAJDz5bF3AMg5xowZI39/f924cUObNm3SzJkztWLFCu3du1f58+e3d3gAAORK5GcAALIOeRcAAAAAci4K40izoKAgPfbYY5Kkl19+WUWKFNHEiRP13XffqUuXLnaODgCA3In8DABA1iHvAgAAAEDOxVDqeGBPPvmkJCkiIkKSdOnSJb3xxhuqXr263N3dVbBgQQUFBWn37t1J1r1x44ZGjx6tihUrytXVVT4+Pnr22Wd15MgRSdKxY8dshqm799G0aVPrttavXy+LxaKvv/5a77zzjry9vVWgQAG1a9dOJ0+eTLLvrVu3qmXLlvL09FT+/PnVpEkT/fbbb8keY9OmTZPd/+jRo5O0XbBggerWrSs3NzcVLlxYzz//fLL7T+3Y7paQkKDJkyeratWqcnV1VfHixdW3b19dvnzZpl2ZMmXUpk2bJPsZOHBgkm0mF/v48eOTPKeSFBcXp1GjRql8+fJycXGRn5+fhg0bpri4OJt2Fy9e1IEDB3Tt2rUkMSRnwYIFqlevnvLnz69HHnlEjRs31qpVq2za/PTTT2rUqJEKFCggDw8PtW7dWvv27bNps2fPHvXo0UNly5aVq6urvL299dJLL+mff/6xaTd69GhZLBZdvHjRZv727dtlsVg0d+5cm/kHDhxQ586dVaxYMbm5ualSpUp6991377u9u5UpU0Y9evRI0/MhKdW+fu9rk9bXxWKxaODAgVq4cKEqVaokV1dX1a1bVxs3brRpd/z4cfXv31+VKlWSm5ubihQpok6dOunYsWM27e4dOjK190Tic3S3mJgYeXt7y2KxaP369db5TZs2TdL3/vjjj2TfEwDShvxsi/x8//x87/5v376tVq1aqXDhwtq/f791/pw5c/Tkk0/Ky8tLLi4uqlKlimbOnGmzrcTn8d78mlxukNL++mzdulWtWrXSI488ogIFCqhGjRqaMmWKJKlHjx73zaWJea1MmTLWeU5OTvL29ta///1vnThxwmZ/sbGxev311+Xn5ycXFxdVqlRJH3/8sYwx930+73a/2B4kJ6b1c8PNmzc1cuRI1a1bV56enipQoIAaNWqkdevW2ewj8TX7+OOPk8RfrVq1ZN/Xd8ctSa1bt062H69bt06NGjXSI488YhPjwIED0/wcAtkdedcWeTf1vNukSRPVrFkz2WWVKlVSYGCgJNu/zZMmTVLp0qXl5uamJk2aaO/evUnW/eWXX6zn0IUKFVL79u31119/2bRJzMWJDw8PD9WrV09hYWFJtpeW/pGec+0ePXrI3d091efmfu6NP7W82rRpU1WrVk07duxQ/fr15ebmJn9/f82aNSvJdtNzjp34cHZ2VokSJdSnTx9duXLFpt358+fVq1cvFS9eXK6urqpZs6bmzZtn02bnzp0qUKBAknx473cJ169fV7169VSlShXrftKTt9Maj3TnvTZlyhRVr15drq6uKlasmFq2bKnt27cnOf7U/h6l97MCAABAVuOKcTywxJP1IkWKSJKOHj2qsLAwderUSf7+/jp37pw+/fRTNWnSRPv375evr68kKT4+Xm3atNHatWv1/PPPa/Dgwbp69apWr16tvXv3qly5ctZ9dOnSRa1atbLZ7/Dhw5ONZ+zYsbJYLHrrrbd0/vx5TZ48Wc2bN1d4eLjc3Nwk3TlZDAoKUt26dTVq1Cg5OTlZv+T99ddfVa9evSTbLVmypEJDQyXdKe7169cv2X2PGDFCnTt31ssvv6wLFy5o2rRpaty4sXbt2qVChQolWadPnz5q1KiRJOnbb7/VsmXLbJb37dtXc+fOVc+ePTVo0CBFRERo+vTp2rVrl3777TflzZs32echPa5cuWI9trslJCSoXbt22rRpk/r06aNHH31Uf/75pyZNmqS///7b5sR5+vTpCgkJ0bp165KcgN0rJCREo0ePVv369TVmzBjly5dPW7du1S+//KIWLVpIkr744gsFBwcrMDBQ48aN07Vr1zRz5kw1bNhQu3btUpkyZSRJq1ev1tGjR9WzZ095e3tr3759mj17tvbt26fff//9gYqqe/bsUaNGjZQ3b1716dNHZcqU0ZEjR/TDDz9o7Nix6d5eWn3xxRfW///666+aPXu2Jk2apKJFi0qSihcvLil9r4skbdiwQV9//bUGDRokFxcXzZgxQy1bttS2bdtUrVo1SXe+cN+8ebOef/55lSxZUseOHdPMmTPVtGlT7d+/P8lwkIlDRyZK6T1xrwkTJqT53otvvfVWmtoBSB752Xbf5Of75+d7vfzyy1q/fr1Wr16tKlWqWOfPnDlTVatWVbt27ZQnTx798MMP6t+/vxISEjRgwIB0H2daX5/Vq1erTZs28vHx0eDBg+Xt7a2//vpLy5cv1+DBg9W3b181b97cut1u3brpmWee0bPPPmudV6xYMev/GzVqpD59+ighIUF79+7V5MmTdebMGf3666+SJGOM2rVrp3Xr1qlXr16qVauWfv75Z7355ps6ffq0Jk2alK7jdHFx0f/+9z+beX/88YemTp1633WTy4lp/dwQHR2t//3vf+rSpYt69+6tq1ev6rPPPlNgYKC2bdumWrVqpes4UrJx40atWLEiyfyIiAi1bt1aPj4+GjlypPU16NatW4bsF8guyLu2+ybvpp53u3Xrpt69e2vv3r3WczLpTl74+++/9d5779m0nz9/vq5evaoBAwboxo0bmjJlip588kn9+eef1r/3a9asUVBQkMqWLavRo0fr+vXrmjZtmho0aKCdO3daz6ETJeaRixcvasaMGerUqZP27t2rSpUqSXqw/pEVnn32WZUvX946/dprr+nRRx9Vnz59rPMeffRR6/8vX76sVq1aqXPnzurSpYsWL16sfv36KV++fHrppZckpf8cO/Hzxe3bt7VlyxbNnj1b169ftz6n169fV9OmTXX48GENHDhQ/v7+WrJkiXr06KErV65o8ODBkqQ6depo4cKFeu6551S5cuVkfzBmjFH37t0VERGhrVu3Jvv+uZ+0xiNJvXr10ty5cxUUFKSXX35Zt2/f1q+//qrff/9djz32WJo/fyQnpc8KAAAAdmGA+5gzZ46RZNasWWMuXLhgTp48ab766itTpEgR4+bmZk6dOmWMMebGjRsmPj7eZt2IiAjj4uJixowZY533+eefG0lm4sSJSfaVkJBgXU+SGT9+fJI2VatWNU2aNLFOr1u3zkgyJUqUMNHR0db5ixcvNpLMlClTrNuuUKGCCQwMtO7HGGOuXbtm/P39zdNPP51kX/Xr1zfVqlWzTl+4cMFIMqNGjbLOO3bsmHF2djZjx461WffPP/80efLkSTL/0KFDRpKZN2+edd6oUaPM3W/HX3/91UgyCxcutFl35cqVSeaXLl3atG7dOknsAwYMMPe+xe+NfdiwYcbLy8vUrVvX5jn94osvjJOTk/n1119t1p81a5aRZH777bcksa9bty5JDPcet5OTk3nmmWeS9JPE1+Pq1aumUKFCpnfv3jbLIyMjjaenp838a9euJdnHl19+aSSZjRs3JonvwoULNm3/+OMPI8nMmTPHOq9x48bGw8PDHD9+PNn4Utve3UqXLm2Cg4NTXJ6axPdbREREkmXpeV0kGUlm+/bt1nnHjx83rq6u5plnnrHOS+553LJli5Fk5s+fnySuP/74w6Ztcu+Je/vz+fPnjYeHhwkKCkrSV5o0aWLT91asWGEkmZYtWybpvwBskZ/Jz4keJj/fu//hw4cbZ2dnExYWlqRdcjkjMDDQlC1b1jp9/PhxI8l8/vnnNu3ufS7T+vrcvn3b+Pv7m9KlS5vLly/btL27v6R0PPdKLkd37drV5M+f3zodFhZmJJkPPvjApl3Hjh2NxWIxhw8fTnbbyQkODjYFChRIMn/JkiUZkhNT+9xw+/ZtExcXZzPv8uXLpnjx4uall16yznuQ9/XdcT/xxBPWHH/38/7pp58aSWbLli0225RkBgwYkOzxANkZeZe8m+hh8u6VK1eMq6ureeutt2zmDxo0yBQoUMDExMQYY/7vtb+7bxljzNatW40k89prr1nn1apVy3h5eZl//vnHOm/37t3GycnJdO/ePUmMd1u1apWRZBYvXmyMSV//SM+5dkr58GGkdt7dpEkTI8lMmDDBOi8uLs76XN28edMYk/5z7Hs/X9SvX99UqVLFOj158mQjySxYsMA67+bNmyYgIMC4u7vbvDeNMeajjz4yzs7OZuXKlUmO6Z133jEuLi5m06ZNNuuk5+9CWuP55ZdfjCQzaNCgJNtM7vNWap8/0vNZAQAAwB4YSh1p1rx5cxUrVkx+fn56/vnn5e7urmXLlqlEiRKS7lwN4+R0p0vFx8frn3/+kbu7uypVqqSdO3dat7N06VIVLVpUr776apJ9PMzQyd27d5eHh4d1umPHjvLx8bH+KjU8PFyHDh1S165d9c8//+jixYu6ePGiYmNj9dRTT2njxo1KSEiw2eaNGzfk6uqa6n6//fZbJSQkqHPnztZtXrx4Ud7e3qpQoUKS4Spv3rwp6c7zlZIlS5bI09NTTz/9tM0269atK3d39yTbvHXrlk27ixcv6saNG6nGffr0aU2bNk0jRoxIMqTZkiVL9Oijj6py5co220wcJvDu/Y8ePVrGmPtejRYWFqaEhASNHDnS2k8SJb7uq1ev1pUrV9SlSxeb/To7O+uJJ56w2W/i1Q7Sndfp4sWL+te//iVJNv0t0aVLl2y2GRUVZbP8woUL2rhxo1566SWVKlUq2fiS215sbGyqx52R0vO6SFJAQIDq1q1rnS5VqpTat2+vn3/+WfHx8ZJsn8dbt27pn3/+Ufny5VWoUKFkn8cH8f7778vT01ODBg1KtZ0xRsOHD9dzzz2nJ554IkP2DeQG5OfkkZ/Tlp/vNn36dIWGhmrq1Klq3759kuV354yoqChdvHhRTZo00dGjR615NfGq4FOnTqW6r7S+Prt27VJERISGDBmS5EqpB+2XcXFxunjxos6fP6/Vq1frl19+0VNPPWVdvmLFCjk7OyfJW6+//rqMMfrpp58eaL/pkRE50dnZWfny5ZN054q4S5cu6fbt23rssceSzfHXrl1L0l8TPy+k5Ntvv9Uff/yh//znP0mWXb16VdL/XUULOArybvLIu2nLu56enmrfvr2+/PJL6+054uPj9fXXX6tDhw4qUKCATfsOHTpY+5Yk1atXT0888YT19Tx79qzCw8PVo0cPFS5c2NquRo0aevrpp5O9SjfxOP766y/NmjVLBQoUsJ5LP0j/uN+5dnL7vt/rkhHy5Mmjvn37Wqfz5cunvn376vz589qxY4ek9J9jJ+bKyMhILV26VLt3707yGcLb21tdunSxzsubN68GDRqkmJgYbdiwwWZ7b775prp166bOnTvb3L7miy++0IcffqhPP/1UDRo0SPb40pK30xrP0qVLZbFYNGrUqCT7edhbnKX2WQEAAMAeGEodafbJJ5+oYsWKypMnj4oXL65KlSrZFDgT70c0Y8YMRURE2Hwgv/sLsSNHjqhSpUrKkydju1+FChVspi0Wi8qXL2+9p+ShQ4ckScHBwSluIyoqSo888oh1+uLFi0m2e69Dhw7JGJNiu3uHdku8L1Rq99c6dOiQoqKi5OXllezy8+fP20yvWrXKZojQtBg1apR8fX3Vt29fffPNN0n2/9dff6W4zXv3nxZHjhyRk5OTzZCs90p8jRJPQu9VsGBB6/8vXbqkkJAQffXVV0niSe5EPHFYuJQcPXpUkmyGs0vN3dvz8vJS7969FRISImdn5zSt/yDS+7ok1ycrVqyoa9eu6cKFC/L29tb169cVGhqqOXPm6PTp0zb3Tk3tC420ioiI0KeffqqZM2fe98u0hQsXat++fVq8eLEWLVr00PsGcgvyc/LIz+nz008/We8heenSpWTb/Pbbbxo1apS2bNmS5B6qUVFR8vT0lJubm2rXrq3Zs2erefPm1uf/3vZpfX0ShyhOa35Oi6+++kpfffWVdfrxxx+3Ger8+PHj8vX1tSksSf83POvx48czLJaUZFROnDdvniZMmKADBw7o1q1b1vl33xYl0ahRo5L9QjyloVHj4+P1zjvv6IUXXlCNGjWSLA8ICJB050v/0NDQdL8XgOyKvJs88m7ade/eXV9//bV+/fVXNW7cWGvWrNG5c+eSvdVESud0ixcvlvR/OSm5891HH31UP//8s2JjY20K7ncfT8GCBbVw4UL5+flJerD+cb9z7USxsbE2+/bz89Prr79uM5x3RvL19U3yQ4OKFStKunOf7n/961/pfo3Hjx+v8ePHW6dbtmypcePGWaePHz+uChUqJLkYILXPEOfOnVN0dLTatGmj2NhY7dq1y/o5JbU+lpa8ndZ4jhw5Il9fX5sfV2SE+31WAAAAsAcK40izevXq6bHHHktx+YcffqgRI0bopZde0vvvv6/ChQvLyclJQ4YMSfKLYntIjGH8+PEp3lPx7pPymzdv6uzZs3r66afvu12LxaKffvop2aLovSf6kZGRkiRvb+9Ut+nl5aWFCxcmu/zek7YnnnhCH3zwgc286dOn67vvvkt2/b/++ktz587VggULkr0nW0JCgqpXr66JEycmu37iSXNGS3yNvvjii2Sfn7u/NOrcubM2b96sN998U7Vq1ZK7u7sSEhLUsmXLZPvb0qVLbQrrf//99wPdD/Xe7V27dk3Lli3T2LFjVbBgQQ0bNuyBt3k/mfG6vPrqq5ozZ46GDBmigIAAeXp6ymKx6Pnnn8+Q9+27776rChUqKDg42Hrv1uTcvHlTI0aMUK9evaxfVgBIG/JzytslP6fdtm3b1Lt3bxUoUEAffPCBOnXqZPNF95EjR/TUU0+pcuXKmjhxovz8/JQvXz6tWLFCkyZNsulLs2bNUvv27VW/fv0U95fe1ycjtWjRQm+++aakO1e2jxs3Ts2aNdP27dttroq3l4zKiQsWLFCPHj3UoUMHvfnmm/Ly8pKzs7NCQ0OtPzi4W58+fdSpUyebeb17905x+5999pmOHTumn3/+Odnl9evX1/jx4xUSEpLqDyOBnIa8m/J2ybtpExgYqOLFi2vBggVq3LixFixYIG9vbzVv3vyBtpdeq1evlnSnUL106VJ17txZy5cv19NPP53u/iGl/Vzb1dVVP/zwg6Q7o4p8/vnnGjJkiHx8fNS5c+eMOLR0S+9r3K1bN3Xv3l0JCQk6evSo3n//fbVp00Zr1qx5oCurly1bpp9++kmLFi3SqFGjrFd+d+rUSWXLltWYMWPUpUsXlSxZMsm66c3b9nC/zwoAAAD2QGEcGeabb75Rs2bN9Nlnn9nMv3LliooWLWqdLleunLZu3apbt24le/L5oBJ/2ZzIGKPDhw9bf5Varlw5SXd+EZ2WE87du3fr1q1bqX7pkbhdY4z8/f3T9OXl/v37ZbFYUv1Vdbly5bRmzRo1aNAgTV/QFi1aNMkxhYWFpdh++PDhqlWrlv7973+nuP/EIcEedtisu7eZkJCg/fv3p3iCnfgaeXl5pfoaXb58WWvXrlVISIhGjhxpnX9vH7hb48aNbfrhvcOxli1bVpK0d+/e+x1Kku21a9dOv/32m1auXJmphfH0vi7JPR9///238ufPb/0S6ZtvvlFwcLAmTJhgbXPjxg3rFRwPI/GX7mFhYfe9kn7GjBk6f/68Ro8e/dD7BWCL/Ex+Tounn35aM2fO1I0bNxQWFqY+ffpo/fr11v388MMPiouL0/fff29zy5F7hxiV7hSNjh49qj179liH054/f76++OILm2NJy+uT2D/27t2bYQUDHx8fm21VqlRJ9evXV1hYmLp06aLSpUtrzZo1unr1qs1V4wcOHJAklS5dOkPiSElG5cRvvvlGZcuW1bfffmvTX5K7uky6c1Xivc/xvVfaJbp27ZpCQkLUv3//VJ+PN954Q4cOHdLSpUs1f/585cuX777FNSCnI++Sd+/H2dlZXbt21dy5czVu3DiFhYWpd+/eyZ4zpXROV6ZMGUn/l5MOHjyYpN2BAwdUtGjRJH/L736O2rdvr61bt+rjjz/W008/ne7+Id3/XDuRs7OzzTZbt26twoULa+XKlZlSGD9z5kySq+X//vtvSbI+f+l9jcuWLWtzDJ6enuratat+//13BQQEqHTp0tqzZ48SEhJsrtJO7jNEbGyshgwZoo4dO6pLly567LHHVKtWLZUvX17z5s2TMUZffvmlhgwZkmQ0AylteTut8ZQrV04///yzLl26lGFXjaf1swIAAEBW4x7jyDDOzs42wzBLd+7XdPr0aZt5zz33nC5evKjp06cn2ca966fH/PnzrV++Sne+kDh79qyCgoIkSXXr1lW5cuX08ccfKyYmJsn6Fy5cSBK7s7Oz2rRpk+p+n332WTk7OyskJCRJ/MYY/fPPP9bp27dva+nSpapXr16qV0J17txZ8fHxev/995Msu3379kMVLbds2aLvvvtO//nPf1I88evcubNOnz6t//73v0mWXb9+3ea+2hcvXtSBAweSDJF6rw4dOsjJyUljxoxJcqVE4vMWGBioggUL6sMPP7QZ7jNR4muU+IXBvc/35MmTU40hNcWKFVPjxo31+eef68SJE8nGlxJjjIwxmTqMupS+10W681rffR/DkydP6rvvvlOLFi2ssSb3vp02bdp97ymaFm+//bYaNGigdu3apdru6tWrGjt2rF577bVUrxgB8GDIz+TntKhfv76cnZ1VoEABzZo1Sxs3brTZT3K5NyoqSnPmzEl2e25ubnriiSfUvHlzNW/e3PoDtERpfX3q1Kkjf39/TZ48Ocnz+zD98m7Xr1+XdOfe45LUqlUrxcfHJ3kvTJo0SRaLxdp3M0NG5sTkXrOtW7dqy5YtD7VdSZoyZYpiY2P17rvvptruhx9+0OzZs/W///1PrVq1yrKrIQF7Iu+Sd9OiW7duunz5svr27auYmBi9+OKLybYLCwuz6Tvbtm3T1q1bra+nj4+PatWqpXnz5tk8H3v37tWqVavUqlWrVOOIj4/XzZs3rTkwvf3jYST2k8w6j759+7Y+/fRT6/TNmzf16aefqlixYqpbt66k9J9jJ9dGsv0MERkZqa+//tomjmnTpsnd3V1NmjSxzn///fd16dIlTZo0SdKdQnexYsVUu3Ztubm5KX/+/Jo8ebKWLl36wFdcpzWe5557TsYYhYSEJNnGg/49SutnBQAAgKzGFePIMG3atNGYMWPUs2dP1a9fX3/++acWLlyY5IvQ7t27a/78+Ro6dKi2bdumRo0aKTY2VmvWrFH//v3Vvn37B9p/4cKF1bBhQ/Xs2VPnzp3T5MmTVb58eetQUk5OTvrf//6noKAgVa1aVT179lSJEiV0+vRprVu3TgULFtQPP/yg2NhYffLJJ5o6daoqVqyo9evXW/eReGK4Z88ebdmyRQEBASpXrpw++OADDR8+XMeOHVOHDh3k4eGhiIgILVu2TH369NEbb7yhNWvWaMSIEdqzZ491+LCUNGnSRH379lVoaKjCw8PVokUL5c2bV4cOHdKSJUs0ZcoUdezY8YGep1WrVunpp59O9YvJbt26afHixXrllVe0bt06NWjQQPHx8Tpw4IAWL16sn3/+2XrFwPTp0xUSEqJ169apadOmKW6zfPnyevfdd/X++++rUaNGevbZZ+Xi4qI//vhDvr6+Cg0NVcGCBTVz5kx169ZNderU0fPPP69ixYrpxIkT+vHHH9WgQQNNnz5dBQsWVOPGjfXRRx/p1q1bKlGihFatWqWIiIgHek4STZ06VQ0bNlSdOnXUp08f+fv769ixY/rxxx8VHh5u0/aXX36xGUr98OHDGjJkyEPt/37S87pId+7HGhgYqEGDBsnFxUUzZsyQJJuT3TZt2uiLL76Qp6enqlSpoi1btmjNmjU29z98UKtWrdJvv/1233Y7d+5U0aJFM/VqeyA3Iz+Tn1PLz8kJDAzUiy++qGHDhqlt27by8fFRixYtlC9fPrVt29b6Jf5///tfeXl56ezZs+k+3rS+Pk5OTpo5c6batm2rWrVqqWfPnvLx8dGBAwe0b9++B/qi+OjRo1qwYIEk6fTp09bPFk899ZQkqW3btmrWrJneffddHTt2TDVr1tSqVav03XffaciQIdar6TJDRubENm3a6Ntvv9Uzzzyj1q1bKyIiQrNmzVKVKlWSLXakx6pVqzR27NhUPy9ERkaqV69eevnll9WhQ4eH2h+Qk5B3ybtpybu1a9dWtWrVtGTJEj366KOqU6dOsu3Kly+vhg0bql+/foqLi9PkyZNVpEgRmzwxfvx4BQUFKSAgQL169dL169c1bdo0eXp6Jjv6SGIOjI2NVVhYmI4dO2Y9l01r/3gQ8fHxWrlypaQ7PwSbM2eOYmNjMy1H+Pr6aty4cTp27JgqVqyor7/+WuHh4Zo9e7Z1lIb0nmPv2bNHCxYskDFGR44c0dSpU1WyZElrmz59+ujTTz9Vjx49tGPHDpUpU0bffPONfvvtN02ePNk6Es1ff/2liRMn6sMPP0x2mPREzzzzjFq1aqWBAwdq7969cnFxSddzkNZ4mjVrpm7dumnq1Kk6dOiQ9RZ1v/76q5o1a6aBAwema79S2j4rAAAA2IUB7mPOnDlGkvnjjz9SbXfjxg3z+uuvGx8fH+Pm5mYaNGhgtmzZYpo0aWKaNGli0/batWvm3XffNf7+/iZv3rzG29vbdOzY0Rw5csQYY0xERISRZMaPH59kP1WrVrXZ3rp164wk8+WXX5rhw4cbLy8v4+bmZlq3bm2OHz+eZP1du3aZZ5991hQpUsS4uLiY0qVLm86dO5u1a9fa7Pt+j+DgYJvtLl261DRs2NAUKFDAFChQwFSuXNkMGDDAHDx40BhjzKuvvmoaN25sVq5cmSSmUaNGmeTejrNnzzZ169Y1bm5uxsPDw1SvXt0MGzbMnDlzxtqmdOnSpnXr1knWHTBgQJJtSjIWi8Xs2LHDZn5yr9HNmzfNuHHjTNWqVY2Li4t55JFHTN26dU1ISIiJiopKEvu6deuSxJCczz//3NSuXdu6zSZNmpjVq1fbtFm3bp0JDAw0np6extXV1ZQrV8706NHDbN++3drm1KlT5plnnjGFChUynp6eplOnTubMmTNGkhk1alSS+C5cuGCzjz/++MNIMnPmzLGZv3fvXut2XV1dTaVKlcyIESOSbC/x4ebmZqpUqWImTZpkbVO6dOkk/SOtEt9vERERyS5P6+siyQwYMMAsWLDAVKhQwbi4uJjatWsneZ0uX75sevbsaYoWLWrc3d1NYGCgOXDgQJJjSOnvwIULF1J8ztu3b2/TNvG9encMTZo0MZJsnr+7twEgZeRn8nNG5ed7/44bY8zFixdNsWLFzDPPPGOd9/3335saNWoYV1dXU6ZMGTNu3Djz+eefp5q37o3nXvd7fRJt2rTJPP3008bDw8MUKFDA1KhRw0ybNi3Nx5OodOnSNv2laNGipkWLFmbLli027a5evWpee+014+vra/LmzWsqVKhgxo8fbxISElI9znsFBwebAgUKJJm/ZMmSDMmJqX1uSEhIMB9++KEpXbq09XPA8uXLTXBwsCldurS13YO8r318fExsbKxN27uf94SEBNOyZUtToUIFExMTk6TdgAEDkj0eIDsj75J3M/K82BhjPvroIyPJfPjhh0mW3f3aT5gwwfj5+RkXFxfTqFEjs3v37iTt16xZYxo0aGDc3NxMwYIFTdu2bc3+/ftt2qR2Lntvfrtf/7h7e2k51w4ODrbZt7u7u6lTp4754osv0vx83Su18+4mTZqYqlWrmu3bt5uAgADj6upqSpcubaZPn56kbXrOsRMfFovFeHt7m2effdb89ddfNts7d+6c9Rw7X758pnr16km+d3jyySdN1apVza1bt+57TEeOHDGurq4mJCTEGJO+vwtpjccYY27fvm3Gjx9vKleubPLly2eKFStmgoKCkrxPjEn980daPysAAADYi8WYDBqDELCT9evXq1mzZlqyZMkD/1r8bseOHZO/v78iIiKs95261+jRo3Xs2DHNnTv3ofcHZAaLxaIBAwYkOzQjAGQF8jMAAFmHvJvzTJkyRa+99pqOHTumUqVK2SxLfP7Hjx+vN954w04R5lxNmzbVxYsXtXfvXnuHAgAAgGyGe4wDAAAAAAAAWcQYo88++0xNmjRJUhQHAAAAkHm4xzhwD3d3d73wwgtyd3dPsU2NGjXk6+ubhVEhp4qMjEx1uZubmzw9PbMoGgDIucjPyE6ioqJ0/fr1VNt4e3tnUTQAkPHIu5kjNjZW33//vdatW6c///xT3333nb1DyhZiYmKs965PSbFixeTs7JxFEQEAAMBRURgH7lG0aFEtWLAg1TbPPvtsFkWDnM7HxyfV5cHBwQw9CABpQH5GdjJ48GDNmzcv1TbcsQpATkbezRwXLlxQ165dVahQIb3zzjtq166dvUPKFj7++GOFhISk2ia1Yf0BAACAtOIe4wCQidasWZPqcl9fX1WpUiWLogEAABlh//79OnPmTKptmjdvnkXRAACQsx09elRHjx5NtU3Dhg3l6uqaRREBAADAUVEYBwAAAAAAAAAAAAA4NCd7BwAAAAAAAAAAAAAAQGbiHuPJSEhI0JkzZ+Th4SGLxWLvcAAAuZgxRlevXpWvr6+cnPg9W2rI3wCA7IQcnnbkcABAdkH+BgDAsVEYT8aZM2fk5+dn7zAAALA6efKkSpYsae8wsjXyNwAgOyKH3x85HACQ3ZC/AQBwTBTGk+Hh4SHpzgegggUL2jkaAEBuFh0dLT8/P2tuQsrI3wCA7IQcnnbkcABAdkH+BgDAsVEYT0bi0G0FCxbkpBwAkC0wrOj9kb8BANkROfz+yOEAgOyG/A0AgGPiRikAAAAAAAAAAAAAAIdGYRwAAAAAAAAAAAAA4NAojAMAAAAAAAAAAAAAHBqFcQAAAAAAAAAAAACAQ6MwDgAAAAAAAAAAAABwaBTGAQAAAAAAAAAAAAAOjcI4AAAAAAAAAAAAAMChURgHAAAAAAAAAAAAADg0CuMAAAAAAAAAAAAAAIdGYRwAAAAAAAAAAAAA4NDy2DsAAAASEhJ04MABXblyRYUKFVLlypXl5MRvtwAAAAAAAAAAQMagMA4AsKtt27Zp4cKFunDhgnVesWLF9MILL6hevXp2jAwAAAAAAAAAADiKHHc53saNG9W2bVv5+vrKYrEoLCzMuuzWrVt66623VL16dRUoUEC+vr7q3r27zpw5Y7+AAQAp2rZtm6ZMmSI/Pz+FhITo888/V0hIiPz8/DRlyhRt27bN3iEiA6WWwyXJGKORI0fKx8dHbm5uat68uQ4dOmSfYAEAgCTyNwAAAADAceS4wnhsbKxq1qypTz75JMmya9euaefOnRoxYoR27typb7/9VgcPHlS7du3sECkAIDUJCQlauHChateuraFDh6pChQpydXVVhQoVNHToUNWuXVsLFy5UQkKCvUNFBkkth0vSRx99pKlTp2rWrFnaunWrChQooMDAQN24cSOLIwUAAInI3wAAAAAAR5HjhlIPCgpSUFBQsss8PT21evVqm3nTp09XvXr1dOLECZUqVSrZ9eLi4hQXF2edjo6OzriAAQDJOnDggC5cuKCBAwcmuZ+4k5OT2rVrp9GjR+vAgQOqUqWKnaJERkothxtjNHnyZL333ntq3769JGn+/PkqXry4wsLC9PzzzydZJyfn77i4uFwxoo2vr69cXFzsHUaOR39BeuSW/iLRZ7JKRudvKWfncADILLklh5O/AQCAPeW4wnh6RUVFyWKxqFChQim2CQ0NVUhISNYFBQDQlStXJEl+fn7JLk+cn9gOji0iIkKRkZFq3ry5dZ6np6eeeOIJbdmyJdkv1nNy/j5z5ozeffdde4eR6caOHSt/f397h5Hj0V+QHrmlv0j0mezgQfK3lLNzOABkltySw8nfAADAnhy6MH7jxg299dZb6tKliwoWLJhiu+HDh2vo0KHW6ejo6BQLNQCAjJH4g6WTJ0+qQoUKSZafPHnSph0cW2RkpCSpePHiNvOLFy9uXXavnJy/fX19NXbs2Czb3+nTpzVjxgz1799fJUqUyLL9+vr6Ztm+HBn9BemRW/qLRJ/JDh4kf0s5O4cDQGbJLTmc/A0AAOzJYQvjt27dUufOnWWM0cyZM1Nt6+LiwhA+AJDFKleurGLFium7777T0KFDbYZTT0hI0Pfff69ixYqpcuXKdowS2VlOzt8uLi52uUqiRIkSXJ2RA9FfkB70F+QEOTmHA0BmIYcDAABkPqf7N8l5Eovix48f1+rVq1O9WhwAYB9OTk564YUXtGvXLk2cOFF///23rl+/rr///lsTJ07Url279MILLyS5/zgck7e3tyTp3LlzNvPPnTtnXQYAALIX8jcAAAAAICdxuGpDYlH80KFDWrNmjYoUKWLvkAAAKahXr54GDx6skydPavTo0erVq5dGjx6tkydPavDgwapXr569Q0QW8ff3l7e3t9auXWudFx0dra1btyogIMCOkQEAgJSQvwEAAAAAOUmOG0o9JiZGhw8ftk5HREQoPDxchQsXlo+Pjzp27KidO3dq+fLlio+Pt97XrHDhwsqXL5+9wgYApKBevXp67LHHdODAAV25ckWFChVS5cqVuVLcAaWWw0uVKqUhQ4bogw8+UIUKFeTv768RI0bI19dXHTp0sF/QAADkcuRvAAAAAICjyHGF8e3bt6tZs2bW6aFDh0qSgoODNXr0aH3//feSpFq1atmst27dOjVt2jSrwgQApIOTk5OqVKli7zCQyVLL4XPnztWwYcMUGxurPn366MqVK2rYsKFWrlwpV1dXe4UMAECuR/4GAAAAADiKHFcYb9q0qYwxKS5PbRkAALCf++Vwi8WiMWPGaMyYMVkYFQAASA35GwAAAADgKBinFg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DQK4wAAAAAAAAAAAAAAh0ZhHAAAAAAAAAAAAADg0CiMAwAAAAAAAAAAAAAcGoVxAAAAAAAAAAAAAIBDozAOAAAAAAAAAAAAAHBoFMYBAAAAAAAAAAAAAA6NwjgAAAAAAAAAAAAAwKFRGAcAAAAAAAAAAAAAOLQ89g4AAJA9xcXF6cyZM/YOI9P5+vrKxcXF3mEAAAAAAAAAAIBMRGEcAJCsM2fO6N1337V3GJlu7Nix8vf3t3cYAAAAAAAAAAAgE1EYBwAky9fXV2PHjs2y/Z0+fVozZsxQ//79VaJEiSzbr6+vb5btCwAAAAAAAAAA2AeFcQBAslxcXOxyJXWJEiW4ghsAAAAAAAAAAGQoJ3sHAAAAAAAAAAAAAABAZqIwDgAAAAAAAAAAAABwaBTGAQAAAAAAAAAAAAAOjcI4AAAAAAAAAAAAAMChURgHAAAAAAAAAAAAADg0CuMAAAAAAAAAAAAAAIdGYRwAAAAAAAAAAAAA4NAojAMAAAAAAAAAAAAAHBqFcQAAAAAAAAAAAACAQ6MwDgAAAAAAAAAAAABwaBTGAQAAAAAAAAAAAAAOjcI4AAAAAAAAAAAAAMChURgHAAAAAAAAAAAAADg0CuMAAAAAAAAAAAAAAIdGYRwAAAAAAAAAAAAA4NAojAMAAAAAAAAAAAAAHBqFcQAAAAAAAAAAAACAQ6MwDgAAAAAAAAAAAABwaBTGAQAAAAAAAAAAAAAOjcI4AAAAAAAAAAAAAMChURgHAAAAAAAAAAAAADg0CuMAAAAAAAAAAAAAAIdGYRwAAAAAAAAAAAAA4NDy2DsA5Ay3b9/WqlWrdP78eXl5ealFixbKk4fuAwAAAAAAAAAAACD7o7KJ+1q0aJFWrFihhIQEm3mtWrVS165d7RgZAAAAAAAAAAAAANxfjhtKfePGjWrbtq18fX1lsVgUFhZms9wYo5EjR8rHx0dubm5q3ry5Dh06ZJ9gHcCiRYu0fPlyeXh46OWXX9aMGTP08ssvy8PDQ8uXL9eiRYvsHSIAAAAAAAAAAAAApCrHFcZjY2NVs2ZNffLJJ8ku/+ijjzR16lTNmjVLW7duVYECBRQYGKgbN25kcaQ53+3bt7VixQp5enpq2rRpevLJJ1WoUCE9+eSTmjZtmjw9PbVixQrdvn3b3qECAAAAAAAAAAAAQIpyXGE8KChIH3zwgZ555pkky4wxmjx5st577z21b99eNWrU0Pz583XmzJkkV5bfLS4uTtHR0TYPSKtWrVJCQoI6deqU5H7iefLkUceOHZWQkKBVq1bZKUIAAAAAAAAAAAAAuL8cVxhPTUREhCIjI9W8eXPrPE9PTz3xxBPasmVLiuuFhobK09PT+vDz88uKcLO98+fPS5Lq1KmT7PLatWvbtAMAAAAAAAAAAACA7MihCuORkZGSpOLFi9vML168uHVZcoYPH66oqCjr4+TJk5kaZ07h5eUlSdq5c2eyy3ft2mXTDgAAAAAAAAAAAACyI4cqjD8oFxcXFSxY0OYBqUWLFnJyctKSJUuS3Ef89u3b+uabb+Tk5KQWLVrYKUIAAAAAAAAAAAAAuD+HKox7e3tLks6dO2cz/9y5c9ZlSLs8efKoVatWioqK0quvvqq1a9fq0qVLWrt2rV599VVFRUWpVatWSe4/DgAAAAAAAAAAAADZiUNVNP39/eXt7a21a9eqVq1akqTo6Ght3bpV/fr1s29wOVTXrl0lSStWrNBnn31mne/k5KQ2bdpYlwMAAAAAAAAAAABAdpXjCuMxMTE6fPiwdToiIkLh4eEqXLiwSpUqpSFDhuiDDz5QhQoV5O/vrxEjRsjX11cdOnSwX9A5XNeuXdW5c2etWrVK58+fl5eXl1q0aMGV4gAAAAAAAAAAAAByhBxX2dy+fbuaNWtmnR46dKgkKTg4WHPnztWwYcMUGxurPn366MqVK2rYsKFWrlwpV1dXe4XsEBKHVQcAAAAAAAAAAACAnCbHFcabNm0qY0yKyy0Wi8aMGaMxY8ZkYVQAAAAAAAAAAAAAgOzKyd4BAAAAAAAAAAAAAACQmSiMAwAAAAAAAAAAAAAcGoVxAAAAAAAAAAAAAIBDozAOAAAAAAAAAAAAAHBoFMYBAAAAAAAAAAAAAA6NwjgAAAAAAAAAAAAAwKFRGAcAAAAAAAAAAAAAODQK4wAAAAAAAAAAAAAAh0ZhHAAAAAAAAAAAAADg0CiMAwAAAAAAAAAAAAAcGoVxAACQLcTHx2vEiBHy9/eXm5ubypUrp/fff1/GGHuHBgAAUkD+BgAAAADkFHnsHQAAAIAkjRs3TjNnztS8efNUtWpVbd++XT179pSnp6cGDRpk7/AAAEAyyN8AAAAAgJyCwjgAAMgWNm/erPbt26t169aSpDJlyujLL7/Utm3bkm0fFxenuLg463R0dPQD7/vixYu6evXqA6+f3Z0+fdrmX0fk4eGhokWLZtn+HLnP0F8ApEd687eUsTkcADKLI3/ek/jMBwAAcicK4wAAIFuoX7++Zs+erb///lsVK1bU7t27tWnTJk2cODHZ9qGhoQoJCXno/V68eFGvv/GGbt28+dDbyu5mzJhh7xAyTd58+TTh44+z5Iuvixcv6o3XX9fNW7cyfV/25Mj9JV/evPp4wgS+KAUyQHrzt5RxORwAMgvnCI4hK88RAABAzkBhHAAAZAtvv/22oqOjVblyZTk7Oys+Pl5jx47VCy+8kGz74cOHa+jQodbp6Oho+fn5pXu/V69e1a2bN1WoQQ3l8SzwwPHDfm5HxerKb3t09erVLPnS6+rVq7p565ZerFRYxfPzcTqnOXftthYcvJRl/QVwdOnN31LG5XAAyCyJ5wgVazZXfvdH7B0OHsC1mMv6e/caPvMBAAAbfJMHAACyhcWLF2vhwoVatGiRqlatqvDwcA0ZMkS+vr4KDg5O0t7FxUUuLi4Ztv88ngWUt4hnhm0Pjq94/jzyc89n7zAAwK7Sm7+ljM/hAJBZ8rs/InfPYvYOAwAAABmEwjgAAMgW3nzzTb399tt6/vnnJUnVq1fX8ePHFRoamuIX6wAAwL7I3wAAAACAnMLJ3gEAAABI0rVr1+TkZPvRxNnZWQkJCXaKCAAA3A/5GwAAAACQU3DFONLk9u3bWrVqlc6fPy8vLy+1aNFCefLQfZCymJgYhYSE6MqVKypUqJBGjRold3d3e4cFIBtr27atxo4dq1KlSqlq1aratWuXJk6cqJdeesneoQEAgBSQvwEAAAAAOQWVTdzXokWLtGLFCptf/C9atEitWrVS165d7RgZsqt+/fopKirKOh0bG6s+ffrI09NTM2fOtGNkALKzadOmacSIEerfv7/Onz8vX19f9e3bVyNHjrR3aAAAIAXkbwAAAABATkFhHKlatGiRli9fLk9PT3Xq1El16tTRzp07tWTJEi1fvlySKI7Dxt1F8XLlyqlz585avHixjhw5oqioKPXr14/iOIBkeXh4aPLkyZo8ebK9QwEAAGlE/gYAAAAA5BQUxpGi27dva8WKFfL09NS0adOsQ6c/+eSTaty4sV599VWtWLFCnTt3Zlh1SLozfHpiUXz27NnWodOrV6+umJgY9enTR1FRUYqJiWFYdQAAAAAAAAAAAGQZJ3sHgOxr1apVSkhIUKdOnZIUvvPkyaOOHTsqISFBq1atslOEyG5CQkIk3blS/N7Ct7u7u8qWLWvTDgAAAAAAAAAAAMgKFMaRovPnz0uS6tSpk+zy2rVr27QDrly5Iknq3Llzsss7duxo0w4AAAAAAAAAAADIChTGkSIvLy9J0s6dO5NdvmvXLpt2QKFChSRJixcvTnb5N998Y9MOAAAAAAAAAAAAyAoUxpGiFi1ayMnJSUuWLNHt27dtlt2+fVvffPONnJyc1KJFCztFiOxm1KhRkqQjR44oJibGZllMTIyOHj1q0w4AAAAAAAAAAADICnnu3wS5VZ48edSqVSstX75cr776qjp27KjatWtr165d+uabbxQVFaU2bdokuf84ci93d3d5enoqKipKffr0UdmyZdWxY0d988031qK4p6dnkvuPAwAAAAAAAAAAAJmJiiZS1bVrV0nSihUr9Nlnn1nnOzk5qU2bNtblQKKZM2eqX79+ioqK0tGjR/XRRx9Zl3l6emrmzJl2jA4AAAAAAAAAAAC5EYVx3FfXrl3VuXNnrVq1SufPn5eXl5datGjBleJI0cyZMxUTE6OQkBBduXJFhQoV0qhRo7hSHAAAAAAAAAAAAHZBZRNpkjisOpBW7u7uGj9+vL3DAAAAAAAAAAAAAORk7wAAAAAAAAAAAAAAAMhMFMYBAAAAAAAAAAAAAA6NwjgAAAAAAAAAAAAAwKFRGAcAAAAAAAAAAAAAODQK4wAAAAAAAAAAAAAAh0ZhHAAAAAAAAAAAAADg0CiMAwAAAAAAAAAAAAAcGoVxAAAAAAAAAAAAAIBDozAOAAAAAAAAAAAAAHBoeewdAAAAAAAAyDh79uxJdXmNGjWyKBIAAAAAALIPCuMAAAAAADiQWrVqyWKxSJKMMZIki8UiY4wsFovi4+PtGR4AAAAAAHZBYRwAAAAAAAfSsGFDhYeH6+2331bXrl2tRXIAAAAAAHIz7jEOAAAAAIAD2bhxo+bOnau5c+eqc+fOOnXqlEqXLm19AAAAAACQG1EYBwAAAADAwTz77LPav3+/unbtqvbt2+vZZ5/V4cOH7R0WAAAAAAB2Q2EcAAAAAAAHlCdPHg0ZMkSHDx+Wv7+/6tSpoyFDhtg7LAAAAAAA7IJ7jAMAAAAA4EAeeeSRZO8rHhcXp2nTpmny5MlZHxQAAAAAAHZGYRwAAAAAAAcyadKkZAvjAAAAAADkZhTGAQAAAABwID169LB3CAAAAAAAZDvcYxwAAAAAAAfi7Oys8+fP2zsMAAAAAACyFQrjAAAAAAA4EGOMvUMAAAAAACDbYSh1pMnhw4c1cuRI6/SYMWNUvnx5O0aE7G7Pnj36z3/+Y51+++23VaNGDTtGBAAAAOQe3GM8Z0tISNCBAwd05coVFSpUSJUrV5aTE9c2IHmnTp3SW2+9JWOMLBaLxo0bp5IlS9o7LAAAACDbccjCeHx8vEaPHq0FCxYoMjJSvr6+6tGjh9577z2+HHgAXbt2TTIvsUi+aNGirA4HOUByfSaxSE6fAQAAADKft7d3isvi4+OzMBKk17Zt27Rw4UJduHDBOq9YsWJ64YUXVK9ePTtGhuzo3vNvY4yGDRsmifNvAAAA4F4OWRgfN26cZs6cqXnz5qlq1aravn27evbsKU9PTw0aNMje4eUo955gNWnSRBs2bLBZzokW7nZvn6lVq5bCw8NtltNnAAAAgMz1zTffqHDhwvYOA+m0bds2TZkyRbVr19bAgQPl5+enkydP6rvvvtOUKVM0ePBgiuOwuvv829nZWW3atNHy5cutP37h/BsAAACw5ZCF8c2bN6t9+/Zq3bq1JKlMmTL68ssvtW3bNjtHlrMcPnzY+v+7h07v27evzdDqhw8fZlh1SLozfHqid999V1WrVrVO79u3T2PHjrW2Y1h1AAAAIHNYLBY1aNBAXl5e9g4F6ZCQkKCFCxeqdu3aGjp0qHXo9AoVKmjo0KGaOHGiFi5cqMcee4xh1aFTp05Z///RRx9Zh07/97//rVOnTlmvGj916hTDqgMAAAD/n0MWxuvXr6/Zs2fr77//VsWKFbV7925t2rRJEydOTLZ9XFyc4uLirNPR0dFZFWq2dvc9xe8tfN89PXLkSH6BDEmyuaf43UXxe6f/85//0GcAAECucfHiRV29etXeYWSK06dP2/zrqDw8PFS0aFF7h5Fmxhh7h4AHcODAAV24cEEDBw5MUvh2cnJSu3btNHr0aB04cEBVqlSxU5TILt566y1Jd64Uv7fwXbJkSTk7Oys+Pl5vvfWWFi5caI8QAQAAgGzHIQvjb7/9tqKjo1W5cmXricDYsWP1wgsvJNs+NDRUISEhWRxlztGkSZNk59evX1+bN2/O4miQE9SqVSvZ+VWrVtW+ffuyNhgAD23q1KmpLuc2JQCQsosXL+r1N97QrZs37R1KppoxY4a9Q8hUefPl04SPP84xxfF169YxjHoOdOXKFUmSn59fsssT5ye2Q+6W+AOYNm3aJLs8MDBQK1as4IcyAAAAwF0csjC+ePFiLVy4UIsWLVLVqlUVHh6uIUOGyNfXV8HBwUnaDx8+XEOHDrVOR0dHp3gimhtt2LBBffv2TTKfojhScvc9xe9GURzImYYMGWK96kSSTp48KR8fH+XJk0cWi4XCOACk4urVq7p186Yq1myu/O6P2DscPIBrMZf19+41unr1ao4pjMfGxmrt2rUKDAy0mf/zzz8rISFBQUFBdooMqSlUqJCkO5+1KlSokGT5yZMnbdohd7NYLDLGaPny5fr3v/+dZPnPP/9sbQcAAADgDocsjL/55pt6++239fzzz0uSqlevruPHjys0NDTZwriLi4tcXFyyOsxsb8yYMSneR/ze+48D0p3RGhKHU9+3b1+Se4zf3Q5AzrJ9+3brfUo9PDy0YcMGlS1b1s5RAUDOkd/9Ebl7FrN3GMgl7v5cfjdjjN5++20K49lU5cqVVaxYMX333Xc29xiX7tx//Pvvv1exYsVUuXJlO0aJ7GLcuHEaNmyY4uPjk9xH/NSpU4qPj7e2AwAAAHCHQxbGr127luR+XM7OzkpISLBTRDnTvfcRl5IfPv3e+48j96pRo4b1/2PHjpWU/PDpd7cDkP0l3pYkUXx8vLZs2UJhHACAbOrQoUPJ3oO6cuXKNj9yRvbi5OSkF154QVOmTNHEiRPVrl07+fn56eTJk/r++++1a9cuDR48OMn3Hcid7i6EDxs2TM7OzgoMDNTPP/9s89n93vuPAwAAALmZQ55NtW3bVmPHjtWPP/6oY8eOadmyZZo4caKeeeYZe4eW4yxatMhm+t6i+L3LgXv7xL1FcfoMkPOULFlSa9eulXQnDyQkJGjo0KF65513uGchAADZkKenp44ePZpk/uHDh1WgQAE7RIS0qlevngYPHqyTJ09q9OjR6tWrl0aPHq2TJ09q8ODBqlevnr1DRDZy9/l1fHy8VqxYYVMU5/wbAAAAsOWQV4xPmzZNI0aMUP/+/XX+/Hn5+vqqb9++1quekT6LFi3S4cOHbZ6/MWPGcKU4UrRo0SLt2bPHZvjGt99+myvFgRyqb9++6tGjhz744AMdO3ZMvXv31rBhw/Tcc89p27ZtWrNmjb1DBAAAd2nfvr2GDBmiZcuWqVy5cpLuFMVff/11tWvXzs7R4X7q1aunxx57TAcOHNCVK1dUqFAhVa5cmSvFkaxFixbp1KlTeuutt2SMkcVi0bhx47hSHAAAAEhGlhXGhw4dmuryiRMnZti+PDw8NHnyZE2ePDnDtpnblS9fnl8aI11q1KhBnwEcxNtvv606depo9+7d8vf313PPPSeLxaJff/1VgwcPtnd4AADgHh999JFatmypypUrW4tjp06dUqNGjfTxxx/bOTqkhZOTU7LD4QPJKVmypBYuXGjvMAAAAIBsL8sK45MnT5aHh4fq1q2bZNhVi8WSVWEAAIAH0KJFC7Vo0cJmnouLi2bNmmWniAAAQEo8PT21efNmrV69Wrt375abm5tq1Kihxo0b2zs0AAAAAADsJssK4//97381cuRI5cmTRxMmTFD16tWzatcAAAAAAOQqFosl2R+2AQAAAACQW2XZDap69eqlQ4cOKSAgQA0aNFDv3r117ty5rNo9AAB4QIULF071AQAAsp8NGzaobdu2Kl++vMqXL6927drp119/tXdYAAAAAADYTZZdMS5J+fPnV0hIiF555RW9++67qlixol5//XW9+eabcnNzy8pQAABAGhljlJCQoNdee03+/v72DgcAANzHggUL1LNnTz377LMaNGiQJOm3337TU089pblz56pr1652jhAAAAAAgKyXZYXx77//3ma6Q4cOKl26tMaPH6/Zs2fr1KlTWRUKAABIhyNHjmj06NGaMGGCXnnlFb333nvy9PS0d1gAACAFY8eO1UcffaTXXnvNOm/QoEGaOHGi3n//fQrjAAAAAIBcKcsK4x06dEhxWWxsbFaFAQAA0qlw4cKaOnWqBg4cqLfeekvly5fXyJEj1b9/fzk7O9s7PAAAcI+jR4+qbdu2Sea3a9dO77zzjh0iAgAAAADA/rLsHuMJCQmpPgAAQPZWsWJFLVu2TEuXLtX8+fNVpUoVhYWF2TssAABwDz8/P61duzbJ/DVr1sjPz88OEQEAAAAAYH9Zeo9xAACQ8zz77LNJ5pUoUUIHDhzQc889p/j4eDtEBQAAUvL6669r0KBBCg8PV/369SXducf43LlzNWXKFDtHBwAAAACAfWRZYXzq1KmpLh80aFAWRQIAANIjpfuJd+zYMYsjAQAAadGvXz95e3trwoQJWrx4sSTp0Ucf1ddff6327dvbOToAAAAAAOwjywrjQ4YMUf78+eXl5SVjjM0yi8VCYRwAgGxqzpw59g4BAID/196dh1dVnvvjfhIgMUgYQxQiIE5UBRWr/Yqo1IpaPWppq60Dap1aBUFBqnJsxeEA6hHHFlRap7ZY1BaHWq1YBasWqyjgiKgoCqIgUwAJQ/bvD3/uYwSUQLJWsnPf15WLvd61st9PkhUfd5693kU1/fCHP4wf/vCHaccAAACAOiOxe4xfcsklkZ+fH717944pU6bE7Nmzsx/vvvtuUjEAAAAAAAAAaGASu2L8yiuvjLPPPjsuueSS6NKlS/zyl7+MIUOGRGFhYVIRAIDN0L1798jLy9vo/pdeeinBNADAN2nVqtXX1u5FixYlmAYAAADqhsQa4xERZWVlceedd8ZLL70UQ4YMiVtuuSWGDx8ep5xySpIxAIBq6NOnT0REZDKZGDlyZJx99tnRunXrdEMBABt1ww03RMTntfucc86JK664IkpLS9MNBQAAAClLrDE+Y8aM/5u0ceO44YYb4sEHH4xzzz03brzxxpg6dWpSUQCAahg2bFj28ahRo+K8886LHXbYIcVEAMDXOfXUU7OPBwwYED/+8Y/VbgAAABq8xBrje+21V+Tl5UUmk4mIqPJ42rRpScUAAAAAAAAAoIFJrDE+e/bspKYCAAAA/n9fd79xAAAAaCgSa4x36tQpqakAgBo0ePDg7OPVq1fH8OHDo0WLFtmx6667Lo1YAMBG/OhHP8o+XrVqVZx99tmx9dZbZ8f++te/phELAAAAUpVYY/yhhx762v3HHHNMQkkAgOp4+eWXs4/333//ePfdd7PbrkADgLrny29g69u3b4pJAAAAoO5IrDHep0+fje7Ly8uLdevWJRUFAKiGp556Ku0IAEA13HHHHWlHAAAAgDonscZ4RMT8+fOjtLQ0ySmpIa+//nr8z//8T3b7V7/6Vey2224pJqKuu+eee+Lhhx/Obh999NFxwgknpJgIAAAahnXr1kWjRo02uG/ixIlx6KGHJpwIAAAA0pdoY5z66cQTT1xv7Ism+bhx45KOQz2woXPm4Ycfjocfftg5A/XUiy++GPfee2/MmTMnVq9eXWWf+5QCQN1yxBFHxIQJE6rcV/zTTz+N8847Lx555JFYvHhxiukAAAAgHflpB6Bu+2qD8zvf+c7X7oevnhNbbbXV1+4H6r4///nPsf/++8cbb7wREyZMiDVr1sRrr70WTz75ZJV7mAIAdUOzZs3igAMOiPnz50dExF133RVdunSJlStXxmuvvZZyOgAAAEhHYleM5+XlRXl5+XpNsi80b948qShsotdffz37+Ne//nXsuuuu2e033ngjrrzyyuxxllUn4vPl079w+umnR+/evbPbTzzxRNx+++3Z4yyrDvXHiBEj4vrrr4/+/ftHcXFx3HjjjdG5c+f4xS9+Ee3atUs7HgDwFX/5y19i4MCBsd9++8UOO+wQs2bNirFjx8YPf/jDtKMBAABAahK7YjyTycQuu+wSrVq1qvLRsmXLaNWqVVIxqIYv31P8y03xr25/+Tgati/fU/zLTfGvbn/5OKDue+edd+K//uu/IiKioKAgVqxYEXl5eTFo0KC47bbbUk4HAHxVXl5e3HzzzdGvX7+YPHlyjBkzRlMcAACABi+xK8afeuqppKaihn11+fQvdO/ePV5++eWE01AfbGxliCZNmsSaNWsSTgNsqVatWkV5eXlERJSVlcWrr74a3bp1iyVLlsTKlStTTgcAfNVNN90UEZ//f/mBBx4Yxx13XAwdOjRatmwZEREDBw5MMR0AAACkI7HGeK9evZKaihr2n//8Z4PjmuJszKpVqzY4rikO9dNBBx0UEydOjG7dusVxxx0X5513Xjz55JMxceLEOOSQQ9KOBwB8xfXXX599vHLlyqioqIjf/va30bRp08jLy9MYBwAAoEFKbCn1L6xcuTLefPPNmDFjRpUP6p5f/epX2cdvvPFGlX1f3v7ycTRsRx99dPbxE088UWXfl7e/fBxQ9/3mN7+J448/PiIiLrnkkhg8eHB8/PHH8eMf/zh+//vfp5wOAPiq2bNnx+zZs+Ppp5+Otm3bxvHHHx8ffPBBzJ49O95999204wEAAEAqErtifMGCBXHaaafFo48+usH969atSyoKm2i33XbLPr7yyisjYsPLp3/5OBq2E044IXv/8Ntvvz1uv/32DS6ffsIJJ6QRD9hMrVu3zj7Oz8+Piy++OMU0AMCmmDFjRhxxxBHx8ccfx49+9KPIy8tLOxIAAACkKrErxs8///xYsmRJPP/881FUVBSPPfZY3HXXXbHzzjvHQw89lFQMqmncuHFVtr/aFP/qfvjqOfHVprhzBuqfRo0axSeffJJ2DABgEz3xxBPRq1evuOiii+I///lPPPLII7HHHnvEv/71r7SjAQAAQGoSa4w/+eSTcd1118U+++wT+fn50alTp+jbt29cc801MXLkyKRisBnGjRu33nLpv/rVrzQ42ahx48att1z60Ucf7ZyBeiqTyaQdAQCohi9udzJw4MDYe++944UXXogzzjgjjjzyyPj5z3+edjwAAABIRWJLqa9YsSJKS0sjIqJVq1axYMGC2GWXXaJbt27x0ksvJRWDzbTbbrtpalItJ5xwgiXTIYdYfhUA6o9HH3009t9//+x2fn5+DBkyJI499tjo169fismA2jBgwID49NNPs9tt2rSJm2++OcVEAABQNyV2xXiXLl1i5syZERGx5557xq233hpz586NW265Jdq1a5dUDABgM2y77bbRqFGjDX7UpLlz50bfvn2jTZs2UVRUFN26dYsXX3yxRucAgFz35ab4l22//fbx97//vcbnU78hPSeeeGKVpnhExKeffhonnnhiSokAAKDuSuyK8fPOOy8++uijiIgYNmxYfP/7348//elPUVBQEHfeeWdSMQCAzXD//fdH69ata3WOxYsXR8+ePePggw+ORx99NNq2bRuzZs2KVq1a1eq8AJCLlixZEr///e/jjTfeiIjPVwE744wzokWLFjU6j/oN6fmm5veJJ55o9T8AAPiSxBrjffv2zT7+9re/He+//368+eab0bFjxygpKUkqBgBQTXl5edGzZ8/sLVFqy9VXXx0dOnSIO+64IzvWuXPnWp0TAHLRiy++GIcffngUFRXFd77znYiIuP7662PEiBHx+OOPx957711jc6nfkI4BAwZkH3/rW9+KSy+9NLt9xRVXxJtvvpk9zrLqAADwucQa41+WyWSiqKioRl+MAwC1I5PJJDLPQw89FIcffngcd9xxMXny5CgrK4t+/frFWWedtcHjKyoqoqKiIru9bNmyLZp/7dLlW/T5pMfPDqCqQYMGxTHHHBNjx46Nxo0/f9m/du3aOPPMM+P888+Pp59+usbmqm79jqj5Gp6UioqKmDdvXtoxal379u2jsLAw7Rh8gy8vn/7lpvgX219cTf7VZdYBAKAhS7Qx/vvf/z6uv/76mDVrVkRE7LzzznH++efHmWeemWQMAKAannrqqVpfRj0i4t13340xY8bE4MGD47//+7/jhRdeiIEDB0ZBQUGceuqp6x0/cuTIuPzyy2ts/iXPvlJjzwUAaXrxxRerNMUjIho3bhwXXnhh7LPPPjU6V3Xrd0TN1/CkzJs3Ly655JK0Y9S64cOHu+ofAADISYk1xi+99NK47rrrYsCAAdGjR4+IiPj3v/8dgwYNijlz5sQVV1yRVBQAoBq6d+8eK1eu3Oj+5s2b18g8lZWVsc8++8SIESOy87766qtxyy23bPAP60OHDo3Bgwdnt5ctWxYdOnTY7Plb9uwWjVs02+zPJz1rly73xgaAL2nevHnMmTMnvvWtb1UZ/+CDD6K4uLhG56pu/Y6o+RqelPbt28fw4cMTm2/u3LkxevTo6NevX5SVlSU2b/v27RObCwAAIEmJNcbHjBkTY8eOjRNOOCE7dswxx8Qee+wRAwYM0BgHgDqqVatWGxzPZDKRl5cX69atq5F52rVrF7vttluVsV133TX+8pe/bPD4wsLCGl3ms3GLZtGkTYsaez4ASMtPf/rTOOOMM+Laa6+N/fffPyIinn322fjlL39Z5TV5Tahu/Y6o+RqelMLCwlSupC4rK3MFN+tp06ZNdpn0K664Yr17jH/5OAAA4HOJNcbXrFmzwSXbvv3tb8fatWuTigEAVFPnzp3jk08+iYsvvjh69uxZa/P07NkzZs6cWWXsrbfeik6dOtXanACQi6699trIy8uLU045Jft6u0mTJnHOOefEVVddVaNzqd+Qjptvvjl7H/E333wz+3hDxwEAAJ/LT2qik08+OcaMGbPe+G233RYnnXRSUjEAgGp644034rLLLotRo0bFb37zm+jYsWP06tUr+1FTBg0aFFOmTIkRI0bE22+/HePGjYvbbrst+vfvX2NzAEBDUFBQEDfeeGMsXrw4pk2bFtOmTYtFixbF9ddfX+NXaqvfkJ5x48Zt0X4AAGhoEmuMR0T8/ve/j65du8aZZ54ZZ555ZnTr1i3Gjh0b+fn5MXjw4OwHAFB3NGnSJAYPHhyzZs2KsrKy2GOPPeKCCy6IJUuW1Og8++67b0yYMCHuueee6Nq1a1x55ZVxww03eAMdAGympk2bRrdu3aJr164xf/78qKioqPE51G9I17hx49ZbLr1Nmzaa4gAAsAGJLaX+6quvxt577x0REe+8805ERJSUlERJSUm8+uqr2ePy8vKSigQAVEPr1q3jhhtuiHPPPTcuuuii2GmnneJXv/pVnH/++TU2x1FHHRVHHXVUjT0fADREU6dOjXPPPTdatmwZv/nNb+K4446LadOmRfPmzePBBx+s0RVfItRvSJvl0gEAYNMk1hh/6qmnkpoKAKhB3bt3X++Na5lMJioqKuKCCy6o0cY4ALDlBg4cGMXFxdG8efM49NBD48ADD4w//OEPcfPNN8dFF10UU6ZMSTsiAAAAJC6xxvgX3n777XjnnXfioIMOiqKioshkMq4SB4A6rE+fPmlHAACqYfr06TF16tTo1KlTNGvWLIYMGRK77757XHjhhbHHHnukHQ8AAABSkVhj/NNPP42f/OQn8dRTT0VeXl7MmjUrdthhhzjjjDOiVatWMWrUqKSiAADVMGzYsLQjAADVsHLlymjdunVstdVWUVRUFFtvvXVERGy99dbx2WefpZwOAAAA0pFYY3zQoEHRpEmTmDNnTuy6667Z8Z/+9KcxePBgjXEAAACoIWPHjo1mzZrF2rVr484774ySkpIoLy9POxYAAACkJrHG+OOPPx7/+Mc/YrvttqsyvvPOO8f777+fVAwAoJpat279tfsXLVqUUBIAYFN07Ngxxo4dGxER2267bfzhD38dCxfeAAA/CklEQVSosg8AAAAaosQa4ytWrIimTZuuN75o0aIoLCxMKgYAUE1LliyJG264IVq0aJF2FABgE7z33ntpRwAAAIA6J7HG+IEHHhh33313XHnllRERkZeXF5WVlXHNNdfEwQcfnFQMAGAzHH/88VFaWpp2DACgGlavXh2zZ8+OHXfcMRo3TuzlPwAAANRJib0yvuaaa+KQQw6JF198MVavXh0XXnhhvPbaa7Fo0aJ49tlnk4oBAAAAOW3lypUxYMCAuOuuuyIi4q233ooddtghBgwYEGVlZXHxxRennBAAAACSl5/URF27do233norDjjggPjBD34QK1asiB/96Efx8ssvx4477phUDACgmvLy8iIvLy/tGADAJho6dGhMnz49Jk2aFFtttVV2vHfv3jF+/PgUkwEAAEB6ErtifM6cOdGhQ4e45JJLkpoSAKgBmUwmfvazn0VhYeEG9//1r39NOBEA8HUeeOCBGD9+fOy3335V3ty2++67xzvvvJNiMgAAAEhPYleMd+7cORYsWJDUdDF37tzo27dvtGnTJoqKiqJbt27x4osvJjY/AOSKU089NUpLS6NFixYb/AAA6pYFCxZEaWnpeuMrVqywCgwAAAANVmJXjGcymaSmisWLF0fPnj3j4IMPjkcffTTatm0bs2bNilatWiWWAQByxR133LFJxz377LOxzz77bPTKcgAgGfvss0888sgjMWDAgIiIbDP8d7/7XfTo0SPNaAAAAJCaxBrjEREffvhhrFq1aoP7OnbsWGPzXH311dGhQ4cqf8jv3LlzjT0/ALC+I444IqZNmxY77LBD2lEAoEEbMWJEHHHEEfH666/H2rVr48Ybb4zXX389nnvuuZg8eXLa8QAAACAViTbG99133/XGMplM5OXlxbp162psnoceeigOP/zwOO6442Ly5MlRVlYW/fr1i7POOmuDx1dUVERFRUV2e9myZTWWpTZVVFTEvHnz0o6RiPbt27sCsQY0lHPG+QLpSHJ1GABg4w444ICYNm1aXHXVVdGtW7d4/PHHY++9945///vf0a1bt7TjAQAAQCoSbYw///zz0bZt21qf5913340xY8bE4MGD47//+7/jhRdeiIEDB0ZBQUGceuqp6x0/cuTIuPzyy2s9V02bN29eXHLJJWnHSMTw4cNd9V8DGso543wBAKCh23HHHWPs2LFpxwAAAIA6I7HGeF5eXnTs2DFKS0trfa7KysrYZ599YsSIERER0b1793j11Vfjlltu2WBjfOjQoTF48ODs9rJly6JDhw61nnNLtW/fPoYPH57YfHPnzo3Ro0dHv379oqysLLF5Iz7/WtlyDeWccb4AANDQrVu3LiZMmBBvvPFGRETstttu8YMf/CAaN070/fEAAABQZyT2ijjJ5VXbtWsXu+22W5WxXXfdNf7yl79s8PjCwsJ6uexyYWFhKlfFlpWVuRq3nnLOAABA7nvttdfimGOOifnz50eXLl0iIuLqq6+Otm3bxsMPPxxdu3ZNOSEAAAAkLz+piWbPnr1Jy6j369cvFi5cuEVz9ezZM2bOnFll7K233opOnTpt0fMCABuXl5eXdgQAICLOPPPM2H333ePDDz+Ml156KV566aX44IMPYo899oif//znaccDAACAVCTWGO/UqdMm/cH8j3/8YyxbtmyL5ho0aFBMmTIlRowYEW+//XaMGzcubrvttujfv/8WPS8AsHFJrg4DAGzctGnTYuTIkdGqVavsWKtWrWL48OHx8ssvp5gMAAAA0lPnbi5WE39U33fffWPChAkxdOjQuOKKK6Jz585xww03xEknnVQDCQGgYVqwYEF2RZYuXbqstxJMeXl5GrEAgK/YZZdd4uOPP47dd9+9yvgnn3wSO+20U0qpAAAAIF11rjFeU4466qg46qij0o4BAPXeihUrYsCAAfGHP/wh1q1bFxERjRo1ilNOOSVuvvnmaNq0acoJAYAvGzlyZAwcODAuu+yy2G+//SIiYsqUKXHFFVfE1VdfXWWVtubNm6cVEwAAABKVs41xAKBmDB48OCZPnhwPPfRQ9OzZMyIinnnmmRg4cGBccMEFMWbMmJQTAgBf9sWbxH/yk59kb2n2xepsRx99dHY7Ly8v+6Y3AAAAyHUa4wDA1/rLX/4S999/f3z3u9/Njh155JFRVFQUP/nJTzTGAaCOeeqpp9KOAAAAAHWOxjgA8LVWrlwZ22yzzXrjpaWlsXLlyhQSAQBfp3PnztGhQ4fs1eIAAABARH7aAb6qb9++7nEGAHVIjx49YtiwYbFq1ars2GeffRaXX3559OjRI8VkAMCGdO7cORYsWJB2DAAAAKhTErti/Omnn/7a/QcddFBEhOVYAaCOufHGG+Pwww+P7bbbLvbcc8+IiJg+fXpstdVW8Y9//CPldADAV31xP3EAAADg/yTWGP/yfUm/Ki8vL9atW5dUFACgGrp27RqzZs2KP/3pT/Hmm29GRMQJJ5wQJ510UhQVFaWcDgDYkA8//LDKai9f1rFjx4TTAAAAQPoSa4wvXrw4qakAgBrWtGnTOOuss9KOAQBson333Xe9sUwm443pAAAANFiJNcZbtGiRfVxeXh6XXHJJTJs2Lbp16xYjRoxIKgYAUE2rV6+OO+64I1q2bBk//elP4/rrr48JEybErrvuGldffXW0bNky7YgAwFc8//zz0bZt27RjAAAAQJ2RWGP8yy644IKYOHFiHHfccfHoo4/GgAED4u67704jCgDwDfr16xfjx4+PwsLCeOSRR+KZZ56JH//4x/Hwww/HwIED1XAAqGPy8vKiY8eOUVpamnYUAAAAqDNSaYw/8cQT8fvf/z6+973vxemnnx69evVKIwYAsAkefvjhmDBhQmy//faxyy67xMSJE+OQQw6JY489No455pi04wEAX5HJZNKOAAAAAHVOfhqTLly4MLbffvuIiOjcuXMsXLgwjRgAwCZYuHBhdOvWLXbaaado2rRpdO7cOSIitt9+ezUcAOqg2bNnb9Iy6v369VPLAQAAaDASa4wvW7Ys+xERsXz58li2bFksXbo0qQgAwGbIZDKxfPnyWLp0aeTn52dr+Bc1HQCoWzp16hR5eXnfeNwf//hH9RwAAIAGI7Gl1Fu2bJl9YZ7JZKJ79+7Zx5vygh0ASM8uu+wSEWo4fNnHK9ekHYHN4OcG/8eS61B7KioqYt68eWnHqHXt27ePwsLCtGPUmpXLF6cdgc3kZwcAbEhijfGnnnoqqakAgBqkhsOG/XGmP7YBABs2b968uOSSS9KOUeuGDx+evdVSLnpr+hNpRwAAoAYl1hjv1atXUlMBADWoc+fO0aFDB1eHw1f07dIqtmnaJO0YVNPHK9d4UwMAta59+/YxfPjwxOabO3dujB49Ovr16xdlZWWJzdu+ffvE5krDLnv2jqbNWqUdg82wcvlib2wAANaTWGP8jjvuiGbNmsVxxx1XZfy+++6LlStXxqmnnppUFACgGjp37hwfffRRlJaWph0F6pRtmjaJDs0K0o4BANRBhYWFqVxJXVZWltNXcCetabNW0axF27RjAABQQ/KTmmjkyJFRUlKy3nhpaWmMGDEiqRgAQDW5/ygAAAAAAPVdYleMz5kzZ4PvWO3UqVPMmTMnqRgAwGb48MMPY9WqVRvc17Fjx4TTAAA1oW/fvtG8efO0YwAAAEAiEmuMl5aWxowZM2L77bevMj59+vRo06ZNUjEAgM2w7777rjeWyWQiLy8v1q1bl0IiAGBTrFu3Lm688caYNm1adOvWLQYNGhSNG3/+p4AxY8aknA4AAACSk1hj/IQTToiBAwdGcXFxHHTQQRERMXny5DjvvPPi+OOPTyoGALAZnn/++Wjb1r31AKC+ufjii+N3v/tdHHrooXH99dfHnDlz4uabb047FgAAACQuscb4lVdeGe+9914ccsgh2XenV1ZWximnnOIe4wBQh+Xl5UXHjh2jtLQ07SgAQDU9+OCDcffdd8fRRx8dU6dOjWOOOUZjHAAAgAYpscZ4QUFBjB8/Pq688sqYPn16FBUVRbdu3aJTp05JRQAANkMmk0k7AgCwmT7++OPYbbfdIiJi9913j48//jjlRAAAAJCOxBrjX9hll11il112SXpaAGAzzZ492zLqAFBPZTKZyM/Pj4jPV4HxhjcAAAAaqsQa44MHD/7a/dddd11CSQDqr4ULF0Z5eXnaMWrF3Llzq/ybi4qLi6OkpCTtGNX25JNPRrNmzeK4446rMn7ffffFypUr49RTT00pGQCwIa1atYq8vLyIiFi+fHl079492xwHAACAhiqxxvjLL7+cffzMM8/Et7/97SgqKoqIyL5gB2DjFi5cGBcMGRJrVq9OO0qtGj16dNoRak2TgoIYde219a45PnLkyLj11lvXGy8tLY2f//znGuMAUMfccMMNaUcAAACAOiexxvhTTz2VfVxcXBzjxo2LHXbYIanpAeq98vLyWLN6deyyZ+9o2qxV2nGoppXLF8db05+I8vLyetcYnzNnTnTu3Hm98U6dOsWcOXNSSAQAfB1vWgMAAID1JX6PcQC2TNNmraJZC/d7JjmlpaUxY8aM2H777auMT58+Pdq0aZNOKABgo5YtW/a1+5s3b55QEgAAAKg7NMYBgK91wgknxMCBA6O4uDgOOuigiIiYPHlynHfeeXH88cennA4A+KqWLVtu8JZlmUwm8vLyYt26dSmkAgAAgHQl1hh/6KGHso8rKyvjn//8Z7z66qvZsWOOOSapKABANVx55ZXx3nvvxSGHHBKNG3/+vw6VlZVxyimnxIgRI1JOBwB81Re3MstkMnHkkUfG7373uygrK0s5FQAAAKQrscZ4nz59qmz/4he/yD72jnUAqLsKCgpi/PjxceWVV8b06dOjqKgounXrFp06dUo7GgCwAb169co+btSoUey3336xww47pJgIAAAA0pdYY7yysjKpqQCAWrD99ttHJpOJHXfcMXvlOAAAAAAA1Af5aQcAAOq2lStXxhlnnBFNmzaN3XffPebMmRMREQMGDIirrroq5XQAwDfZ0P3GAQAAoKFJ9HKvFStWxOTJk2POnDmxevXqKvsGDhyYZBQAYBMNHTo0pk+fHpMmTYrvf//72fHevXvHZZddFhdffHGK6QCAr+revXu2Gf7ZZ5/F0UcfHQUFBdn9L730UlrRAAAAIDWJNcZffvnlOPLII2PlypWxYsWKaN26dSxcuDCaNm0apaWlGuMAUEc98MADMX78+Nhvv/2qXHG2++67xzvvvJNiMgBgQ/r06ZN9/IMf/CC9IAAAAFCHJNYYHzRoUBx99NFxyy23RIsWLWLKlCnRpEmT6Nu3b5x33nlJxQAAqmnBggVRWlq63viKFSsszQoAddCwYcPSjgAAAAB1TmL3GJ82bVpccMEFkZ+fH40aNYqKioro0KFDXHPNNfHf//3fScUAAKppn332iUceeSS7/UUz/He/+1306NEjrVgAwNdYsmRJ/O53v4uhQ4fGokWLIuLzJdTnzp2bcjIAAABIR2JXjDdp0iTy8z/vw5eWlsacOXNi1113jRYtWsQHH3yQVAwAoJpGjBgRRxxxRLz++uuxdu3auPHGG+P111+P5557LiZPnpx2PADgK2bMmBG9e/eOFi1axHvvvRdnnXVWtG7dOv7617/GnDlz4u677047IgAAACQusSvGu3fvHi+88EJERPTq1SsuvfTS+NOf/hTnn39+dO3aNakYAEA1HXDAATFt2rRYu3ZtdOvWLR5//PEoLS2Nf//73/Htb3877XgAwFcMHjw4fvazn8WsWbNiq622yo4feeSR8fTTT6eYDAAAANKT2BXjI0aMiPLy8oiIGD58eJxyyilxzjnnxM477xy33357UjEAgM2w4447xtixY9OOAQBsghdeeCFuvfXW9cbLyspi/vz5KSQCAACA9CXWGN9nn32yj0tLS+Oxxx5LamoAYAssW7bsa/c3b948oSQAwKYoLCzcYP1+6623om3btikkAgAAgPQltpR6RMTatWvjiSeeiFtvvTV79fi8efNi+fLlScYAAKqhZcuW0apVq/U+vhgHAOqWY445Jq644opYs2ZNRETk5eXFnDlz4qKLLoof//jHKacDAACAdCR2xfj7778f3//+92POnDlRUVERhx56aBQXF8fVV18dFRUVccsttyQVBQCohqeeeir7OJPJxJFHHhm/+93voqysLMVUAMDGjBo1Ko499tgoLS2Nzz77LHr16hXz58+PHj16xPDhw9OOBwAAAKlIrDF+3nnnxT777BPTp0+PNm3aZMd/+MMfxllnnZVUDACgmnr16lVlu1GjRrHffvvFDjvskFIiAODrtGjRIiZOnBjPPPNMzJgxI5YvXx5777139O7dO+1oAAAAkJrEGuP/+te/4rnnnouCgoIq49tvv33MnTs3qRgAwBZYuXJlVFRUrFfPAYC654ADDogDDjgg7RgAAABQJyTWGK+srIx169atN/7hhx9GcXFxUjEAgGq66aabIiLis88+i4ceeig6duwY2223XcqpAICNWbx4cVxzzTXRsmXLGDx4cAwZMiQmTJgQu+66a4wdOzY6duyYdkQAAABIXGKN8cMOOyxuuOGGuO222yIiIi8vL5YvXx7Dhg2LI488MqkYAEA1XX/99RERUVRUFF27do077rgj5UQAwNc588wz4z//+U8UFRXFxIkTY8mSJXHRRRfFPffcEwMHDowHHngg7YgAAACQuMQa46NGjYrDDz88dtttt1i1alWceOKJMWvWrGjTpk3cc889ScUAAKpp9uzZaUcAAKph0qRJ8fe//z06deoU7du3j2eeeSb233//OPDAA+Pggw9OOx4AAACkIrHG+HbbbRfTp0+P8ePHx/Tp02P58uVxxhlnxEknnRRFRUVJxQAAAICctnjx4ujcuXOUlpbG1ltvHdtuu21ERGyzzTaxZMmSdMMBAABAShJrjI8cOTK22WabOP300+Okk07Kjt9+++2xYMGCuOiii5KKAgBU0/333x/33ntvzJkzJ1avXl1l30svvZRSKgBgY15//fWYP39+ZDKZePPNN2P58uWxcOHCtGMBAABAavKTmujWW2+Nb33rW+uN77777nHLLbckFQMAqKabbropTjvttNhmm23i5Zdfju985zvRpk2bePfdd+OII45IOx4AsAGHHHJI7LXXXrFy5co46qijonv37tG7d++0YwEAAEBqErtifP78+dGuXbv1xtu2bRsfffRRUjEAgGoaPXp03HbbbXHCCSfEnXfeGRdeeGHssMMOcemll8aiRYvSjgcAfMXs2bPTjgAAAAB1TmKN8Q4dOsSzzz4bnTt3rjL+7LPPRvv27ZOKAQBU05w5c2L//fePiIiioqIoLy+PiIiTTz459ttvv/jNb36TZjwA4Cs6deqUdgQAAACocxJbSv2ss86K888/P+644454//334/3334/bb789Bg0aFGeddVatzXvVVVdFXl5enH/++bU2BwDksm233TZ7ZXjHjh1jypQpEfH51WiZTKbW5lXDAWDzvfPOOzFgwIDo3bt39O7dOwYOHBjvvPNOrc+rfgMAAFBXJXbF+C9/+cv49NNPo1+/frF69eqIiNhqq63ioosuiqFDh9bKnC+88ELceuutsccee9TK8wNAQ/C9730vHnrooejevXucdtppMWjQoLj//vvjxRdfjB/+8Ie1MqcaDgCb7x//+Eccc8wxsddee0XPnj0j4vPV2nbfffd4+OGH49BDD62VedVvAAAA6rLEGuN5eXlx9dVXx69//et44403oqioKHbeeecoLCyslfmWL18eJ510UowdOzb+53/+52uPraioiIqKiuz2smXLaiUTANRHt912W1RWVkZERP/+/aNNmzbx3HPPxTHHHBNnn312jc+3qTVc/Qbqk5XLF6cdgc1UH392F198cQwaNCiuuuqq9cYvuuiiWmmMew1OfbBw4cLsbYFyzdy5c6v8m4uKi4ujpKQk0TnrYw3gc352AMCGJNYY/0KzZs1i3333rfV5+vfvH//1X/8VvXv3/sYX5SNHjozLL7+81jMBQH00Y8aM2GuvvbLbxx9/fBx//PGxaNGiOO200+KPf/xjjc63qTVc/Qbqk7emP5F2BBqQN954I+699971xk8//fS44YYbamVOr8Gp6xYuXBhDLrggVq9Zk3aUWjV69Oi0I9SagiZN4tpRoxJpjhcXF0eTggL1u55rUlAQxcXFaccAAOqQxBvjSfjzn/8cL730UrzwwgubdPzQoUNj8ODB2e1ly5ZFhw4daiseANQrBx98cPztb3/LLsUaEfHggw/G2WefHd26davRuapTw9VvoD7ZZc/e0bRZq7RjsBlWLl9c7xojbdu2jWnTpsXOO+9cZXzatGlRWlpa4/N5DU59UF5eHqvXrIm+XVrHNk1z8s9hOe3jlWvjjzMXRXl5eSKN8ZKSkhh17bU5u8JAxOerC4wePTr69esXZWVlacepFWmsMgAA1G0590rggw8+iPPOOy8mTpwYW2211SZ9TmFhYa0t6Q4A9d3//u//xpFHHhn33ntvfOc734n+/fvHI488Etdcc0384he/qLF5qlvD1W+gPmnarFU0a9E27Rg0EGeddVb8/Oc/j3fffTf233//iPj8HuNXX311lYZ0TfAanPpmm6aNo0OzgrRjUA+UlJQ0iKZqWVlZdO7cOe0YAACJyLnG+NSpU+OTTz6JvffeOzu2bt26ePrpp+M3v/lNVFRURKNGjVJMCAD1y5lnnhnNmzePH//4x9GsWbPYY4894pVXXomOHTvW6DxqOADUjF//+tdRXFwco0aNiqFDh0ZERPv27eOyyy6LgQMH1uhc6jcAAAD1Rc41xg855JB45ZVXqoyddtpp8a1vfSsuuugiL8gBYDP85Cc/ieLi4jj22GPj2GOPrfGmeIQaDgA1JS8vLwYNGhSDBg3KLgNcW/dYVb8BAACoL3KuMV5cXBxdu3atMrb11ltHmzZt1hsHAL7Zl5dc3WuvveKcc86J5557Llq3bh0REdddd12NzKOGA0DN+uSTT2LmzJkREfGtb30r2rat+eX81W8AAADqi5xrjAMANevll1/OPi4oKIiDDjoo3n///Xj//fcjLy8vxWQAwIaUl5dHv3794p577onKysqIiGjUqFH89Kc/jd/+9rfRokWLlBMCAABA8hpEY3zSpElpRwCAeuupp55KbW41HACq78wzz4yXX345HnnkkejRo0dERPz73/+O8847L37xi1/En//851qdX/0GAACgLmoQjXEAAABoKP72t7/FP/7xjzjggAOyY4cffniMHTs2vv/976eYDAAAANKTn3YAAAAAoOa0adNmg8ult2jRIlq1apVCIgAAAEifxjgAAADkkF/96lcxePDgmD9/fnZs/vz58ctf/jJ+/etfp5gMAAAA0mMpdQAAAMghY8aMibfffjs6duwYHTt2jIiIOXPmRGFhYSxYsCBuvfXW7LEvvfRSWjEBAAAgURrjAAAAkEP69OmTdgQAAACoczTGAQAAIIe8++67cfrpp0evXr3SjgIAAAB1hnuMAwAAQA5ZunRpHHroobHzzjvHiBEjYt68eWlHAgAAgNRpjAMAAEAOeeCBB2Lu3LlxzjnnxPjx46NTp05xxBFHxH333Rdr1qxJOx4AAACkQmMcAAAAckzbtm1j8ODBMX369Hj++edjp512ilNOOSXat28fgwYNilmzZqUdEQAAABKlMQ4AAAA56qOPPoqJEyfGxIkTo1GjRnHkkUfGK6+8Ervttltcf/31accDAACAxGiMAwAAQA5Zs2ZN/OUvf4mjjjoqOnXqFPfdd1+cf/75MW/evLjrrrviiSeeiHvvvTeuuOKKtKMCAABAYhqnHQAAAACoOe3atYvKyso44YQT4j//+U/stdde6x1z8MEHR8uWLRPPBgAAAGnRGAcAAIAccv3118dxxx0XW2211UaPadmyZcyePTvBVAAAAJAujXEAAADIISeffHLaEQAAAKDOcY9xAAAAAAAAAHKaxjgAAAAAAAAAOU1jHAAAAAAAAICcpjEOAAAAAAAAQE7TGAcAAAAAAAAgp2mMAwAAAAAAAJDTNMYBAAAAAAAAyGka4wAAAAAAAADkNI1xAAAAAAAAAHJa47QD5JqFCxdGeXl52jFqxdy5c6v8m6uKi4ujpKQksfmcM/Vb0ucLAAAAAAAA1acxXoMWLlwYFwwZEmtWr047Sq0aPXp02hFqVZOCghh17bWJNDsXLlwYQy64IFavWVPrc6Upl8+ZgiZN4tpRozTHAQAAAAAA6jCN8RpUXl4ea1avjpY994jGLbZOOw6bYe3SFbHk2RlRXl6eSKOzvLw8Vq9ZE327tI5tmvp1rG8+Xrk2/jhzUWLnCwAAAAAAAJtHJ64WNG6xdTRp0yLtGNQj2zRtHB2aFaQdAwAAAAAAAHJSftoBAAAAAAAAAKA2aYwDAAAAAAAAkNM0xgEAAAAAAADIaRrjAAAAAAAAAOQ0jXEAAAAAAAAAcprGOAAAAAAAAAA5rXHaAQAA6oK1S1ekHYHNlNbP7uOVa1OZly3j5wa5ZeHChVFeXp52jFoxd+7cKv/mouLi4igpKUl0ztcXrYqPV65JdE623Ker1qUdAQCAHKAxDgA0aMXFxdGkoCCWPDsj7ShsgSYFBVFcXJzIXMXFxVHQpEn8ceaiROaj5hU0aZLY+QLUnoULF8YFQ4bEmtWr045Sq0aPHp12hFrTpKAgRl17bSLN8eLi4sjPz49H319W63NRO/Lz89VvAAC2iMY4ANCglZSUxKhrr83Zq80iPr/SbPTo0dGvX78oKytLO06tSPKKs5KSkrh21KicPWecL0B9UV5eHmtWr46WPfeIxi22TjsO1bR26YpY8uyMKC8vT+S/ySUlJXH55ZfHRx99VOtzpWHBggVx3333xXHHHRdt27ZNO06taNeunfoNAMAW0RgHABq8kpKSBvFHtrKysujcuXPaMXJCQzhnnC9AfdG4xdbRpE2LtGNQD+y4446x4447ph2jVsyePTvuu+++2GuvvdRvAADYiPy0AwAAAAAAAABAbdIYBwAAAAAAACCnaYwDAAAAAAAAkNM0xgEAAAAAAADIaRrjAAAAAAAAAOQ0jXEAAAAAAAAAcprGOAAAAAAAAAA5TWMcAAAAAAAAgJymMQ4AAAAAAABATtMYBwAAAAAAACCnaYwDAAAAAAAAkNM0xgEAAAAAAADIaRrjAAAAAAAAAOQ0jXEAAAAAAAAAcprGOAAAAAAAAAA5LScb4yNHjox99903iouLo7S0NPr06RMzZ85MOxYAAAAAAAAAKcjJxvjkyZOjf//+MWXKlJg4cWKsWbMmDjvssFixYkXa0QAAAAAAAABIWOO0A9SGxx57rMr2nXfeGaWlpTF16tQ46KCD1ju+oqIiKioqstvLli3bovnXLl2+RZ9PetL62X28ck0q87Jl0vq5rVy+OJV52TJ+bgAAAAAAkJ6cbIx/1dKlSyMionXr1hvcP3LkyLj88strbL4lz75SY89Fw/DHmRpmbLq3pj+RdgQAAAAAAIB6Jecb45WVlXH++edHz549o2vXrhs8ZujQoTF48ODs9rJly6JDhw6bPWfLnt2icYtmm/35pGft0uWpvLGhb5dWsU3TJonPy5b5eOWaVN7UsMuevaNps1aJz8uWWbl8sTc1AAAAAABASnK+Md6/f/949dVX45lnntnoMYWFhVFYWFhjczZu0SyatGlRY89H7tumaZPo0Kwg7RjUE02btYpmLdqmHQMAAAAAAKDeyOnG+Lnnnht/+9vf4umnn47tttsu7TgAAAAAAAAApCAnG+OZTCYGDBgQEyZMiEmTJkXnzp3TjgQAAAAAAABASnKyMd6/f/8YN25cPPjgg1FcXBzz58+PiIgWLVpEUVFRyukAAAAAAAAASFJ+2gFqw5gxY2Lp0qXx3e9+N9q1a5f9GD9+fNrRAAAAAAAAAEhYTl4xnslk0o4AAAAAAAAAQB2Rk1eMAwAAAAAAAMAXNMYBAAAAAAAAyGka4wAAAAAAAADkNI1xAAAAAAAAAHKaxjgAAAAAAAAAOU1jHAAAAAAAAICcpjEOAAAAAAAAQE7TGAcAAAAAAAAgp2mMAwAAAAAAAJDTNMYBgDph5MiRse+++0ZxcXGUlpZGnz59YubMmWnHAgC+hvoNAABAfaExDgDUCZMnT47+/fvHlClTYuLEibFmzZo47LDDYsWKFWlHAwA2Qv0GAACgvmicdgAAgIiIxx57rMr2nXfeGaWlpTF16tQ46KCDUkoFAHwd9RsAAID6QmMcAKiTli5dGhERrVu33uD+ioqKqKioyG4vW7YskVwAm2Pl8sVpR2Az+dlVzzfV74iar+Frly7fos8nHbn+c6uoqIh58+YlNt/cuXOr/JuU9u3bR2FhYaJzAgDA5tIYBwDqnMrKyjj//POjZ8+e0bVr1w0eM3LkyLj88ssTTgZQPcXFxdGkoCDemv5E2lHYAk0KCqK4uDjtGHXeptTviJqv4UuefaXGngtqyrx58+KSSy5JfN7Ro0cnOt/w4cOjc+fOic4JAACbS2McAKhz+vfvH6+++mo888wzGz1m6NChMXjw4Oz2smXLokOHDknEA9hkJSUlMeraa6O8vDztKLVi7ty5MXr06OjXr1+UlZWlHafWFBcXR0lJSdox6rxNqd8RNV/DW/bsFo1bNNvszycda5cuz+k3NbRv3z6GDx+edoxa1759+7QjAADAJtMYBwDqlHPPPTf+9re/xdNPPx3bbbfdRo8rLCy0bCNQL5SUlOR8U7WsrMwVgw3cptbviJqv4Y1bNIsmbVrU2PNBTSgsLPTfRQAAqGM0xgGAOiGTycSAAQNiwoQJMWnSJH9IBIB6QP0GAACgvtAYBwDqhP79+8e4cePiwQcfjOLi4pg/f35ERLRo0SKKiopSTgcAbIj6DQAAQH2Rn3YAAICIiDFjxsTSpUvju9/9brRr1y77MX78+LSjAQAboX4DAABQX7hiHACoEzKZTNoRAIBqUr8BAACoL1wxDgAAAAAAAEBO0xgHAAAAAAAAIKdZSr0WrF26Iu0IbKa0fnYfr1ybyrxsmbR+biuXL05lXraMnxsAAAAAAKRHY7wGFRcXR5OCgljy7Iy0o7AFmhQURHFxcSJzFRcXR0GTJvHHmYsSmY+aV9CkSaLnS5OCgnhr+hOJzEfNS/K/LwAAAAAAwP/RGK9BJSUlMeraa6O8vDztKLVi7ty5MXr06OjXr1+UlZWlHafWFBcXR0lJSSJzlZSUxLWjRjln6rGkzxf/janfkjxfAAAAAACA/6MxXsNKSkpyvulRVlYWnTt3TjtGznDOUB3OFwAAAAAAgOrLTzsAAAAAAAAAANQmjXEAAAAAAAAAcprGOAAAAAAAAAA5TWMcAAAAAAAAgJymMQ4AAAAAAABATtMYBwAAAAAAACCnaYwDAAAAAAAAkNM0xgEAAAAAAADIaRrjAAAAAAAAAOQ0jXEAAAAAAAAAcprGOAAAAAAAAAA5TWMcAAAAAAAAgJymMQ4AAAAAAABATtMYBwAAAAAAACCnaYwDAAAAAAAAkNM0xgEAAAAAAADIaRrjAAAAAAAAAOQ0jXEAAAAAAAAAcprGOAAAAAAAAAA5TWMcAAAAAAAAgJymMQ4AAAAAAABATtMYBwAAAAAAACCnaYwDAAAAAAAAkNM0xgEAAAAAAADIaY3TDgAAAAAAbJ4TTzxxvbFx48alkAQAAOq2nL5i/Le//W1sv/32sdVWW8X/+3//L/7zn/+kHQkAAAAAasSGmuJfNw4AAA1ZzjbGx48fH4MHD45hw4bFSy+9FHvuuWccfvjh8cknn6QdDQAAAAC2yDc1vzXHAQCgqpxtjF933XVx1llnxWmnnRa77bZb3HLLLdG0adO4/fbb044GAAAAAJvtq03vcePGZT++7jgAAGjIcvIe46tXr46pU6fG0KFDs2P5+fnRu3fv+Pe//73e8RUVFVFRUZHdXrZsWSI5t1RFRUXMmzcvsfnmzp1b5d8ktW/fPgoLCxOfN9c0lHPG+VIznC9Qe/x+UR3OF6qjoZwvEc4Z/s/apSsSmSezbl2sW/5ZInOlqVGzoshr1KjW50nq59YQfLUZPm7cOA3xeqih1HD1GwBIU042xhcuXBjr1q2LbbbZpsr4NttsE2+++eZ6x48cOTIuv/zypOLVmHnz5sUll1yS+LyjR49OfM7hw4dH586dE5831zSUc8b5UjOcL1B7/H5RHc4XqqOhnC8RzhkiiouLo0lBQSx5dkbaUdhMTQoKori4OO0YUCc0lBqufgMAacrLZDKZtEPUtHnz5kVZWVk899xz0aNHj+z4hRdeGJMnT47nn3++yvEbumK8Q4cOsXTp0mjevHliuasr6XeSpsm7SWtGQzlnnC81w/lSNyxbtixatGhR52tSXVCfvld+v6gO5wvV0VDOl4i6f87Up7qUti35Xi1cuDDKy8trKVlVq1evjgULFiQyV5ratm0bBQUFicxVXFwcJSUlicyVa758RfhXrxjflP3UPQ2lhqvfAECacvKK8ZKSkmjUqFF8/PHHVcY//vjj2Hbbbdc7vrCwsE7/D9nGFBYWeocl1eKcoTqcL1B7/H5RHc4XqsP5QkNTUlKSaGO1S5cuic0Fm+rEE0+s0vy2jHr9pIYDANS+/LQD1IaCgoL49re/Hf/85z+zY5WVlfHPf/6zyhXkAAAAAFDffPUq8BNPPDH78XXHAQBAQ5aTjfGIiMGDB8fYsWPjrrvuijfeeCPOOeecWLFiRZx22mlpRwMAAACALfJNTW9NcQAAqConl1KPiPjpT38aCxYsiEsvvTTmz58fe+21Vzz22GOxzTbbpB0NAAAAALbYuHHjNrh0uqY4AACsL2cb4xER5557bpx77rlpxwAAAACAWqEJDgAAmyZnl1IHAAAAAAAAgAiNcQAAAAAAAABynMY4AAAAAAAAADlNYxwAAAAAAACAnKYxDgAAAAAAAEBO0xgHAAAAAAAAIKdpjAMAAAAAAACQ0zTGAQAAAAAAAMhpGuMAAAAAAAAA5DSNcQAAAAAAAABymsY4AAAAAAAAADmtcdoB6qJMJhMREcuWLUs5CQAN3Re16IvaxMap3wDUJWr4plPDAagr1G8AyG0a4xtQXl4eEREdOnRIOQkAfK68vDxatGiRdow6Tf0GoC5Sw7+ZGg5AXaN+A0Buyst4+9t6KisrY968eVFcXBx5eXlpx6kzli1bFh06dIgPPvggmjdvnnYc6gHnDNXhfNmwTCYT5eXl0b59+8jPdweUr6N+b5zfL6rD+UJ1OF82Tg3fdGr4hvn9ojqcL1SXc2bD1G8AyG2uGN+A/Pz82G677dKOUWc1b97c/zBTLc4ZqsP5sj7vUt806vc38/tFdThfqA7ny4ap4ZtGDf96fr+oDucL1eWcWZ/6DQC5y9veAAAAAAAAAMhpGuMAAAAAAAAA5DSNcTZZYWFhDBs2LAoLC9OOQj3hnKE6nC9Qe/x+UR3OF6rD+QK1x+8X1eF8obqcMwBAQ5SXyWQyaYcAAAAAAAAAgNriinEAAAAAAAAAcprGOAAAAAAAAAA5TWMcAAAAAAAAgJymMQ4AAAAAAABATtMYZ5M8/fTTcfTRR0f79u0jLy8vHnjggbQjUUeNHDky9t133yguLo7S0tLo06dPzJw5M+1Y1GFjxoyJPfbYI5o3bx7NmzePHj16xKOPPpp2LMgJ6jfVoYZTHeo31B71m+pQv6kO9RsAaOg0xtkkK1asiD333DN++9vfph2FOm7y5MnRv3//mDJlSkycODHWrFkThx12WKxYsSLtaNRR2223XVx11VUxderUePHFF+N73/te/OAHP4jXXnst7WhQ76nfVIcaTnWo31B71G+qQ/2mOtRvAKChy8tkMpm0Q1C/5OXlxYQJE6JPnz5pR6EeWLBgQZSWlsbkyZPjoIMOSjsO9UTr1q3jf//3f+OMM85IOwrkDPWb6lLDqS71G2qe+k11qd9Ul/oNADQkjdMOAOS2pUuXRsTnL7Tgm6xbty7uu+++WLFiRfTo0SPtOAANmhrOplK/AeoO9ZtNpX4DAA2RxjhQayorK+P888+Pnj17RteuXdOOQx32yiuvRI8ePWLVqlXRrFmzmDBhQuy2225pxwJosNRwNoX6DVC3qN9sCvUbAGjINMaBWtO/f/949dVX45lnnkk7CnVcly5dYtq0abF06dK4//7749RTT43Jkyd7cQ6QEjWcTaF+A9Qt6jebQv0GABoyjXGgVpx77rnxt7/9LZ5++unYbrvt0o5DHVdQUBA77bRTRER8+9vfjhdeeCFuvPHGuPXWW1NOBtDwqOFsKvUboO5Qv9lU6jcA0JBpjAM1KpPJxIABA2LChAkxadKk6Ny5c9qRqIcqKyujoqIi7RgADYoazpZSvwGSp36zpdRvAKAh0Rhnkyxfvjzefvvt7Pbs2bNj2rRp0bp16+jYsWOKyahr+vfvH+PGjYsHH3wwiouLY/78+RER0aJFiygqKko5HXXR0KFD44gjjoiOHTtGeXl5jBs3LiZNmhT/+Mc/0o4G9Z76TXWo4VSH+g21R/2mOtRvqkP9BgAaurxMJpNJOwR136RJk+Lggw9eb/zUU0+NO++8M/lA1Fl5eXkbHL/jjjviZz/7WbJhqBfOOOOM+Oc//xkfffRRtGjRIvbYY4+46KKL4tBDD007GtR76jfVoYZTHeo31B71m+pQv6kO9RsAaOg0xgEAAAAAAADIaflpBwAAAAAAAACA2qQxDgAAAAAAAEBO0xgHAAAAAAAAIKdpjAMAAAAAAACQ0zTGAQAAAAAAAMhpGuMAAAAAAAAA5DSNcQAAAAAAAABymsY4AAAAAAAAADlNYxxgI04++eQYMWJErc/z2GOPxV577RWVlZW1PhcA5Dr1GwDqH/UbAIAkaIwDbMD06dPj73//ewwcODA79te//jUOO+ywaNOmTeTl5cW0adM26bmOOeaY6NixY2y11VbRrl27OPnkk2PevHnZ/d///vejSZMm8ac//ammvwwAaFDUbwCof9RvAACSojEOsAE333xzHHfccdGsWbPs2IoVK+KAAw6Iq6++ulrPdfDBB8e9994bM2fOjL/85S/xzjvvxLHHHlvlmJ/97Gdx00031Uh2AGio1G8AqH/UbwAAkqIxDpvo7rvvjjZt2kRFRUWV8T59+sTJJ58cl112Wey1115x6623RocOHaJp06bxk5/8JJYuXZo9trKyMq644orYbrvtorCwMPbaa6947LHHsvvfe++9yMvLy360bt06fvSjH8Wnn36aPWbJkiVx5plnRtu2baN58+bxve99L6ZPn57d/0WOL5s0aVLk5eXFkiVLIiLizjvvjJYtW2729+K1116Lo446Kpo3bx7FxcVx4IEHxjvvvBOXXXZZlfxf/vjud78bEZ+/AO3Tp09cfvnl2a/h7LPPjtWrV1f5Po0cOTI6d+4cRUVFseeee8b999+/SRm+cPvtt8fuu+8ehYWF0a5duzj33HOz+6677rro1q1bbL311tGhQ4fo169fLF++PLt/3bp1cf/998fRRx9dZc6TTz45Lr300ujdu3e1vl+DBg2K/fbbLzp16hT7779/XHzxxTFlypRYs2ZN9pijjz46XnzxxSpfAwBbTv3+P+q3+g1QX6jf/0f9Vr8BAKg5GuOwiY477rhYt25dPPTQQ9mxTz75JB555JE4/fTTIyLi7bffjnvvvTcefvjheOyxx+Lll1+Ofv36ZY+/8cYbY9SoUXHttdfGjBkz4vDDD49jjjkmZs2aVWWuJ554Ij766KN45JFH4j//+U9cc801VXJ88skn8eijj8bUqVNj7733jkMOOSQWLVpUy9+Bz82dOzcOOuigKCwsjCeffDKmTp0ap59+eqxduzaGDBkSH330UXz00UdxwQUXRI8ePbLbf/3rX7PP8c9//jPeeOONmDRpUtxzzz3x17/+NS6//PLs/pEjR8bdd98dt9xyS7z22msxaNCg6Nu3b0yePPkbM0REjBkzJvr37x8///nP45VXXomHHnoodtppp+zz5+fnx0033RSvvfZa3HXXXfHkk0/GhRdemN0/Y8aMWLp0aeyzzz41/v1btGhR/OlPf4r9998/mjRpkh3v2LFjbLPNNvGvf/2rxucEaMjU78+p31tG/QZIlvr9OfV7y6jfAACsJwNssnPOOSdzxBFHZLdHjRqV2WGHHTKVlZWZYcOGZRo1apT58MMPs/sfffTRTH5+fuajjz7KZDKZTPv27TPDhw+v8pz77rtvpl+/fplMJpOZPXt2JiIyL7/8ciaTyWQ++uijzE477ZT9nH/961+Z5s2bZ1atWlXlOXbcccfMrbfemslkMplhw4Zl9txzzyr7n3rqqUxEZBYvXpzJZDKZO+64I9OiRYvN+h4MHTo007lz58zq1au/9rhhw4ZlevXqtd74qaeemmndunVmxYoV2bExY8ZkmjVrllm3bl1m1apVmaZNm2aee+65Kp93xhlnZE444YRNytC+ffvMJZdcsslf03333Zdp06ZNdnvChAmZRo0aZSorKzd4/Fd/TpviwgsvzDRt2jQTEZn99tsvs3DhwvWO6d69e+ayyy7b5OcEYNOo3+p3JqN+A9Q36rf6ncmo3wAA1CxXjEM1nHXWWfH444/H3LlzI+LzJdF+9rOfRV5eXkR8/q7jsrKy7PE9evSIysrKmDlzZixbtizmzZsXPXv2rPKcPXv2jDfeeKPK2P777x/NmjWLdu3aRYcOHeKCCy6IiIjp06fH8uXLo02bNtGsWbPsx+zZs6ssAfbKK69U2X/EEUes97UsXbo0mjVrFs2bN4+dd945hgwZUmVpsY2ZNm1aHHjggVXebV1de+65ZzRt2jS73aNHj1i+fHl88MEH8fbbb8fKlSvj0EMPrfI13H333dmv8esyfPLJJzFv3rw45JBDNjr/E088EYccckiUlZVFcXFxnHzyyfHpp5/GypUrIyLis88+i8LCwuzPdVOdffbZVTJ/2S9/+ct4+eWX4/HHH49GjRrFKaecEplMpsoxRUVF2QwA1Bz1W/3+Ouo3QN2kfqvfX0f9BgBgczROOwDUJ927d48999wz7r777jjssMPitddei0ceeaTG5xk/fnzsuuuuMX/+/DjvvPNiyJAhcfPNN8fy5cujXbt2MWnSpPU+58v3LOvSpUuVJeeef/756Nu3b5Xji4uL46WXXopMJhOvv/56nHrqqbHtttvGkCFDvjZbUVHRFn1t3+SLe4098sgjVf7IERFRWFj4jRm+Kd97770XRx11VJxzzjkxfPjwaN26dTzzzDNxxhlnxOrVq6Np06ZRUlISK1eujNWrV0dBQcEmZ7/iiis2+v0rKSmJkpKS2GWXXWLXXXeNDh06xJQpU6JHjx7ZYxYtWhRt27bd5PkA2DTqt/r9ddRvgLpJ/Va/v476DQDA5tAYh2o688wz44Ybboi5c+dG7969o0OHDtl9c+bMiXnz5kX79u0jImLKlCmRn58fXbp0iebNm0f79u3j2WefjV69emU/59lnn43vfOc7Vebo0KFD7LTTTrHTTjvFaaedFldddVXcfPPNsffee8f8+fOjcePGsf322280Y0FBQZV7en344YfrHZOfn589Zuedd45DDz00pk2b9o1f/x577BF33XVXrFmzZrPftT59+vT47LPPsi+ip0yZEs2aNYsOHTpE69ato7CwMObMmVPl+7SpGYqLi2P77bePf/7zn3HwwQev97lTp06NysrKGDVqVOTnf75oxr333lvlmL322isiIl5//fXs401RWloapaWl33hcZWVlRERUVFRkx1atWhXvvPNOdO/efZPnA2DTqd/q98ao3wB1l/qtfm+M+g0AwOawlDpU04knnhgffvhhjB07Nk4//fQq+7baaqs49dRTY/r06fGvf/0rBg4cGD/5yU9i2223jYjPl/O6+uqrY/z48TFz5sy4+OKLY9q0aXHeeedVeZ5PP/005s+fHzNmzIh77rknvvWtb0VERO/evaNHjx7Rp0+fePzxx+O9996L5557Li655JJ48cUXq/21rFq1Kj777LOYOnVqPPPMM9G1a9dv/Jxzzz03li1bFscff3y8+OKLMWvWrPjDH/4QM2fO3OR5V69eHWeccUa8/vrr8fe//z2GDRsW5557buTn50dxcXEMGTIkBg0aFHfddVe888478dJLL8XNN98cd9111yZluOyyy2LUqFFx0003xaxZs7KfHxGx0047xZo1a+Lmm2+Od999N/7whz/ELbfcUiVf27ZtY++9945nnnmmyviiRYti2rRp8frrr0dExMyZM2PatGkxf/78jX6tzz//fPzmN7+JadOmxfvvvx9PPvlknHDCCbHjjjtWebf6lClTorCwsMoYADVH/Va/1W+A+kf9Vr/VbwAAalSaNziH+urkk0/OtG7dOrNq1ars2LBhwzJ77rlnZvTo0Zn27dtnttpqq8yxxx6bWbRoUfaYdevWZS677LJMWVlZpkmTJpk999wz8+ijj2b3z549OxMR2Y+WLVtmjjrqqMzs2bOzxyxbtiwzYMCATPv27TNNmjTJdOjQIXPSSSdl5syZUyXHlz311FOZiMgsXrw4k8lkMnfccUd2jry8vMy2226bOeecczIVFRWb9PVPnz49c9hhh2WaNm2aKS4uzhx44IGZd955p8oxw4YNy/Tq1Wu9zz311FMzP/jBDzKXXnpppk2bNplmzZplzjrrrCrfy8rKyswNN9yQ6dKlS6ZJkyaZtm3bZg4//PDM5MmTNznDLbfckv38du3aZQYMGJDdd91112XatWuXKSoqyhx++OGZu+++u8r3J5PJZEaPHp3Zb7/9qmT/8vftyx/Dhg3b6PdqxowZmYMPPjjTunXrTGFhYWb77bfPnH322ZkPP/ywynE///nPM7/4xS82+jwAbDn1W/1WvwHqH/Vb/Va/AQCoKXmZTCZTu613yD2HHHJI7L777nHTTTdlxy677LJ44IEHNmk5tIbsZz/7WSxZsiQeeOCBtKN8rc8++yy6dOkS48ePr/V3kS9cuDC6dOkSL774YnTu3LlW5wJoyNTvzad+r0/9BkiG+r351O/1qd8AAA2be4xDNSxevDgmTZoUkyZNitGjR6cdh1pUVFQUd999dyxcuLDW53rvvfdi9OjRXpQD1BL1u+FQvwFyh/rdcKjfAAAkRWMcqqF79+6xePHiuPrqq6NLly5px6kVZ599dvzxj3/c4L6+ffuudz+wXPbd7343kXn22Wef2GeffRKZC6AhUr/V79qgfgPULvVb/a4N6jcAQMNmKXWgik8++SSWLVu2wX3NmzeP0tLShBMBAN9E/QaA+kf9BgCAZGmMAwAAAAAAAJDT8tMOAAAAAAAAAAC1SWMcAAAAAAAAgJymMQ4AAAAAAABATtMYBwAAAAAAACCnaYwDAAAAAAAAkNM0xgEAAAAAAADIaRrjAAAAAAAAAOS0/w/SdAKg4kWx2AAAAABJRU5ErkJggg=="/>
          <p:cNvSpPr>
            <a:spLocks noChangeArrowheads="1" noChangeAspect="1"/>
          </p:cNvSpPr>
          <p:nvPr/>
        </p:nvSpPr>
        <p:spPr bwMode="auto">
          <a:xfrm>
            <a:off x="2239779" y="403123"/>
            <a:ext cx="304799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23246787" name="Picture 17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40878" y="1097333"/>
            <a:ext cx="3551394" cy="2690724"/>
          </a:xfrm>
          <a:prstGeom prst="rect">
            <a:avLst/>
          </a:prstGeom>
          <a:noFill/>
          <a:ln w="38100">
            <a:solidFill>
              <a:schemeClr val="accent1">
                <a:lumMod val="50196"/>
              </a:schemeClr>
            </a:solidFill>
            <a:prstDash val="solid"/>
          </a:ln>
          <a:effectLst/>
        </p:spPr>
      </p:pic>
      <p:pic>
        <p:nvPicPr>
          <p:cNvPr id="1741238251" name="Picture 18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489823" y="1097333"/>
            <a:ext cx="3480944" cy="2603927"/>
          </a:xfrm>
          <a:prstGeom prst="rect">
            <a:avLst/>
          </a:prstGeom>
          <a:noFill/>
          <a:ln w="38100">
            <a:solidFill>
              <a:schemeClr val="accent1">
                <a:lumMod val="50196"/>
              </a:schemeClr>
            </a:solidFill>
            <a:prstDash val="solid"/>
          </a:ln>
          <a:effectLst/>
        </p:spPr>
      </p:pic>
      <p:pic>
        <p:nvPicPr>
          <p:cNvPr id="1084475447" name="Picture 19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488515" y="1097333"/>
            <a:ext cx="3622244" cy="2726562"/>
          </a:xfrm>
          <a:prstGeom prst="rect">
            <a:avLst/>
          </a:prstGeom>
          <a:noFill/>
          <a:ln w="38100">
            <a:solidFill>
              <a:schemeClr val="accent1">
                <a:lumMod val="50196"/>
              </a:schemeClr>
            </a:solidFill>
            <a:prstDash val="solid"/>
          </a:ln>
          <a:effectLst/>
        </p:spPr>
      </p:pic>
      <p:pic>
        <p:nvPicPr>
          <p:cNvPr id="1372671230" name="Picture 22"/>
          <p:cNvPicPr>
            <a:picLocks noChangeAspect="1" noChangeArrowheads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488515" y="4075633"/>
            <a:ext cx="3608769" cy="2720747"/>
          </a:xfrm>
          <a:prstGeom prst="rect">
            <a:avLst/>
          </a:prstGeom>
          <a:noFill/>
          <a:ln w="38100">
            <a:solidFill>
              <a:schemeClr val="accent1">
                <a:lumMod val="50196"/>
              </a:schemeClr>
            </a:solidFill>
            <a:prstDash val="solid"/>
          </a:ln>
          <a:effectLst/>
        </p:spPr>
      </p:pic>
      <p:sp>
        <p:nvSpPr>
          <p:cNvPr id="2018050542" name="TextBox 5"/>
          <p:cNvSpPr txBox="1"/>
          <p:nvPr/>
        </p:nvSpPr>
        <p:spPr bwMode="auto">
          <a:xfrm flipH="0" flipV="0">
            <a:off x="718751" y="4490766"/>
            <a:ext cx="7592327" cy="1189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3600">
                <a:latin typeface="Arial"/>
                <a:cs typeface="Arial"/>
              </a:rPr>
              <a:t>Самый сильный маркер – </a:t>
            </a:r>
            <a:r>
              <a:rPr lang="ru-RU" sz="3600" b="1">
                <a:latin typeface="Arial"/>
                <a:cs typeface="Arial"/>
              </a:rPr>
              <a:t>уровень тревожности</a:t>
            </a:r>
            <a:endParaRPr/>
          </a:p>
        </p:txBody>
      </p:sp>
      <p:sp>
        <p:nvSpPr>
          <p:cNvPr id="1338921929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9354083" y="6431255"/>
            <a:ext cx="2743200" cy="365123"/>
          </a:xfrm>
        </p:spPr>
        <p:txBody>
          <a:bodyPr/>
          <a:lstStyle/>
          <a:p>
            <a:pPr>
              <a:defRPr/>
            </a:pPr>
            <a:fld id="{77292AA8-C9F7-8366-4034-9F3B26EF51F2}" type="slidenum">
              <a:rPr sz="20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65662" name="TextBox 1"/>
          <p:cNvSpPr txBox="1"/>
          <p:nvPr/>
        </p:nvSpPr>
        <p:spPr bwMode="auto">
          <a:xfrm flipH="0" flipV="0">
            <a:off x="1595184" y="193598"/>
            <a:ext cx="9496929" cy="1432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ru-RU" sz="4400" b="1">
                <a:latin typeface="Arial Black"/>
              </a:rPr>
              <a:t>Категориальные признаки </a:t>
            </a:r>
            <a:r>
              <a:rPr lang="en-US" sz="4400" b="1">
                <a:latin typeface="Arial Black"/>
              </a:rPr>
              <a:t>vs</a:t>
            </a:r>
            <a:r>
              <a:rPr lang="ru-RU" sz="4400" b="1">
                <a:latin typeface="Arial Black"/>
              </a:rPr>
              <a:t> уровень стресса</a:t>
            </a:r>
            <a:endParaRPr sz="4400" b="1"/>
          </a:p>
        </p:txBody>
      </p:sp>
      <p:sp>
        <p:nvSpPr>
          <p:cNvPr id="820491870" name="AutoShape 2" descr="data:image/png;base64,iVBORw0KGgoAAAANSUhEUgAACAQAAAPYCAYAAABHJrnyAAAAOnRFWHRTb2Z0d2FyZQBNYXRwbG90bGliIHZlcnNpb24zLjEwLjAsIGh0dHBzOi8vbWF0cGxvdGxpYi5vcmcvlHJYcgAAAAlwSFlzAAAPYQAAD2EBqD+naQABAABJREFUeJzs3XdYFNf7NvB7gQUBFUTBgqKIulaKXURRrCixoIANNbEEFdTEBmqwi71QLNgwosZesTfsJYl+7dhigVhQBDVI3/cPXubHsEvvcH+uy0t25uw5Z2YXnrM7z5wjkcvlchAREREREREREREREREREVGJolLYHSAiIiIiIiIiIiIiIiIiIqK8x4QAIiIiIiIiIiIiIiIiIiKiEogJAURERERERERERERERERERCUQEwKIiIiIiIiIiIiIiIiIiIhKICYEEBERERERERERERERERERlUBMCCAiIiIiIiIiIiIiIiIiIiqBmBBARERERERERERERERERERUAjEhgIiIiIiIiIiIiIiIiIiIqARiQgAREREREREREREREREREVEJxIQAIsqR7du34/Xr18LjU6dO4e+//y7EHhEREZUMjLFERESkDMcIRERUGjDeERHlPbXC7gAVLmdnZ9y8eTPDMmfPnkX16tULqEdUXFy5cgV//vkn5s+fj7dv32LWrFmYN29eYXeLiKjIYIylnCqtMdbHxwe+vr4AAC8vL9jb2xdyj4iI8gfHCJRTpXWMQETFE+Md5RTjHRFR3uMMAUSUI7/++ivu37+Ppk2bomfPnmjXrh06depU2N0iIiIq9hhjiYiISBmOEYiIqDRgvCMiynucIYAELi4uaNeuHQBg8ODBhdwbKurq1KmDkydP4t27d9DW1oaOjk5hd4mIqMhijKXsYIwlIio9OEag7OAYgYiKK8Y7yg7GOyKivMcZAko5uVwu/FyrVi00b94czZs3z/R5r169goeHB6ytrdG4cWO0atUKo0aNwrVr15SWd3Z2hkwmS/dfaGgoACA0NFTY5uzsLDx/5cqVSrenJ3V7KXU/fvwYLVu2hEwmg6WlJZ4/fw4AePLkCSZNmoQePXqgZcuWaNSoEdq0aYPRo0fj1q1bQp3u7u4ZHoNMJoONjY1QPiIiAl5eXujatSsaN26MFi1aYPTo0bhz546orzdu3Ei3Pnd3d6FceHg45s+fj86dO6Nx48Zo3rw5nJ2dcfz4cVF9ac/h3bt3MWTIEJiZmcHKygqrVq1CQkKC0vZTtzd58mSl21Ofh1u3bqFatWpITExEixYthO03btwQyvv4+Ajb9+/fn+lrl5XznJpcLseuXbvg6OgICwsLNGnSBN27d8eKFSvw9etXhfozOt9pj5WIKDcYYxlji3OMTdv3S5cuwd7eHk2aNIGNjQ0CAgIU6o+Li4O/vz969+4Nc3NzmJmZoVevXvD390dcXJxC+aCgIPTo0QOmpqbo1auXaDrRkydPolu3bjA1NUXfvn1x5coVhefHx8djy5YtsLe3h7m5OczNzeHg4IBDhw4pPf47d+5g/PjxsLKyQuPGjdG2bVuMGjUKjx49EpW7ePEiRo0ahdatW6Nx48Zo164dxo8fj7CwMKXnJkV6r+v3798xe/ZsWFtbo1GjRgrnPPVrSkSlA8cIHCMU5TFCSj1v376FjY0NZDIZzM3N8eeff2LPnj1COW9vb1EdZ86cEfalTOucuh/79u1DQEAAOnfujCZNmsDe3l5pfM/Ja5j6XKV37CnHknq8c/Xq1Qy/a9i3bx8GDBiApk2bCuOVrVu3IikpKdNzSkSMdwDjXVGOd3n9mXj//v1CeR8fH2H7oEGDlG4HgDdv3mDmzJno2LEjGjdujDZt2mDixInC+0dZ3fXr18fLly+Ffc+fPxf1PyvnQdn5s7CwEH2XfvHixQw/t/75559wcXERPjfb2NjAy8sLUVFRSttKHYczem8DuXvfZDSOAYD379/Dw8MDvXr1QqtWrdCoUSO0bNkSQ4cOxZkzZ9Lth0wmw9WrV4V9UVFRMDMzy9PXNnUdaY8ps2saaY8/O9dM0v4NbdCgAVq2bImffvoJd+/eVfp6UvHEGQJKudQfYlRUspYfcvfuXQwfPhz//fefsC0yMhIXL17EpUuX4OnpiUGDBuVZH//991+lXzpnx/Pnz/Hjjz8iKioKOjo62Lx5M0xMTAAAT58+xdGjR0XlIyIiEBwcjEuXLmHLli1o3bp1tvs8cOBAvHv3TtgWHx+P4OBgXL16FatXr87WNEdv3rzBwIEDER4eLqrv5s2buHnzJh48eIDJkycrPO/169cYNmwYoqOjAQAxMTFYu3YtIiIiMHfu3HTbu3v3rsI5yYiPjw++fPmS5fJ5RS6XY9KkSQgKChJt/+eff7B+/XqcPn0af/zxB7NIiahQMMYyxipTXGJsan/99RcOHz6MxMREAEBYWBi8vLwQFxeH0aNHA0hOBvjpp59EX2oBQEhICEJCQnDx4kVs3rwZ6urqAIDjx4/j119/FZVL7cKFC8LPDx8+xM8//4yAgADhC8T4+HilXwrevXsXU6dOxZMnTzBlyhRh+759+/Dbb78JxwAAHz9+xMWLF2Fra4sGDRoAAHx9fRU+yH/48AEnT57E4MGDYWhoqPQcZfS6Llu2DDt37lS6j4hKJ44ROEZQpiiNEcLDwzF8+HCEhYVBXV0da9asQfPmzdGgQQMsXLgQ0dHROHr0KMaPHy8859y5c8LPdnZ2CnVu2LAB//zzj/D4wYMHCvE9r1/DjCQmJsLLyyvd/e7u7jh48KBoW0hICBYuXIg7d+5g5cqVedIPopKM8Y7xTpmiFO+yKiufiZU5fvw4/vrrL6X7Hjx4gOHDh4uOLSIiAsePH0dwcDC2bt0KU1NThefJ5XLs3LkTHh4eAJBnnzWjo6Nx4MABDB06NNN69+zZA09PT9HveFhYGAICAhAcHIxdu3bl+ffx2XnfpDeOAZITBdImTURFRQkX3RcvXow+ffoorXfHjh2wtLQEABw4cAAxMTFKy+X0tc0rub1mkpSUhKioKFy5cgUPHz7EhQsXUKZMmXzrLxUczhBQyqX+o53yBW1G5HI5PDw8hEFZt27d4O/vj7Fjx0JFRQVyuRwLFy7E27dv023H29sb27dvF754zczy5cvT/eOaFW/evMGPP/6IiIgIaGtrY+PGjahfv76w39jYGO7u7vDz88PWrVsREBCA2bNnQ11dHUlJSfD39weQPLXV9u3bsX37dsycOVN4fvv27YXtq1evBgDMmTNHGJT16dMHGzduxOzZs6GlpYX4+HhMnz5dGCyllrqu7du3w8XFRagvZVDWsmVLrF27Fh4eHtDQ0ACQ/MH6f//7n0J97969Q9OmTbFu3TpMmDABqqqqAIBdu3bh8ePH6Z6zhQsXirJ4M/Ls2TPs3r07S2Wza+bMmcK50NfXV9h//PhxIbDp6Ohg3rx58PPzE7I5X7x4gRUrVoiek/q9aG1trfB6EhHlFcZYxlhlikuMTe3169ewtbWFv78/hg8fLmz38fFBREQEACAgIEBIBqhatSqWL1+OFStWoFq1agCAW7duCV+0pf0C3sHBAX5+fqhbt66wrUWLFli7di26dOkCIPkLqYULFwr7f//9dyEZwNzcHH5+fvD29oaxsTEAYOPGjcLr9v79e8yePVv48qZz585CeUdHR0ilUgDAvXv3RMkA/fv3x7p167BixQp07949wy8xM3pdU2Y+kEqlWLx4MbZv34727dunWxcRlXwcI3CMoExRGSNERkbip59+wsuXL6GmpoZVq1YJX35ra2vD1tYWQPIdvCnHn5SUhODgYACAoaEhLCwsFOp9/fo1xo8fj/Xr18PKygqAYnzP6WuYE3v37sWTJ0+U7jtx4oSQDGBsbIwVK1Zg3bp1MDc3BwAcO3YMx44dy5N+EJVkjHeMd8oUlXiX15+J04qLi8OyZcuU7pPL5XB3dxcuGP/000/YvHkzJk+eDFVVVURHR8PDwyPd85RyMfr79+/pzpCXE3/88QeA5IvmKXE9rffv32Pu3LlISkqCtrY2fvvtN2zatAn29vYAki86p/0+HoAoOT/lvGdHVt83GY1jAKBSpUqYNGkSfHx8EBAQgN9//x2LFy+Gnp4eAGDt2rXp1n3+/Hm8f/9eSMpQJrevbXoaNmwo+v1N/Z5Nvb1hw4Y5umaSYvXq1di2bRtatmwJAPj8+TOePXuWrb5S0cUZAkq5+Ph44WctLa1Myz969Ej4A6Cvr4/ly5dDKpXC2toaz58/x8mTJxEfH4+TJ0+KgmPqP/jm5uaoXLkyypUrl2l7d+7cUchkyq6JEyciMjISZcqUwfr16xWyr1KmIFq3bh1evHiB6Oho0R/k+/fvA0ie2qpWrVoKx1OxYkXRdFeRkZFCwNTX14eDgwMAoG7dumjbti1Onz6NyMhIXLp0Cd26dRP1JW1dKfVdvnwZQPLg2dvbGxUqVACQHIA3b94MADh69CjMzMxEz9XU1MSqVatQrlw5dOzYES9evMCRI0cAAGfPnhUNUFMcO3YMt2/fTvd8prVo0SLRVFBpubm5wc3NLcv1pVavXj3hfCj74JByLAAwfvx4ODo6AgCMjIzwww8/AEhOGpg9ezYkEgkA8YeEypUro3nz5qLXk4gorzDGMsamVZxibGrVqlXDkiVLoKqqCmtra9y9exd///034uLicPHiRfTp00eUqT9r1ix07NgRQPJ7P+WLpqCgIIwePRoPHjzA+/fvAQAGBgaYPXs21NTU8OjRIzx9+hQAYG9vDxsbG7Ro0QKXL1/G9+/f8eDBA7x9+xZVq1bF4cOHhfaGDx8OXV1dAMAPP/wgTGF8+PBhmJmZ4fjx48KSBRYWFvDz8xOem/p9krpOOzs7LFiwQHjcs2fPdM9PZq9rpUqV8OTJE0ilUjRr1gw1atTA3r170y1PRCUfxwgcI6RVlMYInp6eiIyMhIqKCpYsWaJwl2n//v2xb98+AMmfyc3MzHD37l18/PgRQPoxs0ePHhg3bhwAoFmzZmjXrp0ovmtqaub4Nfz06ZMwFfC///6b6TF++/ZNuLCmTOoxweDBg1G5cmXh2FOm4z58+DB69OiRaVtEpRnjHeNdWkUp3uX1Z+K0AgIChCUl0nr8+LGQlNagQQMh1lpYWMDU1BS3b9/Gs2fP8ODBAzRu3Fjh+VFRUQgKCkJSUlKezp7w/PlzXL9+HdevX0/3+/LUn6+7desmvM79+vXD8ePH8f37dwQFBWHWrFmipPqUvwfq6upZWjoktey8bzIbx1SvXh36+vrYunUrnjx5gq9fv4p+J1++fIlv376hbNmyCnUnJCRg165daNGihWjZhtRy89r++++/wnjm06dPon3lypUTnbfU79m05zMn10zSo6qqmmnCDBUfTAgo5VKv55qVgVLqP3QNGzYU7qgCgCZNmuDkyZMK5dK2k5WM0BReXl6Qy+VQV1dXuvZsVkRGRgJIPr46deoobWPbtm3pPj+7QfX169dCEAkPD8fgwYOVlku7Xkx6Xr16JdRnZGQkDMqA5HOeQlkQql27tuh1NTU1FQKCsgFJbGyskLmYlXN+6dIlXLp0Kcvl81rqY0494K5Xrx40NTXx/ft3REVFISIiAhUrVgSQfIwpsvNeJCLKLsZYxtjUiluMTa1x48bC3R5A8rH+/fffAP7vWFOfo9RfFKWOzyll3rx5I2xr0KAB1NTS/0hSrlw5GBsb4+HDh8Jzq1atKmpv4sSJSp+b8j5IXbZDhw7ptpXVcqll5XV1cXHBjRs3EB0djc6dO2epXiIq2ThG4BghtaI2Rkh57TQ0NNCoUSOF/U2bNkXt2rXx4sULHDt2DB4eHqLlAtJLCEg9PlAW38uUKZPj1/DixYu4ePFi1g4QwLp164Qv2qVSqeiiJSB+XefPn5/lfhCRGOMd411qRS3eZUdWPhOn9unTJ+FcKOt76iV0Hj16lOHrmPaicaVKlfDx40fs2LFDeO1StuVGSh3btm0TZoRQVm/q98L+/fsVpt8HgK9fv+LDhw+oUqWKaBuQPNtQdmT3fZPZOCYgICDDJYOA5N/LtAkBKedi9+7dwgwYys5Pbl7b9M5nduXkmkmKCRMmiB7PnDlTSIyk4o9LBpRyUVFRws8GBga5qiujbKKUdiQSCcqXL5+l+u7cuSNkXg8bNizH/UoJ1uHh4fjtt99E++Li4oRph9TU1DBp0iT8/vvv2L59uzAAyu70LVn1/fv3XNeRWQZXdsufOXMGYWFhALJ2zrdu3QogeUrA4vIFd+qBdl6vZURElBpjLGNsaiUpxmbn3GT3POZlHXnxPshMVl7XVq1aYfr06fneFyIqPjhG4BghtaI4RlBVVcX3798xefJkpXdm9u/fH0DyBY/Lly8LCQF169ZVekeoMoUZ31POYY8ePXL8O1gQ4wyi4o7xjvEutaIY73Iqs2Pdt28fvn37BlVVVQwZMiTH7Sh7HXv27AlNTU3cv38fDx48gKamZoYz2mVVv379IJFIcObMGYSHh6Nq1aqiqfazK/WyFe/fvxcu5Gf3bvPsvm+AjMcxqRN0Ro4ciYCAAGzfvh316tUTtqeeYTiFpaUlqlWrhvDwcJw9exYSiQT9+vXL1rGkVlzGEWvXrhWWKKHijwkBpVhoaKiwPlCZMmVQtWrVTJ+TMnURADx8+FD0B/Xu3btKy71//174o1GtWjVRNl1GUoJE3bp1hWlNcmLBggVwcnICAJw+fRp79uwR9kVGRgp3jMtkMowePRqtWrVCjRo1RIPW7DAyMhIGBUZGRnj48CFCQkJE/+7fv4/x48dnu77Xr1/j8+fPwr70znmKf/75B9++fRMep17vqXr16grlU865lZUV2rVrl2nfUspPmjRJWFeqIKU+5nv37gk/P3nyRAiqOjo6whpAAITBPgDUqFEj3/tIRKUTYyxjbFrFLcam9uDBA9EHYmXHmvocpT53qcumlEkdfx89epTh0j1fv34VZdinPDd1e2fOnFF4H4SEhCAgIEChbHrrIKYtd+HChXTLpZbV1zVlGk4VFRWsWrUK7du3z1L9RFTycIzAMUJaRW2M4ObmJtwddu/ePfj6+iqU6dOnj3Dn7rp164QlfzK6IJH6vCmL77l5Dfv27SuUcXV1zfQY4+LioK6ujkmTJindn/p1/f3335WOM06fPp1pO0SlGeMd411aRS3eZUdWPhOnltL3/v37o27dugr7jY2NhZ9btmypNM7cuXMHAwYMUHhuuXLlYGdnJzzu2bNnlmbgyEytWrXQpk0b4bGjo6PS36fU7wVXV9d0+167dm2h3NmzZ4WflZ2PjGT3fZPZOCZl+UJdXV1MmTIFbdq0QcOGDfHhw4cM61VVVRX9rWjdurXS34vcvLapz2ffvn0zPdb05OSaSYqzZ8/i0aNHwtJKHz58wB9//JHjvlDRwoSAUurPP//EtGnThEBWq1Yt3L59G3/++aewTkmK+/fvC384GjRoABMTEwDJmY+TJ09GcHAwfHx8hA9DUqlUWKPozJkzGDZsmDCAy8of7bSmTp0qWm8mu1q0aAF3d3fhD+HChQvx6tUrAMnTuqQMKJ48eYJdu3bhzJkzGDNmjNJMsKzQ1dUVvuR9/fo1xowZg1OnTuHKlSvYs2cP5syZg44dOwrBJzMVKlSAlZUVgOQAOHHiRJw/fx5bt27Fjh07hHKpBwIpoqOjMXHiRFy4cAHr1q3DsWPHhH1p189JoaqqCnd39ywfr7m5eYYf+n18fCCTySCTyfJkypvUUta8AQBvb2/s2bMHZ86cwdSpU4Xttra2kEgkiIiIwLx584QAJpVK0bp16zztDxERwBjLGFsyYmxqYWFhmDZtGoKDg7F48WJhakR1dXXh9Uh9jubOnYugoCAcO3YM8+bNE7anHEujRo2EKec+fPiAOXPm4MyZM8IUoEDyVHnnzp3D9OnThTsLGjZsKHyRmHoM4OLiggMHDuDatWs4dOgQVq5ciR9++AHHjx8HkDwWSJk69O+//4abmxvOnDmD06dPY/bs2cI6wanrPHr0KH777TdcuHABx44dw6RJk3Dr1i2l5yez1/Xvv//G+fPnhTZsbW0VpuUjotKBYwSOEYrDGKFFixYYNWoUmjVrBgDw9/fHX3/9JSpTsWJFYXmdlHEBkHFCQFBQENauXYvg4GD8+uuvCvE9r1/DzAwbNkzpRRxAPCaYOnUqdu7ciWvXriEoKAh+fn5wdHTEpk2b8qQfRCUR4x3jXXGId9mRlc/EaZUtW1Zh+vUU9evXF+5Iv3nzJqZOnYpz587h4sWL2LlzJzw8PDJMIh80aJDws7ILyzmVUq+ampowG1Ba3bt3Fz5f+/v7w9fXF5cvX8aZM2cQEBAAFxcXjB07FkDye+rgwYNYtWqV8Hw9PT2FvwVxcXH4888/8e+//yptMzvvm8zGMYaGhgCSE3b8/f0RHBwMNzc3YamBjDg4OAgJkemd99y+tnkhO9dM0rp//z7++usv3L9/X9hWXGYzoMylv2AnlWhp1y55/PhxuuuZTJgwAYaGhjh37hwkEgkWLVqE4cOH47///sPx48eFL1uB5Olypk+fLnxZu3XrViHru1q1aukGwfRYWVmhffv2StfiyQ4tLS0sXboUAwcORHR0NKZMmYIdO3YIwW379u2Ij4+Hp6cngOSBasWKFYU15bJr9uzZGDhwIN69e4fg4OAM70bLilmzZmHgwIEIDw/H9evXcf36ddH+UaNGidbjS2FoaIjbt28L6y2lcHBwSHcav5TMxRs3bmSpb9kZxOU1W1tbnD59GseOHUNkZCRmzpwp2l+7dm38+uuvAICnT58iMDBQ2DdhwoQsZScTEWUXYyxjbEmIsamZmJjg+PHjwoXzFGPHjhUyyocPH47g4GD8+eefCAsLE+JvihYtWmD48OEAkj/MT5s2TSiza9cu7Nq1S1T+1q1bogvwampqovMxdOhQXL58GdeuXcOzZ88yPFeVK1eGp6cnPD09kZSUhFOnTuHUqVPC/pQ19UxNTTFu3Dj4+fkBAHbv3i1M8Qkg3TuHMntdV6xYASB5DcOJEyem208iKvk4RuAYobiMEVRUVLBkyRL07t0b3759w9SpU3Ho0CHRerr9+/cX3SVvamoKIyOjdOusU6eO6IIAoBjf8/o1TE/FihXh4uKS7n5bW1tcuHABBw8exLt37zB79myFMjm58EhUWjDeMd4Vl3iXVVn5TJzWzz//nG4ieOr3+pcvX3Do0CEcOnQoy/1p2LCh8DpVqFAhyzPcZaZz5864du0aVFVV011qt0qVKsLn67i4OPj4+CiUadmyJYDkGwCmTZsm2rdt2zbRtP1AcgLQ4MGD4erqCjc3N4X6svu+yWgc4+joiCVLlgAAli9fDiD5HBobG4tmL1KmUqVKuHr1KhISEqCrq4uDBw8qlMnta5sXsnPNJK20f0clEgmsra3zra9UsDhDAGWbqakp9u/fj759+6Jy5cpQU1ODjo4O2rVrh82bN4sy1NTV1VG9enU4Oztj37596QZIZbKbMZiVfo8ZMwZA8rQ+a9asAQBMmzYNw4YNg76+PrS0tGBjY4OAgACUKVMmx21Vq1YNBw4cwIgRI1C7dm1oaGhAW1sbtWvXRp8+fbB27dpsXYyuUaMG9u/fjyFDhqB69eqQSqUoW7YsWrRogZUrV2Ly5MlKn2doaIjAwEC0bNkSZcqUgb6+PlxcXJR+mAUyzlxUpkePHrCwsMhy+bwmkUiwfPlyzJkzB6amptDS0oK6ujpq1aqF0aNHY/fu3cLgRSKRQFdXF61atYKvry9GjRpVaP0mIkoPY2zmGGMLnqmpKTZs2IAmTZpAXV0dhoaGcHd3F15zIPn9uGXLFkyaNAkymQxlypSBhoYG6tWrh0mTJmHz5s3CXQRA8h2Ey5YtQ+3ataGurg6ZTCZ8aQAA1tbWqFWrFtTV1dGgQQOsW7cOrVq1ErW3ceNGzJw5E6amptDW1oaGhgaqV6+ODh06YMGCBejSpYtQ3sHBAdu3b0fXrl1RqVIlqKmpoWLFimjfvj0aNGgglBs/fjz8/f3Rrl076OrqQiqVwsDAAF27dlV6F2Fmr+vFixeFxIYhQ4agWrVq2Tz7RETJOEbIHMcIeat69erCetihoaGiWX+A5AviqdcEz2z94uHDh8PT0xNGRkaQSqVo2LChQnzP69cwPW5ubqLkBmUWL16MxYsXo2XLlihXrhykUimqVauGNm3aYObMmaLfOSLKO4x3mWO8K3hZ+UycmqGhYabr3Tdq1AgHDx7EgAEDUKNGDUilUpQvXx716tXDgAEDhCXw0lOhQgVUqFAhp4eklEQigZ6eXrrJACkcHBwQGBgo+nxdqVIlmJqaYuzYsZg1a1ae9Sm775sU6Y1jhg8fjokTJ8LQ0BCamppo2bIltm7dCn19/SzVW758eejp6WU4s0huX9vcys41k/To6urC3NwcK1euhKWlZb72lwqORC6Xywu7E1TwZDIZAMDLywv29vbplvPx8YGvr6+QqUlFX2hoqDAtU8uWLRUy7oiIKH8xxpZcpSnG3rhxA0OHDgWQvC7vokWL8r3NlN8JIPPfHyKi4ohjhJKrNI0RUvPw8MD+/fuhoqKC4OBgUYIAwNhOVFox3pVcpSneFcZn4pIm9fslJCQk3XLu7u44cOBAujMEEFHe4JIBRERERERERERElCm5XI7o6Gi8efNGmKba0tJSIRmAiIiICsfXr18zvAAPJM96kHoWPyIq+ZgQUEo1bdoUANJdxyZF1apV0bRp0yxPmUJERFTaMcYSERGRMhwjUEkQFhYm3O0HJE9Lm96UyURUOjHeERWuhw8fCrMbpOfs2bNKl8XLSxoaGsLfg4zUqlULTZs2zZNlgYgofUwIKKV27tyZpXL9+/dH//7987k3REREJQdjLBERESnDMQKVJKqqqjAyMoKbmxuaN29e2N0hoiKE8Y6IAEBfXz9Lfw9cXFzg4uJSAD0iKt0kcrlcXtidICIiIiIiIiIiIiIiIiIiorylUtgdICIiIiIiIiIiIiIiIiIiorzHhAAiIiIiIiIiIiIiIiIiIqISSK2wO0Al3+3btyGXyyGVSgu7K1QMxcfHQyKRwMLCorC7QkREGWC8p9xizCciKvoY7ym3GO+JiIoHxnzKDcZ7oqKHMwRQvpPL5ZDL5fnaRmJiYr7Wn9/Y//QVxPuHiIhyj/E+c+x/xhjziYiKPsb7rCnux8DP+ERExJifOfY/fYz3REUPZwigfJeSRdikSZN8qT8hIQGfP39GhQoVoKZW/N7S7H/G7t27l+d1EhFR3mO8zxj7nznGfCKioo/xPnPF/Rj4GZ+IiADG/Myw/xljvCcqejhDABERERERERERERERERERUQnEhAAiIiIiIiIiIiIiIiIiIqISiAkBREREREREREREREREREREJRATAoiIiIiIiIiIiIiIiIiIiEogJgQQERERERERERERERERERGVQGqF3QEiooKQmJiI+Pj4wu4GFWNqampQVVWFRCIp7K4QEVE65HI5EhMTkZCQUNhdoWJGKpVCVVW1sLtBRERZxM/4ucfYR0RERR3jPVH6sjuWY0IAEZVocrkc7969Q2RkZGF3hUoAVVVVGBgYQEdHh4kBRERFiFwuR2RkJMLDw5GYmFjY3aFiSldXF1WqVGGMJyIqwvgZP28x9hERUVHEeE+UNdkZyzEhgIhKtJSBg4GBAbS0tPghl3JELpcjISEBX758wdu3b/H9+3dUrVq1sLtFRET/X0q8L1++PMqXLw81NTXGfMoyuVyO6OhofPjwAQAY44mIijB+xs8bjH1ERFSUMd4TZSwnYzkmBBBRiZWYmCgMHCpWrFjY3aESoFy5ctDQ0MDHjx9hYGDA6RWJiIqAxMREREVFQV9fH5UqVSrs7lAxpampCQD48OEDYzwRURHFz/h5i7GPiIiKIsZ7oqzJ7lhOpSA6RURUGFLWF9LS0irknlBJoq2tDblczvWriIiKiPj4eMjlcmhraxd2V6iYSxkzMsYTERVN/Iyf9xj7iIioqGG8J8q67IzlmBBARCUepxSivMT3ExFR0cS/z5RbfA8RERUP/Hudd3guiYioqGKMIspcdn5PmBBQArx69Qqenp7o3bs3GjZsCDs7O6Xl9uzZg27duqFJkybo1asXzp8/r1Dm69evmD59Olq2bAkLCwuMHz9eWIOCiIiIChdjPhERUcnHeE9ERFTyMd4TEVFBYkJACfD06VMEBwejZs2aMDExUVomKCgIv/32G2xtbbFhwwaYm5vD1dUVd+7cEZWbOHEirly5gtmzZ2PZsmX4559/MGrUKCQkJBTAkRAREVFGGPOJiIhKPsZ7IiKiko/xnoiICpJaYXeAcs/GxgadO3cGALi7u+P+/fsKZby9vdGzZ09MnDgRANC6dWs8efIEfn5+2LBhAwDg9u3buHz5MjZt2gQrKysAgLGxMXr06IFTp06hR48eBXNAREREpBRjPhGlde/ePfTv3x9eXl6wt7cv7O4QUR5gvCciIir5GO+JiKggcYaAEkBFJeOX8c2bN3j58iVsbW1F23v06IFr164hLi4OAHDx4kWUL18ebdu2FcrUrl0bDRo0wMWLF/O+40RERJQtjPlEREQlH+M9ERFRycd4T0REBYkJAaXAixcvACRnBqZmYmKC+Ph4vHnzRihnbGwMiUQiKle7dm2hDiIiIiq6GPOJiIhKPsZ7IiKiko/xnoiI8hITAkqBqKgoAED58uVF21Mep+z/8uULypUrp/B8HR0doUxuJCQk5Mu/xMRESCQSJCYm5lsb+fmP/c/4H2Wfj48PZDJZuv/2798vlL127RoGDRoEc3NzNG/eHGPGjMHz58+V1mtjY6O0vhs3bhTUoRFRJopCzC+u8aa4x8uS0P/iJKux1t3dHRYWFnjz5g1GjBgBc3NzWFlZwdfXF3K5XFRndHQ0Fi1aBGtrazRu3BjdunXDpk2bFMpFRERgzJgxMDU1Rf/+/REaGgoA+PbtG1xcXGBqaoqBAwfi9evXCv0ODg4W4r6FhQVGjx6Np0+fKpR7/vw5JkyYgNatW8PU1BTdunXDypUrRWXev3+P6dOnw8rKCo0bN4aNjQ1mzZol3Km0f/9+yGQyoX8AkJSUhB9++EFhPAIAJ06cgL29PSwsLETnctOmTVl9WYhKDcb7ov2vuB9Dcf+MnxKjU7t+/ToaN24MT09PXL9+HTKZDKdPn1Z47pEjRyCTyXD79m0A2YvjSUlJCAgIQM+ePdGkSRNYWlrC09NT4XfNxsYGP//8s0Lbc+fOVei3TCaDj4+PaNvGjRshk8ng7Ows2h4XFwdvb2906dIFjRs3hrW1NZYsWSLEZSIqfopCvAcY89n/nP3Lb3n9mTw0NFTp59Q5c+ZAJpPB3d1dtP3Lly9YsGCB8Pm9S5cu8Pf3R1JSkkKdMpkMZ86cET0/NjYWLVq0yPZn3pzW+f79e3h4eMDS0hKNGzdGz549sXfvXqVtpHdu0449nJ2dFbbdvXtXKJ9a2jFNQkICRo0ahZYtW+LZs2fC9n379mHo0KFo06YNGjdujB49emDHjh0KfUy5TrFgwQKFfSNGjIBMJlMYb2V1rCSTyTB37lyFen/++WfY2NgAEL8O6f1L/Z558+YNxo8fj5YtW8LMzAyOjo64cOGCqP4bN26Inp/yvdD69esVxp05pZYntRBlIjExEZ8/f85SWRUVFejp6UAiydrbU01NDRoaGtnqj1yegIiIKNEf6LzC/mcuO/1PTEyEqqpqtuqnZLNnz4aWlpbwODQ0FN7e3sLjq1evYtSoUahevTpcXV0RExODwMBADBw4EPv370f16tUV6mzevDkcHR0BJGcgr1u3Lv8PhIiKDcb79JXG/gMlP+ZnFmuB5OMaOXIkzMzMMGXKFFy6dAk+Pj5ITEzEhAkTAAByuRxjxozBjRs30L9/fzRo0ACXLl3CkiVLhAvvKaZMmYKbN2/ip59+gqqqKhYuXAgAWLt2Lbp37w5XV1ds3LgRLi4uOHr0qDAV6cGDB+Hu7g4rKytMnjwZ379/x86dOzFo0CAcOHBAiPuPHz/G4MGDoaamBicnJxgaGuL169c4d+4cfvnlFwDJXyb0798fX79+haOjI2rXro3379/j5MmTiImJgbq6utLzdejQITx58kRh++3btzFx4kTUr18fkydPRtmyZfH582d4eXnl9KUhonxUmuI9UPyPoaj1v6Dj/ePHjzFu3DhYW1tj1qxZUFFRQdWqVXHkyBF06dJFVPbIkSMwMjKChYWFqL+ZxXEA8PT0xIEDB2Bvbw9nZ2eEhoZi+/btePjwIXbu3AmpVJrrY/ny5Qv8/f0VticlJWHMmDH466+/4OjoCBMTEzx58gRbt27Fy5cvsWbNmly3TUSlU2mK+ex/5opivM+rz+TKvHr1Cnv27FHY/v37dwwZMgTv37/HgAEDULVqVdy+fRsrVqxAeHg4ZsyYISqvoaGBffv2oXPnzsK2U6dOITY2NqeHna06P378CEdHR0gkEgwePBh6enq4ePEiZsyYgW/fvmH48OFK20h9blesWJGlfi1btixL5WbOnImbN29i8+bNqFOnjrB9586dqFu3LmxsbKCmpobz589jzpw5kMvlGDx4sKgODQ0NHDlyBFOnThXGWe/evcO1a9cU3tt5PVbS09PDkiVLhMenT5/G6dOnRduMjIwAJJ//AQMG4Pv373B2dkaFChVw4MABjBkzRkhQSM3FxQW1a9dGbGwsjh07hhUrVkBPTw8ODg7Z6qMyTAgoBXR0dAAAX79+hb6+vrD9y5cvov3ly5fHu3fvFJ4fFRUllMkpVVVVVKhQIcvlJRI1JEVOAhKU36mcK2omUNFdnutjygj7n4Fs9l/Ze5Kyplu3btDT0xMe37t3TzQgWrJkCXR0dLBr1y7o6uoCADp37oy+ffvCx8cHixcvFtWXkJAAIyMj9O7dG0By1hoTAoiKlsKO+Yz3eai49x8oFTE/s1gLJGfpt2vXDjNnzgQADBo0CC4uLtiwYQOcnZ2hp6eHs2fP4vr165g4cSLGjBkDABg8eDDGjx+P33//HUOGDIGRkREePnyIy5cvY+7cuXBycgIAVKxYEXPnzkW3bt0wa9YsAEDDhg0xYsQInDt3Dp07d8Z///2HBQsWwMHBAfPmzRP61rdvX3Tv3h3r168Xts+fPx9yuRwHDhxAtWrVhLKTJ08Wfl6xYgU+fvyI3bt3o0mTJsL2CRMmpJu5npKN3759e4W1TM+fPw+5XI4NGzYIf7tCQ0OZEECUDsb7VAogXgLF/xiKUv8LMt6HhYVh5MiRkMlkWLFihXBholevXtiyZQu+fv0q3FUbERGBK1euwMXFRVRHVuL4n3/+iT179mDZsmX44YcfhOe2atUKI0eOxIkTJ0Tbc2r9+vVQU1NDo0aNRNuPHDmCq1evYtu2bWjevLmwvW7dupg1axb+/vtvNG3aNNftE1HBKux4D5S+mM/+Z6CIxvu8+kyuzMqVK2FsbIyvX7+Ktm/ZsgVv3rzBgQMHUKtWLQDAgAEDYGBggE2bNuGnn35C1apVhfJdunTBiRMn8PHjR1SqVAlA8p3wXbp0wdGjR3N03Nmpc+XKlUhMTMSRI0eE3+eBAwfi119/ha+vLwYMGIAyZcoI5VNmeOjevbtQfsOGDZn2KTg4GDdu3EC7du1w6dKldMutWLEChw8fhre3N5o1aybaFxgYKOrLkCFDMGLECGzZskUhIaB58+Z4+PAhzp07h27dugFInqnQ1NQUHz58EJXN67GSlpaWcI0EAF6/fo3Tp0+LtqXw9/fHx48fsX37dqFtBwcH9OrVC15eXujUqZNwIwcAWFpaolWrVgCAPn36wMzMDA8fPsxy3zLChIBSoHbt2gCS7+ZN+TnlsVQqRY0aNYRy165dg1wuF6059M8//6BevXq57oeaWjbfbgnPgYS8eaMrk+3+ZBf7n6F87z9l6MOHD3j06BFGjhwpJAMAQP369WFpaYng4GCF58THx6d7xx8RFQ1FIeYz3uet4t5/gDEfgOiDa0pW/oULF3Dt2jX07NkTFy9ehKqqqsJ0ez/99BNOnjyJixcvYsiQIbh27RoAiDLITU1NRf8DQNu2baGlpYVr166hc+fOuHr1Kr58+YKePXsiIiJCKKeiogIzMzNh+Z+IiAjcunULQ4cOFSUDpPQbSM6sP3PmDDp27ChKBkhbLq3t27cjMjISrq6uCgkB//33H1RUVBSmQyUi5RjvFRVIrCnux1Dc+59Nnz9/xogRI6CtrY21a9eK7hTr3bs31q9fjxMnTgh3Wx07dgwJCQno1auXQl2ZxfETJ06gXLlyaNu2rSjONmrUCFpaWrhx44YoISAhIUFUDkCmdwm+f/8egYGBmDJlCk6ePCnad+LECZiYmKB27dqielu3bg0gOZmfCQFExU9RiPdAKYz57H+Gilq8z6rMYnla9+/fx4kTJ7B27VpRUj2QHHebNWuG8uXLi+KupaUl/P39cevWLdF4omHDhnj27BkOHTqEESNGICwsDDdu3MDGjRtznBCQ1TrlcjlOnToFW1tbyOVyUX+trKwQFBSEBw8eiC7Mp4xJsjODhFwux4oVK9CtWzfUrVs33YSAwMBArF+/Hp6enqLZDVKkTgb4+vUr4uPj0bJlS1y+fFmUyAkAUqkUP/zwA/bv3y8kBBw4cACjR4/G2rVrRfVmd6wUGxurMFbL6VIYwcHBMDU1FSUiaGtrw8nJCcuXL8ezZ89Ef6u/fv2KiIgIxMTE4MCBA0hKShL6mVvF87eXsqVGjRqoVasWTpw4IfolO3bsGNq0aSNc4Gvfvj3WrFmDa9euwdLSEkDywOHhw4cYOXJkofSdiPLHv//+CwAwNjZW2GdiYoLLly8jOjpaNOXS169fRY+JqOhhzCcqelRUVIQv61KkxN+wsDDhfwMDA5QtW1ZUzsTERFTu7du3kEql6d7BkEIikcDAwABv374FALx8+RIAMGzYMKXlU9p98+YNAGT4xWFERAS+ffuGunXrZtiH1L5+/Yp169Zh+PDhqFixosJ+c3NzBAYGYsGCBRg5ciTKli0r3PlERIoY74ky5+Lign/++QcVK1ZUmL3GxMQETZo0wZEjR4SEgCNHjsDc3Bw1a9YUlc1KHH/16hW+fv2KNm3aKO3Lp0+fRI8vX76cbtn0eHt7w8DAAE5OTgoJAa9evcLz58+z3D4RFQ+M90R5IyuxPK3ly5ejefPm6Nixo0JCwKtXrxASEpJu3E17IRkA7O3tsXv3bowYMQIHDhyAhYWFwpgju7JSZ0REBL58+YJdu3Zh165dWerv58+fIZVKoampmeW+HD58GM+ePcOqVavSTXK4ePEi7t+/DyB5BhNl/vrrL/j4+ODOnTv4/v27aF/ahAAA6NevH+zt7fHhwwe8fPkS4eHhsLW1VUgIyO5Yae/evdi7d69COUNDQ6XPz8i///4LMzMzhe0piV7//vuv6DuYcePGCT+rqKhgzJgxQsJDbjEhoAT4/v27cDdvWFgYvn37hhMnTgAAWrZsCT09Pbi5uWHy5MkwMjJCq1atcOzYMdy9exeBgYFCPRYWFrCyssL06dMxbdo0aGhoYOXKlZDJZOjatWuhHBsRFQ2RkZGIj48XTVFGRAWPMZ+odIuLi8tW+ZTM/pQLIUuWLFEay/N7bccNGzZARUUFI0aMQGRkpML+nj174uHDh9i2bVu6X1IQlSaM90S59+LFC2zYsAETJ07E4sWLFZah6dOnDxYsWIB3794hLi4Od+7cgaenZ47aSkpKQsWKFdNdNzdtIp+ZmRkmTpwo2hYYGIizZ88qff7z589x4MABLF26VFgjN2379erVg4eHh9LnV6lSJQtHQUQFjfGeqGi6fPkyrl69mu5n06SkJLRt2zbdhJuUZQRS69WrF5YuXYo7d+4I68fnVlbqTEpKEsr27dtXaT0ymUz0OCwsDFWrVk139r+04uLisHr1avTr10/pzYcp7t69C0dHR2hqamLt2rXo3r27aPaT169fY/jw4ahduzbc3d1RtWpVSKVSBAcHIyAgQDiW1OrXr4/69evj4MGDePHiBbp27apwo0XKecjOWKlTp04YMmSIaNuqVavw8ePHDM9FXpg2bRrq16+P+Ph43Lt3D+vWrYOamhpcXV1zXTcTAkqAT58+YcKECaJtKY9///13tGrVCnZ2dvj+/Ts2bNgAf39/GBsbw9fXFxYWFqLnrVq1Cl5eXvD09ERCQgKsrKwwc+bMYjsVDBEplzIN8D///KOw78WLF6hQoYJoNoBnz54B+L87FYmocDDmExU/SUlJePPmjeiDcUr8TckuNzQ0xLVr1/Dt2zfRh9cXL16Iyunr6yM+Ph6fP3/OcC1PuVyO8PBwYcq7lLshKlasKNw1pExKuSdPnqRbRk9PD2XLlsXTp0/TP+hUPnz4gN9//x2//vorypYtqzQhQEVFBdOmTcOTJ08QGhqKWbNm4ePHj5gyZUqW2iAqaRjviXJv7dq1aN68OSZNmoS5c+eiV69eorvCevTogUWLFuHo0aOIiYmBVCqFra2tQj1ZieNGRka4du0amjZtKprqNj0VKlRQiMdnzpxJt/zy5ctRv3599OjRQ+l+IyMjPH78GG3atMnyl/dEVPgY74kKRlZieQq5XI7ly5ejS5cuMDc3V1qfkZERoqOjM/xsnVaFChVgY2MDT09PREREwNbWFp8/f87+wWSzTj09PWhrayMpKSlL/U1ISMDjx4/Rrl27LPdjx44diIiIgJubW4bl2rZti9mzZyM2NhZnzpyBp6cntm3bJoxdzp07h7i4OKxdu1a0hGHKEofp6devHwICAvDx40eFmQFSZHesVKVKFYXztXXr1hwlBFSrVi3dazAp+1Nr1KgRWrVqBQCwtrbGhw8fsGHDBowdOxYqKirZbj+13D2bioTq1asjJCRE6b+UNw4AODg44NSpU7h//z6OHDmCjh07KtRVrlw5LFy4ELdu3cLt27fh4+ODypUrF+ThEFEBMDAwQIMGDXDw4EHRlLxPnjzBlStXYG1tLSp/7NgxSKVS0XpCRFTwGPOJiqft27cLP8vlcmzfvh1SqVS4MNG+fXskJiaKygFAQEAAJBIJ2rdvDwDCmnOpLxrcvXtX9D8AXLt2Df/9959Qvl27dihbtizWr1+P+Ph4hf6lTBGop6eHFi1aYN++fcLyQqn7DSRfvO/cuTPOnz+Pe/fuKdSVdlpmPz8/VKxYEQMGDEj3/ADAtm3bcP36dSxduhSWlpZc65hKNcZ7otxLiYGDBg2ChYUFPD09ERMTI+zX09NDu3btcPjwYRw5cgRWVlbpLsmTWRy3tbVFYmIi1qxZo/DchISEXC2Dc+fOHZw9exaTJ09O9wtsW1tbvH//Hrt371bYFxMTg+jo6By3T0T5h/GeqOBkFstTHDt2DCEhIfj111/TrcvW1ha3b9/GpUuXFPZ9+fIl3bXm+/Xrh5CQEHTv3h3a2to5PJLs1amqqopu3brh5MmTShP/0y4XcOXKFXz9+hWdOnXKUvv//fcf1q1bh2HDhmU6s7CFhQVUVVWhpaWFOXPm4NatW6KxS8rMham/U/j69Sv27duXYb12dnZ4//499PT0RH87UyvMsZK1tTXu3r2L27dvC9uio6Oxe/duGBoaok6dOhk+PyYmBomJiem+r7KDKWJERKXU1KlTMWrUKDg5OaF///6IiYlBYGAgypUrJ0xB8/LlS/j4+ODo0aMYPXq00il3iIiIKH0aGhq4dOkSpk2bBlNTU1y6dAkXLlyAi4uLcOHBxsYGrVq1wsqVKxEWFgaZTIYrV67g7NmzGDZsGIyMjAAArVu3hoWFBebNm4ewsDCoqqpiz549AIBTp05BRUUFVapUwaZNm1C9enX07NkTAFC2bFnMnj0bU6dOhb29PXr06AE9PT38+++/CA4ORtOmTYVpkmfOnImBAweib9++cHJyQvXq1REWFoYLFy7g0KFDAIBff/0VV65cgbOzMxwdHWFiYoLw8HCcOHECO3bsQPny5YXjv3z5MpYtWyascarM06dPsXTpUri6usLU1DTvXwQiIiq1JBIJFixYgN69e8Pb2xtTp04V9vXp0wfjx48HAIW7dFNkJY63bNkSTk5OWL9+PR49eoS2bdtCKpXi5cuXOHHiBGbMmIHu3bvnqP+XL19G27ZtM7yrr3fv3jh+/DhmzZqFGzduoGnTpkhMTMSLFy9w4sQJbNy4EU2aNMlR+0RERMVdVmJ5isuXL8PR0VE0lX1aI0aMwLlz5+Di4oK+ffuiUaNG+P79O548eYKTJ0/i7NmzSpMM27dvj2vXruVZMkBW65w0aRJu3LgBR0dHODg4oE6dOoiKisKDBw9w7do13Lx5E0ByMsTixYuhrq6OmJgY4fM/kHxhPjExEWfOnEHnzp2F7Q8ePECFChUwatSobPW7Xbt2wpIHHTt2hIGBgTB+cnFxwYABA/Dff/9hz549qFixIsLDw9OtS0dHB5cvX4aKikq6yZOFOVYaPXo0goKCMGrUKDg7O0NHRwcHDx5EaGgofHx8FO76v3r1Kt69e4eEhATcu3cPR44cgY2NTYbfqWQVEwKIiEopS0tLbNy4Ed7e3vD29oaamhpatGiBKVOmCFMGP3jwAE+ePMGMGTPg7OxcyD0mIiIqflRVVbFx40bMnj0bS5cuhba2NlxdXTFu3DihjIqKCtauXQtvb28cO3YM+/fvh6GhIaZOnYqffvpJKCeRSODr64sZM2Zg8+bNqFevHqZPn44JEybAxcUFV69exd69e9GgQQN4eXmJpi3+4YcfYGBgAH9/f2zatAlxcXGoXLkymjdvDnt7e6Fc/fr1sXv3bqxevRo7d+5EbGwsqlWrJppGuXLlykKZI0eO4Nu3b6hcuTLat2+vMFVygwYNYGdnl+75iYuLw6RJk9C4cWOMHj06V+eaiIhIGRMTE7i4uGDt2rWws7NDw4YNAQAdO3aEjo4OkpKS0r0TLitxHADmzp2Lxo0b448//sDKlSuhqqoKQ0ND9OrVK1ez3kgkEkyaNCnDMioqKvDz80NAQAAOHTqE06dPQ1NTE9WrV4ezs3OG6/kSERGVdFmN5QBQpkyZTNdq19TUxLZt27B+/XqcOHECBw8eRNmyZVGrVi24ubmhXLlySp8nkUjSnY0op7JSZ6VKlbBnzx74+fnh9OnT2LlzJ3R1dVGnTh1MnjxZKLds2TK8e/cOADBjxgyldS1cuFCUEAAALi4uObqJcPr06bh8+TLmzp0LX19f1K5dG97e3li1ahUWL16MSpUqYeDAgdDT08P06dMzrCv1TQnKFOZYqVKlSvjjjz+wdOlSBAYGIjY2FjKZDOvWrUOHDh0Uyq9btw4AoKamhsqVK2Pw4MFCAmtuSeRp53QkymMpU4lmN8Mm6WMfIOFh3ndIrSFUKh3M+3rTYP/Tkc3+5/T9AyRPp/LPP//A2Ng4S+v4EWUF31dEyjHe57Hi3n+gwGJ+Uf677O7ujpMnT4qmhstr9+7dQ//+/eHl5SW6sE/ZV5TfS0RFRWmN90DxP4ai0v+i9Bk/ISEB7dq1Q8eOHbFw4UKF/QURxwsbYx8Rpae0xnz2Px3FNN6XhlieV2xsbODq6pru9wo3btyAh4cHzp07V8A9o4xk5/dFJcO9RERERERERERERCXMmTNnEBERgT59+hR2V4iIiIiI8hWXDCAiIiIiIiIiIqJS4X//+x9CQkKwZs0aNGzYEC1btizsLhEREVEplpiYiIiIiAzLaGlpQVtbO9/60LlzZxgZGaW7v1KlSgrLBVDxwoQAIiIiIiIiIiIiKhV27tyJw4cPo379+li0aFFhd4eIiIhKubdv36JTp04ZlnF1dYWbm1u+9WH69OkZ7jcxMcm0DBVtTAggIiIiIiLKB4sWLcr3Cw1NmjRBSEhIvrZBRERUkmQ1PhdEHCciIqL8U1xiub6+PrZs2ZJhmRo1ahRQb6ikYkIAEREREREREREREREREVEB09DQgKWlZWF3g0o4lcLuABEREREREREREREREREREeU9JgQQERERERERERERERERERGVQEwIICIiIiIiIiIiIiIiIiIiKoGYEEBERERERERERERERERERFQCMSGAiIiIiIiIiIiIiIiIiIioBGJCABERERERERERERERERERUQmkVtgdICIiIiIiomQ+Pj7w9fUVHqurq6N69eqwt7fHiBEjoKLCnG4iIiIiIiIiIso6JgQQUamUmJgEVdXC+UI9u22Hh4fD0dERFSpUQGBgILS0tIR9Pj4+2Lx5M27fvi16zu7du/Hbb7/B09MTgwcPzrO+ExERFTeFFfNz026ZMmWwdetWAEBMTAxu3LiB5cuXQy6XY/To0XnZTSIiohKhOMZ7ABg7dizOnj2rsN3Q0BDnzp3LTdeIiIiomOP4hvISEwKIqFRSVVWB15DVeP0orEDbNWpgCI/ACdl6jr6+PtatW4dBgwZh8uTJ8PX1zfDuwKtXr2LOnDkYNmwYkwGIiKjUK4yYn5N4n5qKigrMzc2Fx61bt8aTJ09w6tQpJgQQEREpURzjfYqGDRti1qxZwuOtW7fif//7X67rJSIiouKN4xvKS0wIIKJS6/WjMDy7/U9hdyNLZDIZVq1aBRcXFyxevBgeHh5Kyz179gzjx49H+/bt4e7uXsC9JCIiKpqKU8xPj7a2NhISEgAAoaGh6NSpExYtWoRbt27h5MmTUFVVRd++fTFlyhSoqSV/zPvw4QNWrlyJmzdvIjw8HFWqVEH37t3h6uoKdXV1AMCNGzcwdOhQ7N27F02aNBHVv3r1anTv3r1wDpiIiCibimO8l8vlKFu2rCgRMCgoqPA6REREREUKxzeUV7gAJRFRMdGuXTv89ttvCAgIwI4dOxT2f/r0CaNHj4aRkRGWL18umkXgy5cvmD17NqysrNC4cWPY29vj8uXLouc7Ozvj559/Vqi3efPm8PHxybCcjY0N5s6dK9omk8mwadMm4fH+/fshk8lEZS5cuACZTAZnZ2dhm4+PDywsLBT6MXbsWFG558+f45dffoG1tTXMzMzQo0cPbN68GUlJSQrPJaIiTM0EUGuYD/9MCvvIiHIlISEBCQkJ+PbtG86ePYtTp06hW7duojIrVqyAXC7HqlWrMGLECAQGBmLVqlXC/s+fP0NXVxceHh7YuHEjRo4ciQMHDoiy9ImIiKjwxMfHQ1VVNcMyFy5cwI8//og2bdqgadOmcHBwwMWLFwuoh0RERETZw/FN0cQZAoiIipEBAwbg4cOHmD9/PqpXry5sj42NxZgxYxAVFYWdO3dCS0tL2BcXF4cff/wRnz59wsSJE1G5cmUcPnwYP//8s9KL9AUlMTERS5cuzXRwkJ4PHz7A2NgYP/zwA7S1tfHo0SP4+PggOjoarq6uedxbIsoPcnkiVHSX52v9EknO/sYQFabo6Gg0atRItK1Hjx4KywUYGRnBy8sLQHLiYExMDLZs2YJRo0ZBR0cHMpkM06ZNE8o3bdoUmpqacHd3h6enJzQ1NaGpqQkA+P79ez4fFREREaUVGxsrxOL0hIaGomPHjvjpp5+goqKCixcvYvTo0di6dStatWpVQD0lIiIiyhqOb4omJgQQERUjSUlJePjwIVRUVDBx4kS0bdsWcrkcU6dOxcOHDxEfH4+XL1+icuXKwnOOHDmCx48f49ChQ6hTpw6A5IsGr169wpo1a7B69epCOZa9e/fi06dPsLGxQVRUVLaf36ZNG7Rp0wZA8jREzZo1Q0xMDAIDA5kQQFRMSCSqePN5GWIS3uR53WXUaqBGhcl5Xm+Jk58zKXCWhhwrU6YMAgMDASQn9j148ADe3t6YOXOmkAAAAF26dBE9r1u3blizZg2ePHmCFi1aQC6XY+vWrdi9ezdCQ0MRGxsrlH3z5g3q1auHmjVrQl1dHbt27UKDBg2gqanJ2XaIiIgKSFRUFPT19TMsM2TIEOHnpKQktGrVCs+ePcPu3bv5hTkREREVORzfFE1MCCAiKkb27t2Lhw8fYvv27Zg/fz5OnToFADh16hTWrFmDwMBAzJ8/HwcOHBDWD75y5Qrq1auHWrVqCWsPA4ClpSUOHz4sql8ul4vK5Jf//vsPPj4+cHV1xf3795UmBKTth1wuFz2OjY3F+vXrceTIEbx9+xbx8fGi+rW1tfOn80SUpyJjLiA67kGe16ul3gg1wISAjOT3DA0pbXCWhuxTUVFBkyZNhMfNmjVDYmIiFi1ahB9//FGYCUhPT0/0vEqVKgEAwsPDAQBbt27F4sWLMXLkSLRq1Qrly5fHvXv3MHfuXCE5QEdHBx4eHli4cCGOHj1aEIdHRERE/9+nT5/QsmXLDMu8e/cOK1euxNWrVxEeHi58Nk47mxARERFRUcDxTdHEhAAiomIiKioKK1aswMCBA2FhYYG1a9fC0dERb9++hYeHBzp27IiaNWuiV69eCAwMxPDhwwEkrx/88OFDpcE07XT9wcHBBRJ0N27cCG1tbTg5OeH+/fsK+5VNlQxANJBYunQp9uzZg3HjxqFx48YoV64czp49i7Vr1yI2NpYJAURUMPLrLvgCuLs+P2doADhLQ16rXbs2AODZs2cwNTUFAERERIjKfPz4EQCETPwTJ07AxsYGkyZNEso8f/5coe5BgwahV69eeP36NRITExEeHo4xY8bky3EQERFRsv/++w8fP35EjRo10i2TlJSEMWPG4OvXrxg/fjxq1qwJTU1NeHt74+3btwXYWyIiIqLMcXxTdDEhgIiomFi1ahUkEgkmTJgAADAwMEC/fv2wefNmDB06FEDyxYKhQ4fC19cXdnZ2qFSpkrCG8IIFCzJto1mzZvDw8BBtS6k7r7x//x5btmzBkiVLIJVKlZZJPVVyiiVLlogenzhxAk5OTqL1lIODg/O0r0REGcnvO+wL4u76/JqhAeAsDXnt6dOnAIAKFSoI206fPi0kAALAyZMnoampiXr16gEAYmJiFGLtkSNHlNZftmxZNGzYEEDyWn5ERESUvx4+fAgAqFu3brplXr16hYcPH8LPzw+dO3cWtsfExOR7/4iIiIiyi+OboosJAURExcDjx4+xa9cuzJkzB+XLl8+w7Lhx43DkyBEsW7YMixYtgqWlJYKDg2FgYIDKlStn+Nxy5cqJpigGFGcRyK3Vq1ejQYMG6Nq1a7pl0k6VnNK3r1+/Co9jY2NFFzkSExMRFBSUp30lIspIft5hz7vrS7ekpCTcuXMHABAfH48HDx5g7dq1qFOnDpo3b473798DAF6/fg0PDw/06NEDDx8+hL+/P4YNGwYdHR0AycsD/f777wgMDEStWrVw+PBhvHr1qrAOi4iIiFI5c+YM1NTUhJl/lElZ4if1Z9+wsDDcvn0btWrVyu8uEhEREWULxzdFFxMCiKjUMmpgWGzanDt3Lho1aoT+/ftnWlZbWxtTpkzB1KlT4eTkhD59+uCPP/7A0KFD8dNPP6FWrVr4+vUrHj58iPj4eNE0wlkVHR0tmnI4Pj4eX758UZiGOCIiAhEREaI1jg8ePIgdO3Zku820LC0tsWfPHtSpUwcVKlTAjh07EBcXl+t6iYiyI7/usOfd9XmroGN+btuLiYmBk5MTAEBNTQ1VqlRBr1694OrqKvrA/Msvv+DmzZuYMGECVFVVMWjQIPzyyy/C/nHjxuHz58/w9vYGAHTr1g0zZ86Ei4tLrvpHRERUFBWXeP/t2zccPHgQ27dvh7m5OZ49eyba//HjR8TFxeHOnTto2LAhqlSpguXLlyMpKQnR0dHw9vaGgYFBXhwCERERFXEc31BeYUIAEZVKiYlJ8AicUGhtq6qqZLn8oUOH8Pfff2P37t2QSCRZek6vXr3wxx9/YN68edi7dy9+//13+Pj4YN26dQgPD4euri4aNmyIQYMG5egYbt68iR49eoi2HTlyRGEa4o0bN6JMmTJwc3MTtnXp0gXm5uY5aje13377DbNmzcK8efOgqamJvn37okuXLpg5c2au6yYiopKjsGJ+duN9Cjc3N1HczIiWlhYWLVqERYsWKd2vra0NLy8vhe0hISEZ1lu9evVMyxARERUlxSneP3jwAPPmzQMA/Pnnn0ISYFpOTk44e/YsfHx8MHfuXEyYMAFVq1bFmDFjcP36ddy/fz/X/SciIqKii+MbyktMCCCiUiknX9AXVtu9e/dG7969le7L6KJB6rvwy5YtCw8PD3h4eKTbzrZt25Ru//PPP7NUTpnFixcLP9vb28Pe3l6hTNqLGOkd05o1a0SPK1WqBD8/P4VyDg4OWe4fERGVfIUV8wtzrEFERFTaFMd4n1HyXWhoKDp16gQAMDU1xd69e0X7+/Tpk+N2iYiIqHjg+IbyEhMCiIgo3+jp6UFTU7Owu0FERERERERERERERFQqMSGAiIjyzahRowq7C0RERCUOp/QnIiIqvsqWLQszM7MMy6irq8PMzAzq6uoF1CsiIiKinOP4puhjQgARERERERERERFRAWjUqBF2796dYRkDA4NMyxAREREVFRzfFH1c2JKIiIiIiIiIiIiIiIiIiKgEYkIAERERERERERERERERERFRCcSEACIiIiIiIiIiIiIiIiIiohKICQFEREREREREREREREREREQlEBMCiIiIiIiIiIiIiIiIiIiISiAmBBARFRM+Pj6QyWRo164dkpKSFPYPGDAAMpkM7u7uhdA7IiIiyktjx46FTCZT+GdjY1PYXSMiIqJc8vHxgYWFRbb3ERERERHlBBMCiIiKEalUis+fP+PWrVui7WFhYbhz5w60tLQKqWdERESU1xo2bIhdu3YJ/3r06FHYXSIiIiIiIiIiUsCEx6JNrbA7QERUGBKTkqCqUjg5UblpWyqVok2bNggKCkKrVq2E7UFBQahbty5UCumYiIiIiqqkxCSoqBZ8fMxtu3K5HGXLloW5ubmwLSgoKA96RkREVPLI5YmQSFRLTbtERERU8nF8Q3mJCQFEVCqpqqjgl5NBeBYRUaDt1tHTw8puPXNVh52dHebMmYPffvsNUqkUAHD06FHY2dnh2LFjAICQkBD06tULmzdvRtu2bYXnJiYmokOHDvjhhx8wdepULFq0CIcPH8bu3btRvXp1AICzszMMDQ2xaNEiAMC9e/fg7OyMSZMmwdnZGQAgk8kwdepUjBgxQqjbxsYGHTp0gKenJwDA3d0dYWFh2LZtm1Bm8eLF2Lx5M1xdXeHm5ia0p6WlhfXr14uOs3nz5hg2bJhQ7sKFC9i6dSseP36M2NhYmJiYwM3NDe3bt8/V+SQiopJNRVUFSyZsw+tnHwqsTaM6Bpi62jlXdcTHx0NVNeMP4Ckx1NbWFr6+vvjw4QPMzMwwZ84c1K5dGwDg5uaG8PBw/PHHH6Ln7tixA15eXrh06RJ0dXUhk8kU6tfS0sLt27cBJMf5vn37CnFZLpfD0dERd+/exe+//y4kKsrlcmzevBm7d+9GWFgYKleuDGdnZwwfPjxX54OIiCgjEokqkiInAQnPC65RNROo6C7P92bi4uLg6+uLI0eOIDw8HDVq1MDYsWPxww8/AEi+487X1zfd56f+/E1ERETFR0ke31DBY0IAEZVazyIi8CC84C4O5JWOHTtixowZuHLlCjp06IBnz54hJCQEfn5+QkKATCaDmZkZ9u3bJ0oIuHTpEj58+IB+/foBAKZOnYrQ0FD8/PPP+OOPP1CuXDlRW2FhYRgzZgwcHR2FZICcCg0NRWBgYKYXNzJ6fseOHfHTTz9BRUUFFy9exOjRo7F161bRbAlERERpvX72Ac8fhBZ2N7IlNjYWmpqamZZ78OABXr9+jUmTJgEAVq1ahZEjR+LEiRNQV1eHg4MDRo0ahRcvXghJAgCwb98+dOnSBbq6usI2Z2dn2NnZCY8zmnkoKCgIDx48UNi+YMEC7NmzBy4uLjAzM8Pff/+NZcuWQUNDAwMHDszKoRMREeVMwnMg4WFh9yJbEhISFLYlJSWJHk+YMAF///03xo0bBxMTEwQHB2PKlCkoX748rK2t4eDggHbt2gFIHhfMnTsXvr6+0NfXBwBUqVIl/w+EiIiI8kcxHN9kBRMeCx4TAoiIihlNTU3Y2NggKCgIHTp0wNGjR2FhYYEaNWqIyjk4OGDevHmIioqCjo4OgOQv/y0sLGBiYgIg+Yv+ZcuWwdnZGW5ubtiwYYPw/G/fvuHnn3+GmZkZ3N3dRXWXKVMG379/z1a/V65ciRYtWuDly5c5OGpgyJAhws9JSUlo1aoVnj17ht27dzMhgIiISpyoqCjhi/yMfPr0CYGBgahVqxYAoGHDhujevTv279+PAQMGwMrKCtWqVcO+ffswZcoUAMCTJ09w//59/Prrr6K6qlatKlqiID1xcXFYsWIF+vXrh927dwvbX79+jcDAQMyZMwdOTk4AAEtLS8TExMDPzw9OTk5c3oiIiOj/i46ORqNGjZTu09LSAgBcv34d586dw6ZNm2BlZQUAaNu2LcLDw+Hj4wNra2tUqVJFuOgfGxsLAGjQoIEwCyARERFRQWLCY9HEhAAiomLIzs4OkyZNQkxMDI4dO6b07v2ePXvCy8sLR48exeDBgxEREYHz589j9uzZonJlypTBwoULYWdnh1mzZgFIDtrjx4/Hq1evsH37doUv7+vWrYvjx4+jb9++qFy5cqb9vXv3Lo4fP479+/dj7NixCvvlcrnSgUJq7969w8qVK3H16lWEh4dDLpcDQLpfoBARERVnnz59QsuWLTMtV7duXSEZAABq1qyJ+vXr43//+x8GDBgAFRUV9OvXD3/88Qd++eUXqKmpYd++fTA0NESbNm1y1Ldt27YhMTERw4cPFyUEXL16FQDQtWtXUVy3tLTEhg0b8PbtWxgaGuaoTSIiopKmTJkyCAwMVNi+e/duHD16FABw5coV6OrqonXr1gqxdfbs2UhMTMzxLHxEREREeY0Jj0UXEwKIiIohKysrSKVSrF69GqGhobC1tVUoo6WlBTs7O+zduxeDBw/G4cOHIZVKlZbdtGkTateujdOnTwt3/uvr60NHRwfbtm2Dq6urqPz06dPh6uoKGxubLPV3yZIl6N27N+rXr690f3BwcIYX9pOSkjBmzBh8/foV48ePR82aNaGpqQlvb2+8ffs2S30gIiIqLv777z98/PhRYfYfZSpWrKh0W3h4uPC4f//+WLNmDYKDg9G+fXscPnwYgwYNytHd+pGRkVi3bh2mT58ODQ0N0b7Pnz9DLpejdevWSp/LhAAiIqL/o6KigiZNmihsv3DhgvDz58+fERkZme7n5fDwcN4hR0REREUGEx6LLiYEEBEVQ1KpFF27dkVAQADatGmDSpUqKS3n4OCAXbt24fHjx9i/fz9sbW2hra0tKnPjxg0cOnQIO3fuxPfv3zFq1CiUKVMG/v7+ePr0KaZNm4aePXvC2NhYeE7Tpk1x4cIFvHz5UsjQGzNmjNI+nDlzBvfu3cPy5cvTPZ5mzZrBw8NDtG3o0KHCz69evcLDhw/h5+eHzp07C9tjYmLSrZOIiKi4evgweX3AunXrZlr206dPSrelTsKrUqUK2rVrh3379iExMRGfP3+Gvb19jvq2Zs0aVKtWDb1798a///4r2qejowOJRIIdO3ZAKpUqPDf1WIKIiIgyp6OjAz09Pfj7+yvdr6enV8A9IiIiIkofEx6LLiYEEBEVUw4ODvj06RMcHR3TLdOkSRM0aNAA8+fPR0hIiLAkQIq4uDjMnj0bjo6OwprBFhYWMDQ0RN26dVG3bl3s27cPc+bMQUBAgOi56urqqFevnuhxWgkJCVi2bBmGDx+e4dIC5cqVUxgopM4CTEk6SH1xISwsDLdv3xZNk0xERFQSnDlzBmpqajA1Nc207NOnT/Hq1SvUrFkTQHIS3ePHj+Hk5CQq5+DggAkTJiAiIgJt2rTJ0Z36r1+/xvHjx+Hv7690doGUJQgiIyOzPIsQERERpc/S0hIbN26EVCpNd8Y9IiIiouKECY+FgwkBRETFlKmpKdasWZNpOQcHB8ydOxfGxsZo1qyZaN+GDRvw5csXTJo0Kd3nz5o1C3Z2djh06BB69+6drT7euXMHFSpUwKhRo7L1vLRq166NKlWqYPny5UhKSkJ0dDS8vb1hYGCQq3qJiIiKkm/fvuHgwYPYvn07zM3N8ezZM9H+jx8/Ii4uDnfu3EHDhg0BJC8P4OLigvHjxwMAVq9ejcqVKyvMANChQwdUqFABt2/fxooVK3LUv6NHj6Jt27awtLRUut/Y2BiDBw/G1KlTMWLECJiZmSE+Ph4vX77EjRs3sjRuISIiov/Ttm1bdOzYESNHjsTIkSMhk8nw/ft3PHv2DK9evcKCBQsKu4tERERE2cKEx8LBhAAiKrXqFEKmWWG02aVLF8ydOxf9+vUTbX/16hXWr1+P+fPno3z58uk+38jICGPGjMHixYvRoUMH6OjoZLntpKQkjBs3DmXLls1x/4Hk2Qd8fHwwd+5cTJgwAVWrVsWYMWNw/fp13L9/P1d1ExFRyWdUp2ATyHLa3oMHDzBv3jwAwJ9//qlwl38KJycnnD17FgDQqFEjdO3aFUuXLkV4eDjMzMwwZ84chZl71NTUYGNjgxMnTqBLly456h8ATJkyJcP9M2fOhLGxMXbt2gU/Pz9oa2vD2NgY3bt3z3GbREREWaJmUiLb8/b2hr+/P3bu3ImwsDCUK1cOdevWzfHyP0RERESFiQmPhYMJAURUKiUmJWFlt56F1raqkml2M+Pm5gY3N7cMyxw6dEhh28WLF6GmpoY+ffqIttesWRN3795VKL9t2zaFbWPGjMGYMWMybPvcuXOix4sWLcKiRYsyLaesPSD5Qkhqpqam2Lt3r2hb2mMiouJHU1qnWNVLxU9SYhKmrnYulHZVVLMf7wEgJCQk3X2hoaHo1KmTaFu/fv0UEv8U+pOUhMuXL+OHH35QusxPRm0CivEbAKpXr67wPIlEgiFDhmDIkCEZ1kdERJSX5PJEqOguL5R2JRLVzAumkdHn+7T71NXV4erqCldX10zrbdWqVaYxnYiIiIoRJjxSHmFCABGVSjm5IF/c2g4NDcWrV6+wZs0a2NraQl9fv0DaJSLKKrk8EXUqrcrX+nPyBW1pkp+JE0UlKSOnF+WLa7tpxcXF4fHjxzh58iTevXuHwYMHF3aXiIiI8lxhjfk41iQiIqL8woTHZEx4zBtMCCAiKqF8fX1x9OhRWFhYwN3dvbC7Q0SkQCJRxdXwTYiKe5fndeuoV4Gl/og8r7ckye+EjJQ2+EV51pUtWxZmZmYZllFXV4eZmZnSu/yV+fDhAxwcHKCnp4fffvsNtWvXzouuEhEREREREVE+YsIj5SUmBBARlVDpTdlPRFSUvPx2C+Gxz/K8Xn2NOgWSEFCclzzIz4QMgEkZOdGoUSPs3r07wzIGBgZCmfSW3UlN2bT+RERERERERERUejAhgIiIiIgoB0rCkgf5lZABFFxSBhEREREREREREaWPCQFERERERDnAJQ+IiIiIiIiIiIioqGNCABERERFRDhX3JQ+IiIiIihu5XF7YXSgxeC6JiIiISgeVwu4AERERERERERERUUakUikAIDo6upB7UnKknMuUc0tERFRUMGmNKHPZ+T3hDAFERERERERERERUpKmqqkJXVxcfPnwAAGhpaUEikRRyr4onuVyO6OhofPjwAbq6ulBVVS3sLhEREQEQJwBqamoWcm+IirbsJHcyIYCIiIiIiIiIiIiKvCpVqgCAkBRAuaOrqyucUyIioqKACYBEmctJcicTAoiIiIiIiIiIiKjIk0gkqFq1KgwMDBAfH1/Y3SnWpFIpZwYgIqIiiQmARFmTneROJgQQERUTPj4+2Lx5M27fvp2tfURERFR8pBfT9+zZg5kzZ8LQ0BDnzp0rpN4REREVDaqqqryYTUREVEIxAZAoc9lN7mRCABGVSnJ5IiSSwvnyoDDbJiIiKm0SE5OgqqpSrNtNTEyEv79/ntRFREREREREVBwwAZAo7zAhgIhKJYlEFUmRk4CE5wXbsJoJVHSXF2ybREREpZiqqgq8Zh/E65cfC6xNo1qV4DG7T57Vd+TIEbx58watWrVCaGhontVLREREREREREQlX8HfKkNEVFQkPAcSHhbwv4JJQIiLi8OKFSvQsWNHNG7cGLa2tjhy5IiojLu7O5ydnUXbFi9eDJlMBh8fH2HbjBkzYG1tjcaNG6Nt27aYNm0aIiIiRPXIZDLIZDI0aNAA7du3x/z58xEXFyeq+/bt2xg6dCjMzc3RrFkzTJo0CZ8+fVLo98qVK9GpUyc0btwY7du3h7u7O4DkKZRT2lH2L6XP7u7usLOzUzgnvXv3FupKcerUKfTu3RtNmjSBlZUVvLy8EBsbm9XTTERExcTrlx/x7Mm7AvuXl8kHSUlJWL9+PTp16gSZTCZsv3HjBmQyGe7duycqHxAQICp35swZNG7cGOfPnxe2+fj4wMbGRngcFRWF7t27Y/z48ZDL5cL258+fY8yYMWjWrBnMzc0xevRovH79WtSeTCbDpk2bRNsePXoEmUyGGzduCNvkcjk2bdqEbt26oXHjxujUqRMCAgJEz/Px8YGFhQXu3r2L/v37o0mTJrC1tRX1nYiIiIiIiIiIsocJAaXI2bNn4eDgAAsLC1hZWWHChAl48+aNQrk9e/agW7duaNKkCXr16sUv4IiKmISEBIV/SUlJojITJkzArl278OOPP2L9+vVo164dpkyZguDg4HTrDQ0NRWBgoMI0TBYWFvD09ERAQABmzJiBO3fuYPbs2aIyNWrUwK5duxAYGIjBgwdj+/bt2Lhxo7D/9u3bcHZ2Rrly5bBy5UrMmzcP9+7dw9ixY0X1uLm5ISAgAP369YO/vz+mTp2K6OhoAICDgwN27dqFXbt2wdPTEwDg6+srbHNwcMjWeTx79izGjx+POnXqwM/PDyNHjsQff/yBKVOmZKseoqKIMZ+o5Dh+/DhevHihEDOzqnPnzpg8eTJ+/fVXPHz4UGF/XFwcXF1doauri6VLl0IikQAA3rx5gwEDBiAqKgqLFi3CsmXLEBERgeHDhysk/WXFggUL4O3tjT59+sDf3x99+/bFsmXLsHPnTlG5+Ph4/PLLL+jbty98fX1Rs2ZNuLq6IiQkJEfHT1SSMd4TERGVfIz3RESUF7hkQClx48YNuLq6ok+fPvjll18QGRmJ1atX46effsKRI0dQpkwZAEBQUBB+++03uLi4oHXr1jh27BhcXV2xfft2mJubF+5BEBGio6PRqFEjpfu0tLQAANevX8e5c+ewadMmWFlZAQDatm2L8PBw+Pj4wNraWunzV65ciRYtWuDly5ei7f3790dSUhISExMRHh6OKlWqKJQpU6aM8DeiWbNmOHnyJJ48eSLsX758ORo3bgxfX1/hQkO9evVgZ2eH4OBgWFtb48qVK7hw4QKWL18uusM/5ecqVaqgSpUqACDcxd+gQQNUr149s9OmlK+vL8zNzbF8efISDu3bt4empiY8PT0REhIiuruSqDhhzCcqOeRyOdatW4cOHTqgUaNGOHjwYI7qGT58ON68eYOff/4Ze/bsEe2bOXMm3r17h127dkFDQ0PY7uvrCx0dHWzZskXY3rRpU3Tq1Al79uzB4MGDs9z+69evERgYiDlz5sDJyQkAYGlpiZiYGPj5+cHJyQkqKsm56vHx8RgzZgz69+8PALCyskLXrl2xfv16rFixIkfHT1QSMd4TERGVfIz3RESUV5gQUEoEBQWhWrVqWLhwoXAxTk9PD8OGDcP9+/fRvHlzAIC3tzd69uyJiRMnAgBat26NJ0+ewM/PDxs2bCis7hPR/1emTBkEBgYqbN+9ezeOHj0KALhy5Qp0dXXRunVrJCQkCGUsLS0xe/ZsJCYmKswCcPfuXRw/fhz79+9Xegein58ffH19AQAaGhpYtGiRQpmUmQpu3bqF58+fo1+/fgCA79+/4++//8bUqVORmJgolK9VqxaqVq2Ke/fuwdraGteuXYOmpiZ69uyZgzOjKPWxp/Xff//h0aNHmDZtmmh7jx494Onpib/++osJAVRsMeYTlRynT5/GkydPsGDBgnTLJCUliWJe6in/U5s+fTpOnjyJn3/+GW3atAGQfNH/0KFD8Pf3h56enqj8lStX0KNHD6iqqgr1ly9fHg0bNsT9+/cz7EPqeA8AV69eBQB07dpVYWyyYcMGvH37FoaGhsL2Ll26CD+rqqqic+fOOHPmTLrngKg0YrwnIiIq+RjviYgorzAhoJRISEiAtra2MHAAgHLlygH4vy8N37x5g5cvXypMl92jRw8sWbIEcXFxUFdXL7hOE5ECFRUVNGnSRGH7hQsXhJ8/f/6MyMjIdGcSSLnLP7UlS5agd+/eqF+/vtLnODo6wtraGs+fP8f58+dRq1Yt0f6nT5+K2uvUqZMwhf+XL1+QmJgILy8veHl5KdT99u1bAEBkZCT09fVFf6dyKm1/UjRo0AAA8PXrV8jlclSsWFG0v1y5clBXV0dUVFSu+0BUWBjziUqOtWvXwsrKCqampumWcXR0zFJdhw4dwrdv31ChQgUhuXD9+vVo1KgRNm3apDCD0OfPn7F161Zs3bpVoS6pVCp6vGzZMixbtizdtj9//gy5XI7WrVsr3Z86IUAqlUJHR0e0v2LFiggPD8/8IIlKEcZ7IiKiko/xnoiI8goTAkoJe3t7HDp0CNu3b0evXr0QGRmJFStWoGHDhmjatCkA4MWLFwAAY2Nj0XNNTEwQHx+PN2/ewMTEpMD7TkTZo6OjAz09Pfj7+yvdn/YOwDNnzuDevXvC1PnKVK5cGZUrV4apqSlUVVUxatQoBAcHQ00tOYwYGRkJ0/i+f/8eK1euxPjx47Fu3TqUK1cOEokEP//8Mzp37qxQd4UKFQAAurq6CA8Ph1wuz3VSQOr+pJg8ebLwc0qfIiIiRGW+fv2KuLg4hQsRRMUJYz5RyXD+/Hk8fPgQO3bsyLDc4sWLRb+vQUFB2LJli6jM58+fsWTJEowbNw69evWCk5MT3r59i8WLF6NZs2aws7PDwYMH0adPH+E5Ojo6sLa2xqBBgxTa1NbWFj0eOnQoevXqJTx++fKlKO7q6OhAIpFgx44dCskEgPhvUXx8PKKiokSx+NOnT9DX18/wPBCVNoz3REREJR/jPRER5RUmBJQSzZs3h6+vLyZNmoS5c+cCSL5TduPGjcLU4Sl3xJYvX1703JTHub1jNqPpu9NKuciYn7LTn+xi/zOXn/0v7SwtLbFx40ZIpdJ07/hPkZCQgGXLlmH48OGoXLlyluqPiYnBx48fER0dLfx90NDQEGYuaNKkCf79918sWLAAsbGx0NLSgrm5OV68eKF0doPU/d6wYQOOHz+OHj16ZPFolUvdnxQp66oByRcyGjRogBMnTmD48OHC9uPHjwMAmjVrlqv2iQpTYcd8xvu8Vdz7DzDm59SaNWvQunXrTGOSiYmJKOb99ddfCmWWLFkCfX19/Pjjj1BTU0O/fv1w4MABIQFg3LhxWLx4MTp06ABdXV0AQJs2bfD06VM0bNhQYamhtKpUqSLqQ9r3VsoSBZGRkbCxscmwLiB5qYT+/fsDSF5+4MyZMzAzM8v0eUSlCeO9WH7HmuJ+DMW9/0REpVVhx3ugdMV89j9zjPdExRcTAkqJlPW7HR0d0aFDB0RGRmLNmjUYPXo0duzYIbpQlh8SExPx+fPnLJVVU1MT7hjOT1+/fs2XAMb+Z01W+69svXvKWNu2bdGxY0eMHDkSI0eOhEwmw/fv3/Hs2TO8evVKtA7xnTt3UKFCBYwaNUppXe/fv8eqVatgbW2NChUq4NGjR/Dz84OFhYXog0ZMTAzu3LkjPGfnzp2oVasWNDQ0AABTp07FsGHDMHHiRPTs2RPly5fHu3fvcPXqVdjb26NVq1awtLSEtbU1pk+fjtevX8PMzAyRkZE4efIkVq1alefnydXVFePGjcPkyZPRq1cv/PPPP1i5ciW6desGmUyW5+0RFZTCjPmM93mvuPcfYMzPiejoaNy9exe///57ruu6desWDh48iO3bt6f7BdGPP/6Iw4cPY+nSpcI4Yfz48ejfvz9GjBgBR0dHVKpUCR8/fsTNmzfRvHlz2NnZZbkPxsbGGDx4MKZOnYoRI0bAzMwM8fHxePnyJW7cuIE1a9YIZaVSKdauXYvY2FhUr14dO3fuxLt37+Dn55e7E0FUwjDei+VXvASK/zEUtf4z3hMRZR2/01dUWuJldhW1/jPeExU9TAgoJebPn4/WrVvD3d1d2GZubo4OHTrg0KFDcHJyEqbl/Pr1q2hKzi9fvgBArqbQVlVVLbAvnbMqZb2l4qq09P/du3f51wm1Qpguq4Da9Pb2hr+/P3bu3ImwsDCUK1cOdevWhb29vahcUlISxo0bh7JlyyqtR0NDA+Hh4ZgzZ47wt8HW1hYTJkwQlXvz5g2cnJwAJE/9b2FhIVq7rGnTptixYwd8fHzg4eGB+Ph4VKlSBa1bt0bNmjWFcj4+PvD19cWuXbvg6+uLihUrom3btnl1WkQ6deqE1atXw8/PD2PHjoWuri4cHR0xadKkfGmPqKAUZsxnvM97xb3/QNGI+Ua1KuVb3fnVXvPmzdGqVatc1REXF4dZs2ahX79+wpSiykilUsyePRvOzs7o27cvmjdvjpo1a2LPnj1YtWoV5syZg+joaOjr66NFixY5SpybOXMmjI2NsWvXLvj5+UFbWxvGxsbo3r27Ql9WrFiBOXPm4MmTJ6hevTq8vb0znfWIqLRhvBcrTfGyqCoK8Z6IqKThd/qKSku8LKoY74mKLyYElBLPnz9Hp06dRNuqVKmCChUq4PXr1wCA2rVrA0hedyjl55THUqkUNWrUyFUfCmpa2qwqav3JLvY/d+TyRKjoLi+0tiWS7GdIurm5wc3NLUv71NXV4erqCldX13TrW7RoERYtWqSw/dy5c8LPurq62LhxY4b9Sq+etJo0aQJ/f/8My2hoaGDSpEmZXpRv1aoVQkJC0u2PMocOHVLY1q1bN3Tr1i3DtoiKm8KO+YX99z2totaf7Cru/QcK/xgSE5PgMbtPobSrqqqS7edlFO9nzJiBGTNmAEg/Fg4fPlxYDkddXR3Hjh3LUhvNmzfHo0ePRNtq1aqV6Sw9yvrQoEEDhe0SiQRDhgzBkCFDMqwPAMzMzLB///5MyxGVZoz3YkWtPzlR3I+huPefiKgoKux4DxS9v+9FrT/Zxf4TUWHJ/jdUVCxVq1YNDx8+FG0LCwvD58+fYWhoCACoUaMGatWqhRMnTojKHTt2DG3atIG6unqB9Zcov+XkgnxJaJuISj7GfCKxnFyUL87tElHpwHhPRERU8jHeExFRXmE6TykxYMAALFy4EPPnz4eNjQ0iIyOxdu1aVKxYEba2tkI5Nzc3TJ48GUZGRmjVqhWOHTuGu3fvIjAwsBB7T0RERFnFmE9ERFTyMd4TERGVfIz3RESUV5gQUEoMHToU6urq2LlzJ/bt2wdtbW2Ym5tj1apVonWA7Ozs8P37d2zYsAH+/v4wNjaGr68vLCwsCrH3RERElFWM+URUXGW0XAIRiTHeExERlXyM90RElFeYEFBKSCQSDBw4EAMHDsy0rIODAxwcHAqgV0RERJTXGPOJiIhKPsZ7IiKiko/xnoiI8goXtiQiIiIiIiIiIiIiIiIiIiqBmBBARCWeXC4v7C5QCcL3ExERERERERERERERFRdMCCCiEksqlQIAoqOjC7knVJL8999/kEgkwvuLiIiIiIiIiIiIiIioqFIr7A4QEeUXVVVV6Orq4sOHDwAALS0tSCSSQu4VFUdyuRwJCQn48uULvnz5Al1dXaiqqhZ2t4hKBD0No2JVb0mTn+eJrwEREREREREREVHhY0IAEZVoVapUAQAhKYAoN1RVVVG1alXo6OgUdleISoQkeSK6V5uer/WrSJi8k578Pv8pbfA1ICIiIiIiIiIiKjxMCCCiEk0ikaBq1aowMDBAfHx8YXeHijE1NTWoqqpylgmiPKQiUcXeN/sQHvsxz+vW16iE/jX65Xm9JUl+nn+ArwEREREREREREVFRwIQAIioVVFVVOcU7EVERdDfqPl5Fv87zemtqGfFidBbk1/kH+BrklI+PD3x9fWFgYIDg4GCoqKiI9g8YMAC3b99G3759sWjRokLqJRERERERERERFRdMCCAiIiIiyiE9DaNiVW9plJiUBNU0F9WLertSqRSfP3/GrVu30KpVK2F7WFgY7ty5Ay0trbzqJhERERERERERlXBMCCAiIiIiyoEkeSK6V5uer/WrSDi7TW6pqqhgzqogvAr9VGBt1qxeEbMm9szx86VSKdq0aYOgoCBRQkBQUBDq1q2rMGsAERERERERERFRepgQQERERESUAyoSVex9sw/hsR/zvG59jUqcbj8PvQr9hCf/fCjsbmSLnZ0d5syZg99++w1SqRQAcPToUdjZ2eHYsWOiss+fP8eyZctw8+ZNJCYmomXLlpg5cyaMjMQzTQQEBMDLy0uhrd9//12UePD8+XOsXLkSN2/eRGxsLGrWrInRo0fDzs4OACCXy7F582bs3r0bYWFhqFy5MpydnTF8+HCFfqVXj42NDcLCwtI9/rNnz6J69eqQyWSYNGkSIiMjsX//fsTGxqJbt26YOXMmypYtCwCIjo7GsmXLcOXKFbx79w4VK1aElZUVpkyZgnLlymX9pBMRERERERERlUBMCCAiIiIiyqG7UffxKvp1ntdbU8uICQGlXMeOHTFjxgxcuXIFHTp0wLNnzxASEgI/Pz9RQsCbN28wYMAA1K1bF4sWLYJEIsG6deswfPhwnDhxAurq6gp179q1CwDw8uVLTJs2TbTv5cuXcHJyQtWqVTFjxgzo6+vjyZMn+Pfff4UyCxYswJ49e+Di4gIzMzP8/fffWLZsGTQ0NDBw4MAs1ePr64u4uDgAwJo1axAeHo5Zs2YJbRgYGAg/b9u2DY0aNcLixYsRGhqKZcuWITY2FitXrgQAxMTEIDExEb/88gv09PTw9u1brFu3DmPHjsW2bdty9ToQERERERERERV3TAggIiIiIiIqYjQ1NWFjY4OgoCB06NABR48ehYWFBWrUqCEq5+vrCx0dHWzZsgUaGhoAgKZNm6JTp07Ys2cPBg8eLJSNj4+HiooKzM3NAUAon5qPjw+kUil27twp3IFvaWkp7H/9+jUCAwMxZ84cODk5CftjYmLg5+cHJycnqKioZFpPw4YNhZ/19PTw/ft3oV9pqaurw8/PD6qqqkK/Z86cCVdXV5iYmEBPTw9z5swRyickJKB69eoYNGgQ/vnnHxgbG2d8somIiIiIiIiISjAuPklERERERFQE2dnZ4ezZs4iJicGxY8fQs2dPhTJXrlyBjY0NVFVVkZCQgISEBJQvXx4NGzbE/fv3RWWjo6NRpkyZDNu8fv06unXrJlzET+vq1asAgK5duwrtJSQkwNLSEuHh4Xj79m2W6smOjh07CskAANC9e3fI5XLcu3dP2Hbw4EH06dMHFhYWaNSoEQYNGgQgeaYCIiIiIiIiIqLSjDMEEBERERERFUFWVlaQSqVYvXo1QkNDYWtrq1Dm8+fP2Lp1K7Zu3aqwTyqVih6Hh4ejUqVKGbYZGRkpmq5fWXtyuRytW7dWuv/t27cwNDTMtJ7sqFixouhx2bJloaGhgQ8fPgAATp8+jWnTpsHJyQm//PILdHV1ER4ejnHjxiE2NjZP+kBEREREREREVFwxIYCIiIiIiKgIkkql6Nq1KwICAtCmTRulF/N1dHRgbW0t3BGfmra2tujxkydPYGJikmGburq6woV2ZXR0dCCRSLBjxw6FhAMAwvT8mdWTHZ8+fRI9/vbtG2JjY4WEgxMnTqBBgwaYO3euUObmzZt50jYRERERERERUXHHhAAiIiIiIqIiysHBAZ8+fYKjo6PS/W3atMHTp0/RsGFD0bT6aX369AkPHjzA9OnTM2yvTZs2OHnyJCZPnqx0uv82bdoASJ5JwMbGJsf1ZMf58+fh4eEhHN+JEycgkUjQpEkTAEBMTIxCcsKRI0dy1SYRERERERERUUnBhAAiIiIiIqIiytTUFGvWrEl3//jx49G/f3+MGDECjo6OqFSpEj5+/IibN2+iefPmsLOzw+vXr7Fw4UIAgJGREe7cuQMAePnyJQDg2bNnqFu3LvT09ODq6ooLFy5g0KBBGDlyJPT19fH8+XN8//4do0aNgrGxMQYPHoypU6dixIgRMDMzQ3x8PF6+fIkbN24Ifc2snuyIi4vDuHHjMHDgQISGhmLZsmXo1q2bMNuBpaUl5s6dCz8/P1hYWCA4OBjXrl3L5pkmIiIiIiIiIiqZmBBAREREREQlWs3qFTMvVEzbq1mzJvbs2YNVq1Zhzpw5iI6Ohr6+Plq0aAGZTAYAWLNmDc6fPw8AGDlypEIdc+fOhaamJuzt7VGrVi388ccfWL58OebMmYPExETUqlULo0ePFsrPnDkTxsbG2LVrF/z8/KCtrQ1jY2N0795dKJOVerLK2dkZERERmDp1KuLi4tClSxd4enoK+wcMGIDQ0FAEBgZi06ZNsLKywvLly9OdVYGIiIiIiIiIqDRhQgAREREREZVYiUlJmDWxZ6G0q6qiku3nubm5wc3NLcMyhw4dEj2uVasWVq1aleFzXF1d063X2dlZ9LhOnTpYu3ZtunVJJBIMGTIEQ4YMybDNzOpJsWjRogz3q6qqwt3dHe7u7ununzZtGqZNmybaHhISkmnbREREREREREQlHRMCiIiIiIioxMrJRfni3K4yNWrUgIGBQbr7TUxMoKenV4A9IiIiIiIiIiKigsKEACIiIiIiohJs3LhxGe6fPXt2wXSEiIiIiIiIiIgKHBMCiIiIiIiIqEjitP9ERERERERERLlTdOaxJCIiIiIiIiIiIiIiIiIiojzDhAAiIiIiIiIiIiIiIiIiIqISiAkBREREREREREREREREREREJRATAoiIiIiIiIiIiIiIiIiIiEogJgQQERERERERERERERERERGVQEwIICIiIiIiIiIiIiIiIiIiKoGYEEBERERERFRE+Pj4QCaToV27dkhKSlLYP2DAAMhkMri7uxdC74iIiIiIiIiIqLhhQgAREREREVERIpVK8fnzZ9y6dUu0PSwsDHfu3IGWllYh9YyIiIiIiIiIiIobJgQQEREREVGJlajkLvui3q5UKkX79u0RFBQk2h4UFIS6devCyMgot90jIiIiIiIiIqJSQq2wO0BERERERIWjmmbVYll3dqiqqGDG5uP4511EgbVpXEUPC36yzVUddnZ2mDNnDn777TdIpVIAwNGjR2FnZ4djx44BAEJCQtCrVy9s3rwZbdu2FZ6bmJiIDh064IcffsDUqVOxY8cObN26Fe/evYNUKkWTJk0wefJkNGrUCACwf/9+eHh44Nq1a9DT01Poi4+PDzZv3ozbt2+LyoeEhAhlPD09cfLkSezYsQMmJiYAgGXLliE4OBihoaEoW7YsWrRoAXd3dxgYGAjPc3Z2hpaWFtavXy9qs3nz5hg2bBjc3Nzg7u6OAwcOpHuuvLy8YG9vn63zS0RERERERERUWjAhgIiIiIgKTX5dNC4qF6OLsiR5ElxMRud7GyqSwp+U7J93EXj85kNhdyNbOnbsiBkzZuDKlSvo0KEDnj17hpCQEPj5+QkJATKZDGZmZti3b58oIeDSpUv48OED+vXrBwCoXr06JkyYAH19fURHRyMwMBCjR4/GpUuXoKKS+9dn9erVOHLkCAICAoRkAAD49OkTfv75ZxgYGCAiIgJbtmyBs7MzgoKCoKaW9Y+iY8eOxYABAwAAFy5cwNq1a7Fr1y5hP2dMICIiIiIiIiJKHxMCiIiIiKhQ5PcF6aJyMbqoUpGoYM2TU/j3++d8qb+aZgWMrdc1X+ouDTQ1NWFjY4OgoCB06NABR48ehYWFBWrUqCEq5+DggHnz5iEqKgo6OjoAgH379sHCwkK4ON++fXvI5XIkJibi27dvuHHjBi5evIgvX75AV1c3V/3cvn07NmzYgLVr18LMzEy0z8vLS/g5MTERFhYWaN++Pa5fvw4rK6sst2FkZCRc9H/x4gUAwNzcPFf9JiIiIiIiIiIqLZgQQERERESFIj8vSPNidNZc+/gEIV/+zZe6ZeWr8TXIJTs7O0yaNAkxMTE4duwYnJ2dFcr07NkTXl5eOHr0KAYPHoyIiAicP38es2fPFpW7efMmhg4dCgCQSCQYOnSoQjJAUlISEhISsnz3/rFjxzB//nwMGzYM7dq1U9gfHByMtWvX4unTp/j27Zuw/eXLl6KEALlcjoSEhCy1SURERERERERE2cOEACIiIiIqNPl1QZoXo6kksLKyglQqxerVqxEaGgpbW1uFMlpaWrCzs8PevXsxePBgHD58GFKpVKFso0aNsHfvXoSHhwuzDaSVsuxAmTJlYGJigvHjx6NDhw7p9m/q1KkwNzfHgQMHMHLkSFSqVEnYd/fuXYwdOxadOnXCqFGjULFiRUgkEjg6OiI2NlZUT3BwMBo1apSdU0NERERERERERFnEhACi/KJmknmZolQvERERZVs1zarFql4qXqRSKbp27YqAgAC0adNGdME9NQcHB+zatQuPHz/G/v37YWtrC21tbVGZsmXLokmTJgCSkwOsra1Ru3Zt1K9fXygTEBCAsmXL4tu3b9i6dStcXV1x+vTpdPs3cuRIjB07Fvb29pg7dy68vb2FfWfOnEHZsmWxatUqqKgkL90RFhamtJ5mzZrBw8NDtC1lNgMiIiIiIiIiIsodJgQQ5QO5PBEqusvztX6JRDXf6iciIqLMJcmT4GIyOl/rV5Go5Fv9VDw4ODjg06dPcHR0TLdMkyZN0KBBA8yfPx8hISGYNWtWhnV+//4dcrkcoaGhooQAmUwGPT09AICenh7Onz+PZ8+epVvPxIkTAQALFizAgAEDcOrUKXTtmjwzR0xMDKRSKSQSiVD+yJEjSuspV66ckKyQQlWVY10iIiIiIiIiorzAhACifCCRqGL51Ut48+VLntddo3x5TLJUXKOViIiICpaKRAVrnpzCv98/53nd1TQrcMkDAgCYmppizZo1mZZzcHDA3LlzYWxsjGbNmon2TZ8+HS1atEC1atXw/v17rF+/Hjo6OgrLBrx+/RqfP3/Gf//9h4CAAKirq6Nu3bq4c+dOhm2bmZlh6NChmDt3Llq1agUdHR20bdsWW7duxbx589ClSxfcvn0bhw4dyvbxExERERERERFR7jAhgCifXHj1Eg/CP+R5vY30DZgQQEREVERc+/gEIV/+zfN6ZeWrMSEgDxlX0SvR7QFAly5dMHfuXPTr109hX5kyZbB69Wp8/PgROjo6aNKkCZYuXYqKFSuKyjk5OQEAtLW1YWJiAh8fH1SpUiVL7U+cOBFnz56Fl5cXFi1aBGtra0yePBmBgYHYv38/mjZtivXr16Nbt265P1giIiIiIiIiIsoyJgRQ0aVmUrzqJSIiIqIiJzEpCQt+si2UdlVVsr/kg5ubG9zc3DIso+xO+4sXL0JNTQ19+vRR2Ofp6QlPT89067O3t4e9vX2W+6SsvKamJs6cOSPaNmrUKIwaNUq0LSQkRPR427ZtStv8888/c9RXIiIiIiIiIiISY0IAFUlyeSJUdJfna/0SCdclJSIiIirpcnJRvji1GxoailevXmHNmjWwtbWFvr5+gbRLRERERERERETFAxMCqEiSSFSx/OolvPnyJc/rrlG+PKfcJyIiIqISwdfXF0ePHoWFhQXc3d0LuztERERERERERFTEMCGAiqwLr17iQfiHPK+3kb4BEwKygks2EBERERV5ixYtwqJFiwq7G0REREREREREVEQxIYCIFHDJBiIiIiIiIiIiIiIiIqLijwkBRKSASzYQERERERERERERERERFX9MCCAipbhkAxEREREREREREREREVHxplLYHSAiIiIiIiIiIiIiIiIiIqK8x4QAIiIiIiIiIiIiIiIiIiKiEogJAURERERERERERERERERERCUQEwKIiIiIiIiIiIiIiIiIiIhKILXC7gARERERERGJnT17Ftu3b8f9+/cRHR0NAwMDWFlZ4ccff4SxsXFhd4+IiIiIiIiIiIoJzhBAREREREQlVmJSUrFrd9myZRg7dizKli2LefPmYcuWLRg3bhyePXuGX375JQ97SUREREREREREJR1nCCAiIiIiohJLVUUFU/Ycx4vwiAJrs7a+HpY62OboucHBwdiwYQPGjh2LCRMmCNtbtGiBfv364fz583nVTSIiIiIiIiIiKgWYEEBERERERCXai/AIPHz7obC7kSWbN29GpUqVMHbsWKX7O3bsCACQyWTp1vH777+jVatWAIDY2FisWLECQUFBiIqKQu3ateHq6oouXboI5d3d3XH//n1MmTIFS5cuxatXr1C3bl14enrC3NwcAODs7IybN29mqc2DBw8iICAAz58/h5aWFkxNTTF79mwYGhpi//798PDwgKGhIc6ePQuJRAIAkMvl6Nq1K16/fg0vLy/Y29sLde/fvx9btmzBy5cvoaurC3t7e4wfPx6qqqrCfg8PD1y7dg16enrC8xYsWICzZ8/i3Llz6fabiIiIiIiIiKikY0IAERERERFREZCQkIC///4bXbt2hVQqzbS8s7Mz7OzshMcvX77EtGnTRGUmT56MS5cuYeLEiahduzYOHToENzc3+Pn5oVOnTkK58PBwzJkzB25ubihfvjw2bNiAESNG4NSpU6hYsSJmzZqFb9++AQD27NmD4OBg+Pr6Cs+vU6cOAGDjxo1YunQp+vfvj19++QXx8fG4fv06IiIiYGhoKJT/9u0brl+/jjZt2gAAbty4gaioKIVj3LJlC5YuXYphw4bB3d0dz58/x8qVK5GYmIjJkydn5bQSEREREREREZVqTAggIiIiIiIqAiIjIxEXF4dq1aplqXzVqlWFO/gBQENDQ7T/8ePHOHXqFObMmYMBAwYAANq3b4+wsDCFhIDIyEisWrVKuEDfsmVLWFtbIyAgAJMmTRIu+APApUuXoK6uLmobAL5+/QpfX184OTlh7ty5wvbOnTsr9L1nz57Yu3ev0N7evXvxww8/IDAwUCjz7ds3eHt7Y+TIkfj1118BAG3btoVUKsWiRYswYsQIVKhQIUvnioiIiIiIiIiotGJCABERERFRKVVLW79Y1l3SpUyjn1t//fUXAKB79+6i7ba2tvDy8kJ0dDS0tLQAAOXKlRMuzqc8trS0xP/+978st3f79m18//4d/fv3z7Ssvb09nJ2d8eXLFwDAmTNnsH37dlFCwO3btxEdHY3u3bsjISFB2G5paYmYmBg8ffoULVu2FLYnJSWJysnl8iz3nYiIiIiIiIiopGJCABERERFRKZQoT8I8M6d8b0NVopKvbZQkurq60NDQwL///psn9UVFRUEqlUJXV1e0vVKlSpDL5fj69auQEKCnp6fw/IoVK+L58+dZbi8yMhIAYGBgkGlZQ0PD/8fefcfXfP7/H3+ek2FmCIkVM4i9a49aVas1q7VHUSNUi6JV1YGiith7FFWkLWqPqg9Kq7SlaqtVhCAxs87vDz/n6zQJ2Wc97rdbb815v69zXa9zSp6n57zO9Vb58uW1fv16SVK5cuWUL18+izG3bt2SJLVq1SreOf7991+L2zVr1ox3HQAAAAAAAGdGQ4CVhIWF6datWzIYDMqWLRtbXQIA4IDIe9gyF4NRk47s1sW7t9Nk/nxZvTWkfN00mdtRubq6qmLFivr5558VHR0tV9eU/e+al5eXoqKidOfOHXl5eZmP37hxQwaDQR4eHuZjYWFhce5/8+ZN+fomfqeHJ40H169fV65cuZ47vk2bNlq0aJEkqXv37vHWL0nTp0+Pdz5/f3+L24sXL1bWrFktbh8+fDjR9QPJRd4DAOAcyHwAgL2iISCd3L9/X5s3b9aOHTt0+PBh87ddnsiWLZvKly+vhg0b6uWXXzZ/UwcAANgP8h725scrZ3Ts1rU0mbtUtpw0BCRD9+7d1bt3b82ePVsDBgyIc3737t2qWzdxz2ulSpUkSZs3b1b79v+3G8TmzZtVsmRJi99BERER2r9/v/myAREREdq3b586duyY6NorVKigTJkyae3atSpbtuxzx7/00kv6+OOPzT8/evQo3vmuXr2qRo0aPXe+wMBAi50O4tv1AEgN5D0AAM6BzAcAOAoaAtLYrVu3NHfuXH399deKjIxUYGCgGjRooHz58snT01Mmk0nh4eG6dOmSjh07plGjRumTTz7R66+/rl69evEmFgAAdoC8B5Ba6tatqzfffFPBwcE6ffq0mjVrpmzZsunSpUtau3atIiIiEt0QULx4cb300ksaP368Hj58qEKFCmndunU6fPiwZs6caTHW29tb77//vgYOHCgPDw/NmzdPJpNJXbt2TXTtHh4e6t+/vyZNmiSTyaQGDRooNjZWBw4cULNmzVSmTBmL8RkyZNCSJUvMP/+3IcDT01MDBw7UxIkTdfXqVVWpUkUuLi66ePGiduzYoeDgYGXKlCnR9QEpRd4DAOAcyHwAgKOhISCN1a9fXwUKFNCwYcPUuHHj574YCAsL05YtW/TNN99o1apV+u2331K1nm+//VZLlizRmTNnlDlzZpUpU0bTp09XxowZJUk7d+7UlClTdO7cOeXJk0e9e/dWmzZtUrUGAAAcja3lvWQ/mV8wS+K3I7eFeWGfCvum7xtyKV1v6NChqlChgpYvX66RI0fqwYMH8vPzU61atdSzZ88kzTVx4kRNnjxZ8+bN0+3bt1W4cGFNmzZN9evXtxjn6+urIUOGaMKECbpw4YKKFi2qBQsWKEeOHEla78kboIsXL1ZISIiyZMmiChUqKHv27PGOL1my5DPn69Gjh3LmzKlFixbpq6++kqurq/Lnz68XX3xRbm5uSaoNSCnyHgAA52BrmU/eAwBSioaANDZt2jTVrl070eN9fHz0xhtv6I033tCePXtStZZZs2Zp3rx5euutt1S+fHndunVL+/fvV0xMjCTp119/1YABA9S2bVuNHDlSP//8s95//31lyZJFL7/8cqrWAgCAI7GlvJfsJ/NjTLH6pFz75w9MwfwuBmOazQ/7EBMbq4ntmlhlXRdj8v/8NWzYUA0bNkzw/IkTJ+IcK1GiRJzjGTNm1MiRIzVy5Mjnrvniiy/qxRdffO64oKAgBQUFJXi+TZs2Cb4B2bp1a7Vu3Trec56envE+rmbNmqlZs2YJrpfQnO+//77ef//9BO8HJBV5DwCAc7ClzCfvAQCpgYaANJaUFw6ped//Onv2rKZPn66ZM2dabDHauHFj88+zZs1S2bJlzdfxrFatmi5evKhp06bx4gEAgGewlbyX7CvzXQxGTTqyWxfv3k71ufNl9eb69ZCkFH0ob4/rAkg75D0AAM7BVjKfvAcApBYaAmzAtWvXdO3aNfn6+ip37txpskZISIj8/f0TvN5oZGSkDhw4oCFDhlgcb9q0qTZs2KBLly7J398/TWoDAMAZpEfeS/aX+T9eOaNjt66l+rylsuWkIQAAkO7IewAAnAPv6QMA7AkNAVZ0/fp1vfvuu/rll18kSQaDQeXKldOkSZNSPah///13FStWTDNnztSyZcsUERGh0qVLa8SIESpXrpwuXLigqKgoFS5c2OJ+AQEBkh53I/LiAQCApEvPvJfI/PRWMIuvXc0LxGf8+PHWLgGwe+Q9AADOgff0AQD2iIYAKxo9erR8fHy0fft2+fn56cyZM+brey5dujRV1woNDdXRo0d18uRJjR49WpkyZdLs2bPVo0cPbd26VXfu3JH0+LqdT3ty+8n5lIiOjk70WFfXtP+jmZR6kor6ny8t6wcAW5KeeS9ZP/OdKe8NLkZ9Uq59ms0fY4qVKSY2zeZPj+dfIvMBOAfyPmH2nveS/T8Ge68fAGwJ7+knzN7zhvqfj7wH7BcNAelg7ty56t69u9zc3CyOHz16VHPmzDF36ZUoUUJt27bV5MmTU70Gk8mk+/fva+rUqSpevLgkqVy5cqpfv76++uor1apVK9XXfFpMTIxu3bqVqLGurq7Kli1bmtYjSREREWkSYNSfOImtPyYmRi4uLmleDwCklC3kvWTdzHfGvJ90ZLcu3r2d6vPny+qtIeXr6lbEHbvOe4nMB+BYyHvnynvJ/h+DrdVP3gOwF7aQ+bynH5ez5GVS2Vr95D1ge2gISAebNm3S6tWr9d5776lhw4bm46VKldK8efM0bNgw+fr66uzZs1q7dq1KliyZ6jV4enrK29vb/MJBkry9vVWyZEmdPn1azZo1k/T4F/rTwsPDJUleXl4pWt/FxSXd3nROLA8PD2uXkCLOUv/Vq1fTuBIASB22kPeSdTPfGfP+xytndOzWtVSft1S2nBpSvq7d571E5gNwLOS9c+Z9erD3x0DeA3A0tpD5vKcfl7Pkpa0i7wH7RUNAOggJCdGqVas0atQoffXVV3r//fdVtGhRjRkzRoMHD1a9evVkMBhkMplUunRpjR07NtVrKFKkiC5cuBDvuUePHil//vxyc3PT2bNnVbt2bfO5s2fPSlKc6xAlR3ptS5tYtlZPUlE/ANgWW8h7yfqZb2u/322tnqSy9/olx3gMAPAEef+Yrf1ut7V6ksPeH4O91w8A/2ULmW/tvJds7/e7rdWTVNQPwFqM1i7AGRgMBr3++uvaunWrihYtqjZt2ujjjz9WxowZtWLFCu3atUurVq3Sjh07tGbNGuXLly/Va6hXr55u376t48ePm4/dunVLx44dU6lSpeTu7q6qVatqy5YtFvfbuHGjAgICzFsgAQCA+NlC3ktkPgAAaYm8BwDAOdhC5pP3AIDUQkNAOvLw8ND777+vkJAQ/fPPP3rppZe0bNky5cyZU2XLllXevHnTbO2GDRuqTJkyGjhwoDZu3KgdO3borbfekru7uzp06CBJ6tu3r44cOaKPPvpIBw4c0LRp07RhwwYFBQWlWV0AADgaa+a9ROYDAJAeyHsAAJwD7+kDABwBDQFWUKRIES1YsEBjx47VV199pRYtWmjv3r1puqbRaNTcuXNVvnx5ffjhh3rnnXeUNWtWLV++XL6+vpKkypUrKzg4WIcOHVLPnj21YcMGffrpp2rSpEma1gYAgCOyRt5LZD4AAOmJvAcAwDnwnj4AwJ5xwY90cO/ePU2YMEE7d+7Uw4cPVbZsWY0YMUINGjRQnTp1tGjRIgUFBalKlSoaOXKk8ufPnyZ1+Pj4aOLEic8c06BBAzVo0CBN1gcAwJHZSt5LZD7gCHbs2KHly5fr6NGjun//vvz8/FSrVi11795dhQoVsnZ5gNMi7wEAcA62kvnkPQAgNbBDQDoYM2aMdu7cqXfeeUfjx4/Xo0eP1Lt3b0VGRsrNzU29e/fW5s2b5eXlpRYtWmjChAnWLhkAACQReQ/YppjYWLtbd9KkSerXr5+yZs2qTz75RIsWLVL//v11+vRpDR48OBWrBJBU5D0AAM6BzAcAOBJ2CEgHu3fvVlBQkFq1aiVJCggI0Msvv6zTp0+rZMmSkiQ/Pz99/vnn6tixoz777DNrlgsAAJKBvAdsk4vRqMFbftDpsLB0W7OIj4++bNwsWffdvXu35s2bp379+mnQoEHm4y+88ILatGmjXbt2pVaZAJKBvAcAwDmQ+QAAR0JDQDrImjWrLl26ZL59+fJlGQwGeXh4xBlbtmxZrVq1Kj3LAwAAqYC8B2zX6bAwHQu9bu0yEmXhwoXKkSOH+vXrF+/5evXqqX79+rp8+XKCc+zYsUOff/65QkND9fXXX1ucW7FihcaNG6c9e/bI29tbkrR48WKNGzcuzjxLly5V1apVzbfPnDmjSZMm6eDBg4qJiVGVKlX0wQcfWGyPGhgYqGHDhqlnz57mY8ePH1fLli3N8yWmfn9//wTPA9ZE3gMA4BzIfACAI6EhIB306tVLY8aM0d9//y1PT0/t2bNHjRo1Ur58+axdGgAASCXkPYCUio6O1m+//aaXXnpJbm5uCY6bPn26IiMjJUkzZ85UaGioRo8ebT7v5+endu3aqVevXjp79qwKFy5sPrd27Vo1atTI3AzwtCdvYp4/f17vvfeexbmLFy/q9ddfV9GiRTV+/HgZDAbNnj1b3bp10+bNm+Xu7p7ox5mY+gFbRd4DAOAcyHwAgCOhISAdvP766ypSpIh2796thw8fasyYMWrevLm1ywIAAKmIvAeQUrdv31ZkZKTy5MnzzHFPtiiVJB8fHz148EDly5e3GFOrVi3lyZNHa9eu1dChQyVJJ0+e1NGjR/XOO+9YjI2KipLRaDTPkSFDhjhrTp8+XV5eXlq0aJH5fMWKFdWgQQOtXr1aHTt2TPTjTEz9gK0i7wEAcA5kPgDAkdAQkE4qV66sypUrW7sMAACQhsh7AKnBYDCkeA6j0ag2bdro66+/1uDBg+Xq6qq1a9cqb968ql69usXY+/fvK2PGjM+cb+/evWratKlcXFwUHR0tSfL09FTJkiV19OhRi7GxsbHmMZIUExOT4scD2BLyHgAA50DmAwAcBQ0BaezBgwfKlClTut8XAACkH/IeQGrw9vZWhgwZdOXKlVSZr23btpo5c6Z2796tOnXqaN26derQoYOMRqPFuNDQUOXIkeOZc926dUtLlizRkiVL4pz77+UNJk2apEmTJqX8AQA2hrwHAMA5kPkAAEdDQ0Aae/HFF9W5c2e99tprib4W5rVr1/T1119rxYoVOnDgQBpXCAAAUoq8B5AaXF1dVbFiRf3888+Kjo6Wq2vK/nctV65cql27ttauXauYmBjdunVLrVu3jjPu5MmTCggIeOZcXl5eqlu3rjp06BDnXJYsWSxud+nSRa+88or59vnz5zVkyJBkPgrAdpD3AAA4BzIfAOBoaAhIY6NHj9b06dM1c+ZMVaxYUdWrV1epUqXk7+8vT09PmUwmhYeH69KlSzp69Kj27dun33//XQUKFNDo0aOtXT4AAEgE8h5Aaunevbt69+6t2bNna8CAAXHO7969W3Xr1k30fO3atdOgQYMUFham6tWrK2/evBbnb968qWPHjmnkyJHPnKd69eo6deqUSpYsKRcXl2eOzZUrl8qUKWO+ndLGBsBWkPcAADgHMh8A4Gh4ZyaNNW3aVC+//LJ27typkJAQzZ49W1FRUXGuC2oymeTm5qaaNWtq2rRpql+/fpytPAEAgG0i7wGklrp16+rNN99UcHCwTp8+rWbNmilbtmy6dOmS1q5dq4iIiCQ1BLz44ovKli2bDh8+rMmTJ1ucu3DhgsaOHStJyp8/v44cOSLp8Tf6Jen06dMqWrSofHx8NHDgQLVt21Y9e/bUa6+9phw5cujGjRs6ePCgKleurObNm6fK4wdsGXkPAIBzIPMBAI6GhoB0YDQa1bBhQzVs2FCRkZE6evSozp49q9u3b0t6fK3QwoULq3Tp0nJ3d7dusQAAIFnIe9ijIl7Pvm68rc6dVEV8fOxqvaFDh6pChQpavny5Ro4cqQcPHsjPz0+1atVSz549kzSXq6ur6tevr82bN6tRo0YW52bOnKldu3ZJkt5888049/3444+VKVMmtW7dWgUKFNDq1as1ZcoUjRkzRvfv35evr69eeOEFBQYGJv/BAnaGvAcAwDmQ+QAAR0JDQDpzd3dXxYoVVbFiRWuXAgAA0gh5D3sQExurKTVfef7AFK7hYuVvyMTExurLxs2ssm5KHvuTNx+fZ/z48c88Hxsbq//9739q0aJFvG9UDhgwQEFBQfHet3Pnzha3CxYsqClTpjxzvRMnTsQ5VqJEiXiPS8+vH7Bl5D0AAM6BzAcA2DsaAgAAAAAn5GI06ot9e3QxPDxN5s/n6al3a9ROk7mTwloNCdZuhIiMjNTff/+tLVu26OrVq+rYsWOcMfny5ZOfn1+CcwQEBMgnnXdXAAAAAAAAQOqiIQAAAABwUj/+c17HQq+nydylfP1soiHAWV2/fl3t2rWTj4+PRo0apcKFC8cZ079//2fO8dFHH6VRdQAAAAAAAEgvNAQAAAAAgIPx9/dPcJt+AAAAAAAAOA8aAgAAAAAAAABH5hpgX/MCAAAASDU0BAAAAMBqinjlsKt5AQAA7I3JFCOj9xdpOr/B4JJm8wMAAABIGRoCAAAAYBUxsbGaUvOVNJ3fxWhMs/kBAADsgcHgooUfrNDVc6GpPneuQr7q8WmHVJ8XAAAAQOqhISCdLVq06LljDAaDunXrlvbFAACANEHeJ46L0agv9u3RxfDwVJ87n6en3q1RO9XnBQDgCfIe9uSXTUd0+vC5VJ+3SIVCNAQAcHhkPgDA3tEQkM4+//xzGQwGmUwm87H4bvPiAQAA+0XeJ96P/5zXsdDrqT5vKV+/dGkI4JIHAOC8yHsAAJwDmQ8AsHc0BFjBiBEj1KBBA0nSnTt31Lp1a02aNEkVKlSwcmUAACC1kPeOj0seAADIewAAnAOZDwCwZzQEWEG2bNmUN29eSVLmzJklSTly5DAfAwAA9o+8d3xc8gCpbfr06ZoxY4a2b98e53dFjx49dP78ee3YsUMGg8FKFQL4L/IeAADnQObDLrgG2Ne8ANINDQHpLHPmzIqIiDDfvnv3riTpo48+0hdffKFSpUpZqzQAAJBKyHvnYe+XPHAGMaZYuRjSf6eF5Kzbpk0bzZgxQ2vWrNGgQYPMxy9evKh9+/Zp4MCBNAMANoS8dzK8wQ4ATovMhz0wmWJk9P4iTec3GFzSbH4AaYuGgHRWqFAhrVmzRi+//LKyZs2qefPmyc3NTXnz5lX79u01cOBA9erVizf6AACwY+Q9YDtcDEa9vXedTt+5kW5rFvHKkazLSeTOnVs1a9ZUSEiIgoKCZPz/l4xYs2aNjEaj2rRpk9qlAkgB8t558AY7ADg3Mt+J2HEDoMHgooUfrNDVc6GpPneuQr7q8WmHVJ8XQPqhISCd9erVS4MHD1bNmjVlNBoVGxur7t27a9iwYVq2bJkmTZqkPXv2aNmyZdYuFQAAJBN5D9iW03du6Nita9YuI1HatWungQMHas+ePapbt65iYmIUEhKiOnXqKGfOnBo+fLiOHj2qDRs2mO8THByshQsX6vDhw5KkAwcOqEuXLtqxY4f8/f0lSSdOnFDLli2VO3du7dy50zwmIVWqVDH/jrp69ar599aDBw9UpkwZjRgxQqVLl7a4T0hIiEaMGBFnrqlTp+rll1+WJAUGBmrYsGHq2bNnyp4owAaQ986DN9gBwLmR+c7BERoAf9l0RKcPn0v1eYtUKMTrFcDO0RCQzl5++WXlypVLu3bt0r1791S+fHk1a9ZMktS5c2dVq1ZNQ4YMsXKVAAAgJch7AMlVv359Zc+eXatXr1bdunX1448/6vr16xozZkyK5p0wYYLFN5ZKlSqlVatWmW+3b99effv21YsvvihJypo1qyTpzp076tChgzJnzqxRo0bJw8NDy5YtU9euXbV161Zlz549zlrz58+Xh4eHQkNDNWDAgBTVDdgy8t658AY7ADgvMt850AAIwJHREGAF5cuXV/ny5eM9V7RoUa1evTp9CwIAAKmOvAeQHG5ubnr11Ve1dOlS3bhxQ6tXr1bOnDlVt25dSVLGjBl1//79JM35v//9TwcPHlSLFi30yy+/SHr8gf9/f0flz58/zrElS5YoPDxcq1evNn/4X716dTVu3FgLFizQsGHDzGOjo6MlSeXKlZOnp6cuXbqUpDoBe0TeAwDgHMh850ADIABHRUOADXJ3d7d2CQAAII2R9wAS0q5dOy1cuFCzZ8/WTz/9pN69e8vF5fHWkkWLFtXKlSu1bds21a1b17xlaUJiY2M1YcIEderUSZkzZzY3BCTW3r17VbVqVXl5eZk/8DcajXrhhRf0559/Wox9+PChpOf/fouNjVV0dLSMRqOMRmOS6gHsDXn//9nx9XgBAEgMMh8AYMtoCEhn06dPf+4Yg8Gg/v37p0M1AAAgLZD3AFKicOHCqlSpkpYtWyaDwaC2bduaz7Vt21Y7duyIsxV/5syZ450rJCREV69e1VtvvaWlS5cmuZZbt27pyJEjKlWqVJxz+fPnt7h9584dZcyYURkzZnzmnJMmTdKkSZNkNBrl5+en5s2ba/DgwXJ15X9PYV/I+8RxhOvxAgCcG5kPALB3vOOSznjxAACA4yPvAaRUu3btdOjQIdWoUUP+/v7m4xkyZNDChQt1+fJlhYWFSZK++eYbbdiwIc4cDx8+1NSpU9W3b195eXklqw4vLy/Vrl1bgwYNinPuv9+CunjxovLly/fcObt06aJXXnlF0dHR+u233/TFF1/I29tbvXr1SlaNgLWQ94nD9XgBAPaOzAcA2DsaAqxg4sSJatGihbXLAAAAaYi8B5ASvr6+kh43BsQnb968yps3ryTpxx9/jHfMwoUL5e7uro4dOya7jho1amjdunUKCAhIcBcC6XHzwcGDB1W7du3nzpkrVy6VKVNGklShQgX98MMPOn78eLJrBKyJvE8crscLALB3ZH4icZkgALBJNAQAAAAAgI04ffq0/vjjDy1atEi+vr5q0KBBsuf69ttv9cUXX6ToeqbdunXT+vXr1alTJ3Xp0kV58uRRWFiYfv/9d+XMmVPdunXT4cOHNXXqVN24cSNRzQdhYWE6c+aMoqOj9fvvv+vkyZNq1qxZsmsEAAAAYH1cJggAbBcNAVZgMBisXQIAAEhj5D1gO4p45bCb9TZt2qQ5c+aoUKFCmjBhQoo+zC9durSaNGmS7PtLUrZs2bRq1SpNmTJFkyZN0u3bt5U9e3aVK1dOjRo1kiStXr1aJpNJixcvVvHixZ875/z58zV//ny5urqamwq6du2aojoBayHvAQBwDmT+83GZIACwXTQEWMHYsWM1depUubu7K3PmzMqRI4cCAgJUvXp11axZ09rlAQCAVEDeA7YhxhSrKTVfscq6LgZjku8XFBSkoKCgFN2natWqOnHiRJLmjm/8E76+vvrss88SPD927Nh4j/v7+8eZ91nrAPaIvAcAwDmQ+YnDZYIAwDbREJDOWrVqJUmKjo5WVFSUIiIidPnyZe3fv18LFixQxYoVNXfuXGXJksXKlQIAgOQi7wHbkZwP5e15XQDph7wHAMA5kPkAAHtHQ0A6GzduXLzHo6OjtX37do0YMULTp0/Xe++9l86VAQCA1ELeAwDg+Mh7AACcA5kPALB3fG3FRri6uurll1/W66+/ri1btli7HAAAkAbIewAAHB95DwCAcyDzAQD2goYAGzNo0CCtXLnS2mUAAIA0RN4DAOD4yHsAAJwDmQ8AsHVcMsCKTp8+rcuXL0uS8ubNqyJFiihjxozKmDGjlSsDAACphbwHAMDxkfcAADgHMh8AYI9oCLCC7du3a/z48eYXDk/4+/tr+PDhatCggZUqAwAAqYW8BwDA8ZH3AAA4BzIfAGDPaAhIZ7t379bAgQOVJ08eDR48WAEBAZKkM2fO6JtvvlFQUJBmz56tOnXqWLlSAACQXOQ97EURHx+7nBsAbAF5DwCAcyDzAQD2joaAdDZz5kwFBgZq+fLlypw5s/l4gwYN1KlTJ3Xo0EEzZszgxQMAAHaMvIc9iImN1ZeNm6X5Gi5GY5quAQDWQt4DAOAcyHwAgL2jISCdnThxQoMHD7Z44fBE5syZ1apVK3355ZdWqAwAAKQW8h72wMVo1JRte3Xp1p00md8/m5feblQzTeYGAFtA3gMA4BzIfACAvaMhIJ1lyJBBd+4k/KbrnTt3lCFDhnSsCAAApDbyHvZiz6nz+uvf62kyd8ncfjQEWFlMTIwMBoOMRqPFzwBSB3kPAIBzIPMBAPaOd4PSWdWqVbV06VIdPnw4zrnff/9dy5YtU/Xq1a1QGQAASC3kPYDkmD59ukqUKKHLly/HOdejRw/Vr19fJpMp0fO1bt1aI0eOlPT499KMGTNSrdbn+eqrr/Tuu+8qIiJCZ86cUfXq1XXv3r10Wx9ID+Q9AADOgcwHANg7dghIZ0OHDtXrr7+uDh06qGzZsipUqJAk6dy5c/rjjz+UPXt2DRkyxMpVAgCAlCDvAdsRY4qViyH9+6CTs26bNm00Y8YMrVmzRoMGDTIfv3jxovbt26eBAwfKYDAker4vvvhCGTNmlCQtW7ZMPj4+SaonJZo2baqlS5eqcuXKkqRu3bopS5Ys6bY+kB7IewAAnAOZDwCwdzQEpLN8+fJp3bp1mjNnjn766Sdt3LhRkpQnTx516dJFvXv3Vvbs2a1cJQAASAnyPvGKpNEHlGk1L+yPi8GoUb+v0vl7oem2ZsEsvvqkXPsk3y937tyqWbOmQkJCFBQUZN7ef82aNTIajWrTpk2S5itSpIj55xIlSiS5npTw8fHRxo0b9c8//8jDw0N+fn7puj6QHsh7AACcA5kPALB3NARYQfbs2TVy5Ejz9p0AAMDxkPfPFxMbqy8bN0vT+V24Xjoknb8XqhPhV6xdRqK0a9dOAwcO1J49e1S3bl3FxMQoJCREderUUc6cOTV8+HAdPXpUGzZsMN8nODhYCxcutNjCNDw8XJMnT9b27dt1+/ZtFStWTO+8845q1aplHtO5c2dlzpxZc+bMsaihcuXK6tq1q4KCgp457on69evrxRdf1IcffmgenzdvXo0fP14BAQGSpIEDB2rLli0aN26cWrdunTpPFmADyHsAAJwDmQ8AsGc0BNiYmzdv6uzZs+bb2bNnV+HCha1YEQAASG3k/WMuRqOmbNurS7fupPrc/tm89Hajmqk+73+xwwFSW/369ZU9e3atXr1adevW1Y8//qjr169rzJgxiZ4jMjJS3bt3182bN/X2228rZ86cWrdunfr06aOQkBAFBgam4SOI6/Dhw9qxY0e6rgnYAvIeAADnQOYDAGwdDQE2Zu/evXrvvfdkMplkMBjUokULTZgwwdplAQCAVETe/589p87rr3+vp/q8JXP7pXlDADscIC24ubnp1Vdf1dKlS3Xjxg2tXr1aOXPmVN26dSVJGTNm1P379585x/r16/X333/r+++/N182oHbt2vrnn380c+ZMTZ06Nc0fx9M+//xztW7dWt988026rgtYG3kPAIBzIPMBALaOhoB00KJFi0SPvXv3riSZv0GTOXPmNKkJAACkLvLe+TjCDgewTe3atdPChQs1e/Zs/fTTT+rdu7dcXFwkSUWLFtXKlSu1bds21a1bV0ajUbGxsRb337t3r4oVK6aCBQsqOjrafLxGjRpat26dxViTyWQxJiFPxhkMBnMtibF582adOHFCwcHBNATAIZD3AAA4BzIfAOBIaAhIB6dOnVLhwoWVPXv2546NiYmRJOXNmzetywIAAKmIvHdO9rzDAWxX4cKFValSJS1btkwGg0Ft27Y1n2vbtq127NihAQMGWNzn6Tcdb926pb/++kulSpWKM/d/P8zfvXt3vOP+6+lx3t7eqlGjhoYPH66cOXMmeJ+oqChNnjxZPXv2lK+v73PXAOwBeQ8AgHMg8wEAjoSGgHTSt2/fRHUVfv/99xo+fHg6VAQAAFIbeQ8gtbRr106HDh1SjRo15O/vbz6eIUMGLVy4UJcvX1ZYWJgk6ZtvvtGGDRvMY7y8vBQYGKjPPvvsuetUqlRJI0aMsDjWpUuXBMeZTCb9888/+vzzz/XBBx9o3rx5Cc69YsUK3b9/Xz169HhuHYA9Ie8BAHAOZD4AwFHQEGBjDAaDtUsAAABpjLwH8DxPvlHfrl27eM/nzZvX/A2kH3/80eJcjRo1tHv3bvn5+T3zG/yS5OHhoTJlylgci++SAE+PK1u2rI4dO2bRhPBf4eHhmjlzpoYMGcKWqXBa5D0AAM6BzAcA2DoaAgAAAADARpw+fVp//PGHFi1aJF9fXzVo0CDJc7Rs2VJff/21unTpoh49eqhgwYKKiIjQX3/9paioKL377rtJnvP+/fs6c+aMJOnChQvasmXLMy81sGvXLgUEBKh169ZJXgsAAAAAAACph4aAdHL27Fn98ssvMhgMcnd3V8aMGeXj4yMfHx8ZjUZrlwcAAFIBeQ/YpoJZ0vf69SlZb9OmTZozZ44KFSqkCRMmyN3dPclzuLu7a+nSpQoODtbs2bMVGhoqb29vlSxZUh06dEhWXQcPHlTTpk1lMBjk4+Oj6tWr67333ktwfGxsrIYOHRrvbgOAvSPvAQBwDmQ+AMBR0BCQTmbPnq3Zs2fHOe7i4qJ8+fKpZMmSqlatmkwmkxWqAwAAqYG8B2xPjClWn5Rrb5V1XQxJf5MwKChIQUFBKb5P1qxZNWLECI0YMSLB+y1btize47/++muixj2xc+fORI0/ceLEM+cB7AV5DwCAcyDzAQCOgoaAdDB16lTzz1FRUYqKilJERIRu376tK1eu6Ny5c9q2bZs2btzIN2gAALBT5D1gm5Lzobw9rwsgbZH3AAA4BzIfAOBIaAhIB40bN37umMjISK1fv16ffPKJYmJi9Ouvv8pkMil79uwqXLhwOlQJAABSgrwHAMDxkfcAADgHMh8A4Ej42oqNcHd3V5s2bdSvXz+ZTCZ16tRJXbp0iXdLIgAAYJ/IewAAHB95DwCAcyDzAQD2gh0CbEznzp3VrFkz8+3MmTNbsRoAAJAWyHsAABwfeQ8AgHMg8wEAto6GABuTKVMm5c2b19plAACANETeAwDg+Mh7AACcA5kPALB1XDIAAAAAAAAAAAAAAAAHREOAk7p3757q1KmjwMBA/fnnnxbnVq9ercaNG6tMmTJ65ZVXtGvXLitVCQAAUoK8BwDAOZD5AAA4PvIeAJBcNAQ4qZkzZyomJibO8R9++EGjRo1SkyZNNG/ePJUvX14DBgzQkSNH0r9IAACQIuQ9AADOgcwHAMDxkfcAgOSiIcAJnTlzRitWrFBQUFCcc9OmTVOzZs309ttvq1q1avr4449VpkwZzZgxwwqVAgCA5CLvAQBwDmQ+AACOj7wHAKQEDQFO6NNPP9Xrr7+uQoUKWRy/ePGizp8/ryZNmlgcb9q0qfbv36/IyMj0LBMAAKQAeQ84huPHjyswMFAHDhywdikAbBSZDwCA4yPvAQApQUOAk9m8ebNOnjyp/v37xzl39uxZSYrzoiIgIEBRUVG6ePFiutQIAABShrwH7FtsbKw2bdqkQYMGmb8BNGLECPXv318hISGKioqycoUAbAWZDwCA4yPvAQAp5WrtApB+Hjx4oPHjx2vw4MHKmjVrnPN37tyRJHl6elocf3L7yfnkio6OTvRYV9e0/6OZlHqSivqfLy3rBwBnRt5bIi8Tlh71S9bP/FhTrIyG9O+DTu66Dx8+VN++fbVv3z6VKlVK5cqV08WLF1WmTBldu3ZNI0aM0LJly7RgwQL5+PikQeUA7IU1M9+Z8l6y/8dg7/UDgDPj//EtkZcJs/f6AaQtGgKcyKxZs5Q9e3a1adMm3deOiYnRrVu3EjXW1dVV2bJlS+OKpIiIiDQJMOpPnMTWHxMTIxcXlzSvBwAcBXlvyVnyMqme1F/YN+0+UH4yt7Uz32gwavaZubry4N9UnzsheTLl1lsBvZN130mTJmnfvn0aPXq0OnTooOPHj2vDhg3q0KGDqlatqi1btujtt9/W+++/r1mzZik4OFgLFy7UkiVL9PHHH+vEiRPy9/fXsGHDVK9ePfO8nTt3Vt68eTV+/HjzsYEDB2rLli0aN26cWrdubT4eEhKiESNGxKlt6tSpevnllyVJCxcu1A8//KDz58/L3d1dZcuW1fDhwy2+mTR8+HAdPXpUGzZssJjn1VdfVYkSJSxqOXz4sIKDg3XkyBGZTCYVKVJEb7/9tmrWrClJioyM1PTp07V+/XqFhoYqX7586tevn1q0aBFnvaFDh2rixIn6559/VLRoUX344YcqX758sv57ALbMWpnvTHkv2f9jsLX6+X98AEga/h/fkrPkZVLZWv3kPWB7aAhwEpcvX9bChQs1Y8YMRURESJLu379v/ve9e/fk5eUl6fEvdV9fX/N9w8PDJcl8PjlcXFzSJZCSwsPDw9olpIiz1H/16tU0rgQAHAd5H5ez5GVyxMTGamK7Js8fmMI1bCHzrzz4V//cv5Bm86eWmJgYfffdd3rhhRfUoUOHeMc0btxYzZo104YNGxQWFiZJioqK0uDBg9WjRw/5+/tr5cqVGjBggEJCQhQYGBjvPIcPH9aOHTueWc/8+fPl4eGh0NBQDRgwwOLc1atX1alTJ+XJk0d3797V119/rddff11btmyRt7d3kh73oUOH1LVrV5UvX16ffvqpPD09dfToUV25csU8ZtCgQfrtt9/Uv39/BQQEaPfu3Ro6dKg8PT1Vt25d87jQ0FCNGTNGQUFB8vT01Lx589SzZ09t3bpV2bNnT1JdgC2zZuaT92nD3h+DLeQ9ADga/h8/LmfJS1tF3gP2i4YAJ3Hp0iVFRUWpd++431Tq0qWLypUrpy+++ELS4+sOFS5c2Hz+7NmzcnNzU758+VJUQ3ptS5tYtlZPUlE/AOC/yPu4bK2epErr+md8v1eXb6RsC8mE5M3hpf6v1pSM6b9dv726efOmIiIiVKpUqWeOK1OmjNavX68LFx43OURFRalv375q27atJKlWrVp66aWXNGfOHE2ePDneOT7//HO1bt1a33zzTZxzT77xUa5cOXl6eurSpUtxxowcOdL8c0xMjGrWrKnq1atry5Ytat++feIe8P83ceJEFShQQEuWLDF/i6RWrVrm8z///LN27typBQsWmI/XrFlToaGhCg4OtmgIuH37tqZMmaLq1atLkqpUqaK6detq8eLFevfdd5NUF2DLrJ35tpavtlZPctj7Y7D3+gHAFlk77yXb+/1ua/UkFfUDsBb+9jqJEiVKaOnSpRbHjh8/rnHjxmnMmDEqU6aM8uXLp4IFC2rz5s1q2LChedzGjRtVvXp1ubu7p3fZAAAgCch7JNXeY+f198XraTJ38Xx+jxsCkGhP/v49ePDgmeOenH/672ujRo3MP7u4uKhhw4bavn17vPffvHmzTpw4oeDg4HgbAh4+fBhn/v86cuSIpk6dqr/++ku3b982Hz9//nycsc/aUvLBgwf6/fff9c477yS4peTevXvl7e2tatWqWcxVo0YNffTRRxbbUXp4eJibAZ7crlGjhn7//fcEawDsEZkPAIDjI+8BAKmFhgAn4enpqapVq8Z7rlSpUuZvIQUFBWnIkCHKnz+/qlatqo0bN+qPP/7QV199lZ7lAgCAZCDvAfvm7e2t/Pnz68CBA4qMjIz3zTuTyaTdu3crc+bMKlKkiHbs2CE3N7c4W4Fmz55doaGhce4fFRWlyZMnq2fPnhZbij7tzp07ypgxozJmzBjv+StXrqhHjx4qXbq0xowZIz8/P7m5ualPnz569OiRxdhTp07Fu+NBiRIlJD3eyjQ2NlZ+fn7xPymSbt26pdu3bye4c0JoaKhy5colSfLx8YlzPnv27Dpz5kyC8wP2iMwHAMDxkfcAgNRCQwAsNG/eXA8ePNC8efM0d+5cFSpUSNOnT1eFChWsXRoAAEgltpT3hX3jfnhny/MCaa1fv34aPny4hgwZolGjRlmcu337tr744gv99ttvGjRokLlhICoqSnfu3LFoCrh582a8H/ivWLFC9+/fV48ePRKs4eLFi8/cWnTPnj26f/++pk+fLk9PT0mPdwG4cyfu5Sfy588f57IFQ4YMMf/s4eEho9Go69cT3qnCy8tLPj4+mjt3brznn24CCAsLi3M+oecCcAa2lPkAACBtkPcAgOehIcCJVa1aVSdOnIhzvF27dmrXrp0VKgIAAKnNlvM+JjZWE9s1SdP5Xbh+PexMq1atdPfuXU2ePFm1a9dW7ty5JUnvvfeerl27Jjc3N/Xv3199+/a1uN+2bdvUtm1bSVJMTIy2b9+ucuXKWYwJDw/XzJkzNWTIEGXOnDne9R8+fKiDBw+qdu3aCdb48OFDGQwGi+tHbtq0Kd5LA2TIkEFlypSxOPb0zgOZM2dW+fLl9f3336tHjx7xXjagRo0amj9/vtzc3FS8ePEE65KkiIgI7d+/33zZgIiICO3bt08dO3Z85v0AR2DLmQ8AAFIHeQ8ASA4aAgAAAGAVLkajZny/V5dvxP1WcUrlzeGVLtevZ4cDpIXOnTvr1Vdf1Z49e3TgwAGtWrVKVapUUc2aNVW7du042+K7ublp1qxZevTokfz9/bVy5UpdvXpVM2bMsBi3a9cuBQQEqHXr1vGue/jwYU2dOlU3btx45gfo1apVkySNGDFCr7/+uk6dOqVFixaZdwtIqnfffVfdunVTt27d1KFDB3l5eenYsWPKli2b2rZtq5o1a6pevXp688039eabbyowMFAPHjzQ6dOn9c8//+izzz4zz+Xt7a33339fAwcOlIeHh+bNmyeTyaSuXbsmqzYAAAAAAAB7R0MAAAAArGbvsfP6+2LCW4UnV/F8fmneEMAOB/YjT6bcdreep6enmjVrpsKFC2vVqlVq06ZNgtcPdXNz0+TJkzVmzBidPHlS/v7+mjZtWpxv08fGxmro0KHxfgtfklavXi2TyaTFixc/85v4gYGBGjdunKZPn64+ffqoRIkSmjp1qt5+++1kPdbKlStr6dKlmjJlikaMGCGj0aiiRYtazDdt2jTNnTtXK1eu1OXLl+Xh4aGiRYvGaW7w9fXVkCFDNGHCBF24cEFFixbVggULlCNHjmTVBgAAAAAAYO9oCAAAAACSwRF2OHAGsaZYvRXQ2yrrGg0pb+goUaJEvFuC/le5cuUUEhKS4Plly5bFe/zpuceOHRvvGH9//zg1tGzZUi1btrQ4tnPnTovb48ePj3e+77//Ps6xihUraunSpfGOlyR3d3cNGDBAAwYMSHDMEy+++KJefPHF544DAAAAAABwBjQEAAAAAMlkzzscOIvU+FDentYFAAAAAAAAnsa7VAAAAAAAAAAAAAAAOCB2CAAAAAAAOxUUFKSgoCBrl2ETErpEAQAAAAAAgDNjhwAAAAAAAAAAAAAAABwQDQEAAAAAAAAAAAAAADggGgIAAAAAAAAAAAAAAHBANAQAAAAAAAAAAAAAAOCAaAgAAAAAAAAAAAAAAMAB0RAAAAAAAAAAAAAAAIADcrV2AUBCivj42NW8AAAAAAAAAAAAAGBLaAiATYqJjdWXjZul6fwuRjbIAAAAgG3p2bOnLl68qA0bNsjd3d18/OjRo3rttdc0cuRIderUyYoVAgAAAAAAwJ7QEACb5GI0auEHK3T1XGiqz52rkK96fNoh1ef9L3Y4AAAAsL5YU4yMBhe7WXf06NFq3ry5Zs+erYEDB0qSYmJi9OGHH6pkyZLq0CHtX8cCAAAAAADAcdAQAJv1y6YjOn34XKrPW6RCoTRvCGCHAwAAANtgNLho85WxCnt0Id3W9MmQXy/nGZms++bPn199+vTRrFmz1Lx5cxUuXFjLli3T33//rTVr1sjIa0AAAAAAAAAkAQ0BQBpgh4P0nxcAACAhYY8uKPTRaWuXkWi9evXS+vXr9dFHH+nzzz/X1KlT1alTJ5UsWVKS1Lp1axUqVEhffPGFxf0mTpyo77//Xrt375aLy+PdCT777DMtXbo0zho7duyQv7+/+fbWrVs1Y8YMnT17Vl5eXmrWrJneeecdZciQQZK0fft2vf322woODla9evUkScHBwfr222+1c+dOSdKdO3fUvn17FStWTFOnTpXBYFBwcLAWLlyow4cPW6zfr18/RUREaNmyZfHOJUnLly/Xxx9/rFatWmn8+PGSpOHDh+vy5cvm+927d09dunSRwWDQkiVLlCVLlmQ+6wAAAAAAAI6JhgAgjbDDwbPnZ4cDAACA+Lm7u+ujjz5S165d1bFjR3l6epovHyBJ7dq10/jx4xURESEPDw9Jjy8r8P3336tVq1bmZoAnfH19NX36dEnSL7/8okmTJlmc37FjhwYOHKhmzZrp3Xff1dmzZ/Xll1/q33//1bRp0yRJDRs21JAhQ/TOO+9o+fLl5uaEJyIjIzVgwAB5e3tr4sSJMhgMKXoO7t69q+nTp8d5LPGtee/ePa1YsYJmAAAAAAAAgHjQEAAgDkfY4QAAAMCeVatWTdWqVdPPP/+sSZMmKWvWrOZzLVq00Oeff67169erQ4fHr6t2796t0NBQtWnTxmKeqKgoZcyYUeXLl5ck3bhxI85a06dPV/ny5c07DtSpU0eZMmXShx9+qBMnTigwMFCS1K1bN128eFF9+vTR6tWrLeb44IMPdPXqVa1atcq8q0BKzJ07V9myZVOhQoXiPR8bG6thw4bp7NmzWrlypXzYhQoAAAAAACBeNAQAiJc973AAAABg706fPq1Dhw7JYDDo4MGDatGihflc1qxZ1aRJE61du9bcEBASEqLKlSurYMGCFvPcv39fGTNmTHCde/fu6fjx43rvvfcsjjdt2lQffvihDh06ZG4IkKSRI0dqy5Yt6tOnj6pXry7pcUPB999/r7lz5yb4wXx0dLTFbZPJlGBN//77r5YsWaIpU6Zo4cKF8Y759NNPtWnTJs2aNUt58uRJcC4AAAAAAABnx57dAAAAAGBDTCaTPvroIxUoUECjRo3S6tWrdeTIEYsxr732mo4ePaq///5bYWFh+vHHH+PsDiBJoaGhypEjR4JrRUREyGQyKXv27BbHPTw85O7urjt37lgc//7773X37l3Fxsbqq6++0vXr1zVnzhyVKlVKCxYsiHeN+/fvq1SpUhb/7Ny5M8GavvzyS5UtW1b16tWL9/zhw4cVEhKiEiVKaP78+c9sLgAAAAAAAHB27BAAAAAAADYkJCREv/76q5YtW6bKlStr/fr1+uijj7R27Vq5uLhIkipUqKCiRYtq7dq1ypMnj9zd3fXyyy/HmevUqVPxHn/Cw8NDBoNBYWFhFscjIiIUGRkpLy8v87Fbt25pwoQJ6t+/v1555RW1b99e//77rz7//HNVqlRJzZs313fffaeWLVtazJUxY0Z99dVXFscmTJgQbz1//fWXNmzYoG+++eaZz9G0adNUoEABvfLKK1qxYoU6duz4zPEAAAAAAADOih0CAAAAAMBGPPnQvVWrVnrhhRdkMBj00Ucf6eTJk1q2bJnF2Hbt2mn9+vVas2aNmjZtqsyZM1ucP3bsmEJDQ1WrVq0E18uSJYtKlCihzZs3WxzftGmTJKlSpUrmYxMmTJCvr6+6d++unDlzqk2bNsqbN69atmypfPnyqX///vr88891+/Zti7mMRqPKlClj8Y+Hh0e89UyYMEFNmzZV6dKlE6y5QoUKqlOnjgoUKKCBAwdq0qRJunz5coLjAQAAAAAAnBkNAQAAAABgI558c37o0KHmY8WLF1enTp00bdo0Xbt2zXz81Vdf1b1793T69Gm1bdvWYp6///5bY8aMkZeXlzw8PHTkyBEdOXJE586dkyQdP35cd+/elSQNGDBAR44c0ZAhQ/TTTz9pyZIlGjt2rBo3bqzAwEBJ0i+//KLvvvtOY8aMkatr/BvNde/eXdmzZ9fEiROT9dj//fdfHTp0SIMHD070fbp166aAgAB9+OGHyVoTAAAAAADA0XHJAAAAAMBJFcrlY5dzJ5VPhvx2sd6vv/6qb7/9Vp988ol8fCyfv4EDB2rTpk0aN26cpkyZIkny9vZWlSpVdPXqVZUvX95i/Geffabff/9dktShQ4c4aw0YMEBLly5V1apV1aBBA02dOlUzZsxQv3795O3trddee03vvvuuJCkyMlKjR49WmzZtVLFixQTrd3Nz00cffaTOnTurVatWqly5cpIef2xsrDp37qy8efMm+j4uLi767LPP1KZNG4WEhKh169ZJWhMAAAAAAMDR0RAAAAAAOKGY2Fh91qNJmq/hYrTupmSxphi9nGekVdY1GlySdJ/KlSvr77//jvdc1qxZtWfPHotjd+/e1W+//aagoKB47zNu3LgEPyCvX7++xe3GjRurcePG8Y51d3fXxo0b4xwPCgqKs3blypV1/PjxZ46RpJkzZz53LklxLpMwfvz4OGMCAwN19OjReGsHAAAAAABwdjQEAAAAAE7IxWjUnOV79O/1O2kyf24/L/XpWDtN5k6KpH4obw/r3r17V2fOnNGKFStkMBji/dA/ICAgzi4DTytRooSyZs2aZjUCAAAAAADANtAQAAAAAKtJq23lbWm7elt24PA5nTx3PU3mLlbIzyYaAhzRsWPH1KVLF+XOnVuff/65vL2944z56KOPnjnHjBkz0qY4AAAAAAAA2BQaAgAAAGAVab1lvS1sVw+khapVq+rEiRPWLgMAAAAAAAB2gIYAAAAAWEVabllvK9vVAwAAAAAAAIA10RAAAAAAq0mrLevTa7t6LnkAAAAAAAAAwJbREAAAAAAkA5c8AAAAAAAAAGDraAgAAAAAkoFLHgAAAAAAAACwdTQEAAAAAMlk75c8AAAAAAAAAODY2IMUAAAAAAAAAAAAAAAHREMAAAAAAAAAAAAAAAAOiIYAAAAAALARwcHBqlChQpzjn332merXrx/n+JAhQ/Tqq6+maM3FixcrMDAwRXMAAAAAAADANtEQAAAAAMBhmUwxTrUuAAAAAAAA8DRXaxcAAAAAAGnFYHDR6Rtv60HU6XRbM5NbERXJMSXd1gMAAAAAAAASQkMAAAAAAIf2IOq07kces3YZ6eLq1auaNGmS9uzZowcPHqhMmTIaMWKESpcubR4THh6u4cOHa+/evapUqZLKly8vSdq6das+/vhjxcTEaMCAAerYseMz1zpw4IC6dOmS4PkTJ06Yf758+bI+//xz7d27VzExMapUqZKGDRtmcamC+vXr6/Lly5IkNzc35c2bV927d9frr79uHvPdd99p1apVOnPmjEwmk4oXL66hQ4eqbNmy5jHBwcFauHChlixZoo8//lgnTpyQv7+/hg0bpnr16iXuiQQAAAAAAHAQNAQAAAAAgAO4c+eOOnTooMyZM2vUqFHy8PDQsmXL1LVrV23dulXZs2eXJH366ac6fPiwPvnkE0VERGjKlCmSpKVLl2rs2LHas2ePPv74YxUtWlRVqlR57rrjxo1T4cKFzbc3btyoJUuWmG/fvXtXnTt3ltFo1JgxY5QhQwbNmjVLnTp10rp165Q7d27z2MaNG6tHjx569OiR1qxZo9GjR6tIkSKqXLmyJOnSpUtq2bKl8ufPr8jISP3www/q2LGj1q1bp0KFCpnniYqK0uDBg9WjRw/5+/tr5cqVGjBggEJCQiyaEAAAAAAAABwdDQEAAAAA4ACWLFmi8PBwrV692vzhf/Xq1dW4cWMtWLBAw4YN040bN/TDDz/os88+0yuvvCJJunbtmubMmaOpU6cqe/bsqlOnjk6cOKFFixYlqiGgaNGiKlOmjPn2kSNHLM6HhIToypUr+uGHHxQQECBJeuGFF1SvXj0tWbJEw4cPN4/NkSOHeceCUqVKad26dTp58qS5IWDAgAHmsbGxsapZs6b++OMPffvtt3rnnXfM56KiotS3b1+1bdtWklSrVi299NJLmjNnjiZPnpzYpxQAAAAAAMDu0RAAAAAAAA5g7969qlq1qry8vBQdHS1JMhqNeuGFF/Tnn39Kkk6dOqXo6GhVrFjRfD8fHx9JMjcRSFLlypX17bffSpJMJpNiYmLM54xGo4xGY6Lr+vXXX1W0aFFzM4AkeXt7q0aNGjp06JDFWJPJpOjoaD169EgrV66Uq6urKlSoYD5/5swZTZ48WYcPH9bNmzfNx8+fPx9n3UaNGpl/dnFxUcOGDbV9+/ZE1w0AAAAAAOAIaAgAAAAAAAdw69YtHTlyRKVKlYpzLn/+/JKksLAwSVLmzJmfOVeWLFl048YNSdK3336rESNGmM+1atVK48ePT3Rd4eHhypEjR5zj2bNn16lTpyyOrVixQitWrJD0+EP8gQMHqkSJEpIeX3qgR48e8vHx0fDhw5UnTx5lyJBBH3zwgR49emQxj5ubm7y8vOKsFxoamui6AQAAAAAAHAENAQAAAADgALy8vFS7dm0NGjQozjl3d3dJ/7cbwJ07d+L9kP6J27dvm3cMqFevntasWWM+ly1btiTXde7cuTjHb968GedD+yZNmqhnz56KjY3VyZMnNW7cOLm7u6tHjx46cuSIrl69qjlz5qh48eLm+0RERChXrlwW80RFRenOnTsW89+8eVO+vr5Jqh0AAAAAAMDe0RAAAAAAAA6gRo0aWrdunQICAhLcASAgIEAuLi767bffzFv4P9k14ObNm+YmgF9++UWBgYGSHjcAJLUJ4GmVKlXSli1bdPbsWRUuXFjS44aEffv2qX379hZjfXx8VKZMGUlSuXLltHv3bm3ZskU9evTQw4cPJT3+9v8Tv/32my5fvqyiRYvGWXfbtm1q27atJCkmJkbbt29XuXLlkv04AAAAAAAA7BENAQAAAABgQ2JiYrR582aLYxcuXNCDBw/iHP/333/NP3fr1k3r169Xp06d1KVLF+XJk0dhYWH6/ffflTNnTnXr1k1+fn5q0qSJvvzyS2XMmFERERH6+uuvJUlvv/22evXqpX379unw4cNavHhxqjye1q1ba/HixerTp4/efvttZciQQbNmzZKrq6u6du1qMfbGjRs6cuSIYmJidOrUKe3du1fNmzeXJJUvX16ZM2fWmDFj1Lt3b127dk3BwcHKmTNnnDXd3Nw0a9YsPXr0SP7+/lq5cqWuXr2qGTNmpMpjAgAAAAAAsBc0BAAAAABwaJncitjVeo8ePYp3239J8R5/sn1+tmzZtGrVKk2ZMkWTJk0yb/tfrlw5NWrUyDx+1KhRGj58uN5//31VrlxZnTt31vTp09W1a1eNHDlS0dHRev/991W9evUUPY4nsmbNqmXLlmn8+PEaNWqUYmNjVbFiRX311VfKnTu3xdgtW7Zoy5YtcnFxUY4cOdSiRQsNGzZMkpQjRw5NnTpVEyZMUL9+/VSwYEGNGTNG8+fPj7Omm5ubJk+erDFjxujkyZPy9/fXtGnTLC41AAAAAAAA4AxoCAAAAADgsEymGBXJMcUq6xoMLkm+X1BQkIKCgpK9rq+vrz777LNnjvH29tbs2bPNt5/sBNCwYUM1bNgw0WtVrVpVJ06ciHO8W7du6tatm8WxvHnzKjg4+Jnz7dy587lr1qlTR3Xq1LE4Vrdu3XjHlitXTiEhIc+dEwAAAAAAwJEZrV0AAAAAAKSV5Hwob8/rAgAAAAAAAE+jIQAAAAAAAAAAAAAAAAdEQwAAAAAAOLFu3brFu/W/vQoKCtLhw4etXQYAAAAAAIBNoCEAAAAAAAAAAAAAAAAH5GrtAgAAAABYRwH/7HY5NwAAAAAAAIDEoSEAAAAAcEIxsbEa/XazNF/DxcimZAAAAAAAAIC10BAAAAAAOCEXo1EL5+zS1Su302T+XHm81aNPvTSZGwAAAAAAAEDi0BAAAAAAq0mrbeXZrj5xftl/RqdPXk2TuYsUy0VDAAAAAAAAAGBlNAQAAADAKtJ6y3q2qwcAAAAAAADg7GgIAAAAgFWk5Zb1bFcPexUSEqIRI0Zo//798vHxMR+/cOGCZsyYob179+r27dvKnj276tatq/79+ytnzpxWrBgAAAAAAAC2jIYAAAAAWE1abVnPdvVwJEePHlW3bt3k4+Ojt99+W/nz59f58+c1e/Zs7dy5U0uXLlXhwoWtXSYAAAAAAABsEA0BAAAAAByWyRQjg8HFbteNjo7Wu+++q8yZM2vVqlXKli2bJKlKlSp68cUX9corr2jo0KFau3ZtitcCAAAAAACA46EhAAAAAEimAv7Z7WpeZ2QwuCj29rtS9Jn0W9Q1QEbvL1Jlqv379+v8+fMaMWKEuRngCT8/P3Xu3FnTpk3Tr7/+qly5cqlBgwYaP368fvnlF23ZskUuLi5q1aqVhg4dKlfXx//79+SyBCdOnDDP9eOPP6pPnz6qUqWKli1bZj5+5swZffnllzp48KAePXqkAgUKqHfv3mrevLnq16+vy5cvJ1j7jh075O/vnyrPAwAAAAAAAJKHhgAnsWnTJq1bt07Hjh1TeHi4ChQooM6dO6tNmzYyGAzmcatXr9b8+fN15coVFSpUSIMHD1a9emy3CwCAvSDz009MbKxGv90sTed3MRrTbH6nEn1Giv7L2lUkSWxsrKKjo3X8+HFJUoMGDeId16BBA02bNk2//PKLWrRoIUmaPHmyatWqpSlTpuivv/7StGnT5ObmpiFDhsQ7R0xMjCZOnCgXF8sdDc6fP6/27dsrd+7cev/99+Xr66uTJ0/qypUrkqTp06crMjJSkjRz5kyFhoZq9OjR5vv7+fml7EkAkCDyHgAAx0feAwBSCw0BTmLx4sXKmzevhg8frmzZsmnfvn0aNWqUrl69qgEDBkiSfvjhB40aNUpvvfWWqlWrpo0bN2rAgAFavny5ypcvb90HAAAAEoXMTz8uRqMWztmlq1dup/rcufJ4q0cf3sBxZjVr1jT/bDQalStXrnjH5c2bV5J09epV87H8+fNr3LhxkqTatWvr4cOHWrRokXr16iUvL684c6xZs0Y3b95U/fr1defOHfPx4OBgubm5aeXKlcqaNaskqUaNGubzJUuWNP/s4+OjBw8e8DsESCfkPQAAjo+8BwCkFhoCnMSsWbPk4+Njvl29enXdvn1bixYtUr9+/WQ0GjVt2jQ1a9ZMb7/9tiSpWrVqOnnypGbMmKF58+ZZqXIAAJAUZH76+mX/GZ0+efX5A5OoSLFcNAQ4ucWLFytr1qz69ttvtXLlyiTdt1GjRha3GzdurJkzZ+rkyZN64YUXLM7du3dPwcHBGjBggI4ePWrREPDzzz+rcePG5mYAALaDvAcAwPGR9wCA1MIepE7i6RcOT5QoUUJ3797V/fv3dfHiRZ0/f15NmjSxGNO0aVPt37/fvBUoAACwbWQ+4BgCAwNVpkwZlSlTRrGxsRY7ADzt8uXLkmSxg8B/fw/kyJFDkhQaGhrn/vPnz1eWLFnUvn37OOdu377Ntv+AjSLvAQBwfOQ9ACC10BDgxA4dOqScOXMqa9asOnv2rCSpUKFCFmMCAgIUFRWlixcvWqNEAACQCsh8wH5VrVpVRqNRu3btivf8k+NPf/M/LCzMYsyNGzckSb6+vhbHr127pkWLFundd9+Vm5tbnLm9vb11/fr1FNUPIP2Q9wAAOD7yHgCQHFwywEn9+uuv2rhxo9577z1JMm8N6unpaTHuye2ntw5Nrujo6ESPdXVN+z+aSaknqaj/+dKyfgDA/0nvzCfvU5e91y+R+SmVJ08eNW7cWAsWLNArr7wib29v87kbN25o6dKlKl26tCpXrqxLly5JkrZt26Zu3bqZx23ZskWZMmVSsWLFLOaeOnWqSpQooZdeeinetatXr64tW7ZoyJAhXDYAsHHkfdpmjb0/BnuvHwDwGO/pk5fPYu/1A0hbNAQ4oatXr2rw4MGqWrWqunTpki5rxsTE6NatW4ka6+rqqmzZsqVxRVJERESaBBj1J05i64+JiZGLi0ua1wMAjii9M5+8T332Xr9E5qeGUaNG6Y033lD79u3Vu3dv5c+fX+fPn9fs2bNlNBo1ceJEi/EXLlzQiBEj1LRpU/3111+aO3euunbtKi8vL4tx3333nVasWJHgugMGDNCPP/6oDh066M0335Svr6/OnDmjBw8eqFevXmnyWAEkHXmfdnkp2f9jsLX6yXsASB7e03/MWfIyqWytfvIesD00BDiZ8PBw9erVS97e3goODpbR+PiqEU/eHIyIiLDYSjQ8PNzifHK5uLik25vOieXh4WHtElLEWepP6Hq5AIBns0bmk/epz97rl2wk810D0m7udFgve/bsWrVqlWbMmKFp06bp5s2b8vHxUd26dTVgwADlzJnTYvzgwYN18OBBDRo0SC4uLurQoYMGDx4cZ95GjRqpfPnyCa5bsGBBff311/riiy80ZswYxcTEqGDBgurdu3eqPj4AyUfeP+ZMeWmrbCLvAcBB8Z7+/3GWvLRV5D1gv2gIcCIPHz5Unz59FBERoVWrVln88i5cuLAk6ezZs+afn9x2c3NTvnz5Urx+em1Lm1i2Vk9SUT8AICHWzHxb+/1ua/Uklb3XL1n/MZhMMTJ6f2GVdQ2GpH8jonXr1mrdunWc49myZdMHH3ygDz744LlzZM6cWePHj9f48eOTtEZ844sUKaJZs2Y9d82E1gKQdsj7/2Nr9SSHvT8Ge68fAGwV7+lbsrV6kor6AViL0doFIH1ER0fr7bff1tmzZzV//vw43yLKly+fChYsqM2bN1sc37hxo6pXry53d/f0LBcAACQTmQ9YSs6H8va8LgDnQN4DAOD4yHsAQGqhncdJjBkzRrt27dLw4cN19+5dHTlyxHyuZMmScnd3V1BQkIYMGaL8+fOratWq2rhxo/744w999dVX1iscAAAkCZkPAIDjI+8BAHB85D0AILXQEOAk9u7dKyn+rTx37Nghf39/NW/eXA8ePNC8efM0d+5cFSpUSNOnT1eFChXSu1wAAJBMZD7gvPz9/XXixAlrlwEgHZD3AAA4PvIeAJBaaAhwEjt37kzUuHbt2qldu3ZpXA0AAEgrZD4AAI6PvAcAwPGR9wCA1GK0dgEAAAAAAAAAAAAAACD10RAAAAAAwO6ZTCZrlwA7x58hAAAAAADgiGgIAAAAAGC3XFxcJElRUVFWrgT2Ljo6WpLk6sqV9QAAAAAAgOOgIQAAAACA3XJzc1OGDBl0584dvuGNFAkPD5eLi4u5yQQAAAAAAMAR8NUHAAAAAHYtR44cunz5si5duiQvLy+5ubnJYDBYuyzYCZPJpHv37ik8PFy5c+fmzw4AAAAAAHAoNAQAAAAAsGuenp6SpBs3bujy5ctWrgb2yGAwyNvbW15eXtYuBQAAAAAAIFXREAAAAADA7nl6esrT01NRUVGKiYmxdjmwM25ublwqAAAAAAAAOCQaAgAAAAA4DDc3N7m5uVm7DAAAAAAAAMAm0BAAAAAAOKn8BXPY5dwAAAAAAAAAEoeGAAAAAMAJxcTEasRHLdN8DRcXY5quAQAAAAAAACBhNAQAAADAatLqW+R8O/35XFyMWjLxB/17MSxN5s+dz0ddhzZLk7kBAAAAAAAAJA4NAQAAALCKtP6GOt9Of75ffvxbZ45dSpO5A0r50xAAAAAAAAAAWBkNAQAAALCKtPyGOt9OBwAAAAAAAAAaAgAAAGBFafUN9fT6djqXPAAAAAAAAABgy2gIAAAAAJKBSx4AAAAAAAAAsHU0BAAAAADJwCUPAAAAAAAAANg6GgIAAACAZLL3Sx4AAAAAAAAAcGzsQQoAAAAAAAAAAAAAgAOiIQAAAAAAAAAAAAAAAAdEQwAAAAAAAAAAAAAAAA6IhgAAAAAAAAAAAAAAABwQDQEAAAAAAAAAAAAAADggGgIAAAAAAAAAAAAAAHBANAQAAAAAAAAAAAAAAOCAaAgAAAAAAAAAAAAAAMAB0RAAAAAAAAAAAAAAAIADoiEAAAAAAAAAAAAAAAAHREMAAAAAAAAAAAAAAAAOiIYAAAAAAAAAAAAAAAAcEA0BAAAAAAAAAAAAAAA4IBoCAAAAAAAAAAAAAABwQDQEAAAAAAAAAAAAAADggGgIAAAAAAAAAAAAAADAAdEQAAAAAAAAAAAAAACAA6IhAAAAAAAAAAAAAAAAB0RDAAAAAAAAAAAAAAAADoiGAAAAAAAAAAAAAAAAHJCrtQsAAAAAYB35i/jZ5dwAAAAAAAAAEoeGAAAAAFhNWn1ozIfRzxcTE6thUzun+RouLmxKBgAAAAAAAFgLDQEAAACwirT+QJoPo5/NxcWohR+s0NVzoWkyf65CvurxaYc0mRsAAAAAAABA4tAQAAAAAKtIyw+k+TA6cX7ZdESnD59Lk7mLVCjEfwMAAAAAAADAymgIAAAAgNWk1QfSfBgNAAAAAAAAADQEAAAAAMmWv4ifXc0LAAAAAAAAwLnQEAAAAAAkQ0xMrIZN7Zym87u4GNNsfgAAAAAAAACOj4YAAAAAIBlcXIxa+MEKXT0Xmupz5yrkyyUPAAAAAAAAAKQYDQEAAABAMv2y6YhOHz6X6vMWqVCIhgAAAAAAAAAAKcYepAAAAAAAAAAAAAAAOCAaAgAAAAAAAAAAAAAAcEA0BAAAAAAAAAAAAAAA4IBoCAAAAAAAAAAAAAAAwAHREAAAAAAAAAAAAAAAgAOiIQAAAAAAAAAAAAAAAAdEQwAAAAAAAAAAAAAAAA6IhgAAAAAAAAAAAAAAABwQDQEAAAAAAAAAAAAAADggGgIAAAAAAAAAAAAAAHBANAQAAAAAAAAAAAAAAOCAaAgAAAAAAAAAAAAAAMAB0RAAAAAAAAAAAAAAAIADoiEAAAAAAAAAAAAAAAAHREMAAAAAAAAAAAAAAAAOiIYAAAAAAAAAAAAAAAAcEA0BiOPMmTPq3r27ypcvr5o1a2rChAmKjIy0dlkAACAVkfcAADg+8h4AAOdA5gMAnsXV2gXAtty5c0ddu3ZVwYIFFRwcrGvXrmn8+PF6+PChPvzwQ2uXBwAAUgF5DwCA4yPvAQBwDmQ+AOB5aAiAha+//lr37t3T9OnT5e3tLUmKiYnRmDFj1KdPH+XMmdO6BQIAgBQj7wEAcHzkPQAAzoHMBwA8D5cMgIWffvpJ1atXN79wkKQmTZooNjZWe/futV5hAAAg1ZD3AAA4PvIeAADnQOYDAJ6HhgBYOHv2rAoXLmxxzNPTU76+vjp79qyVqgIAAKmJvAcAwPGR9wAAOAcyHwDwPFwyABbCw8Pl6ekZ57iXl5fu3LmTrDmjoqJkMpn0559/Jul+HSa+qujI6GSt+Syu7q5JriU5qD9+Sa0/MjJSBoMh1esAAGdG3qce6k8YmQ8A1kXepy57fwy2Uj95DwCpj8xPPdQfP/IesH80BCDNJfcXv7dv3Bcx9oT6U4fBYODFAwDYAfLePtlS/WQ+ANg+Z817yf4fg63UT94DgH1w1syn/tRB3gO2h4YAWPD09FRERESc43fu3JGXl1ey5qxQoUJKywIAAKmIvAcAwPGR9wAAOAcyHwDwPEZrFwDbUrhw4TjXFYqIiFBoaGic6xABAAD7RN4DAOD4yHsAAJwDmQ8AeB4aAmChTp062rdvn8LDw83HNm/eLKPRqJo1a1qxMgAAkFrIewAAHB95DwCAcyDzAQDPYzCZTCZrFwHbcefOHTVr1kyFChVSnz59dO3aNY0fP14tWrTQhx9+aO3yAABAKiDvAQBwfOQ9AADOgcwHADwPDQGI48yZM/rkk090+PBhZcmSRa+++qoGDx4sd3d3a5cGAABSCXkPAIDjI+8BAHAOZD4A4FloCAAAAAAAAAAAAAAAwAEZrV0AAAAAAAAAAAAAAABIfTQEAAAAAAAAAAAAAADggGgIAAAAAAAAAAAAAADAAdEQAAAAAAAAAAAAAACAA6IhAAAAAAAAAAAAAAAAB0RDAAAAAAAAAAAAAAAADoiGAAAAAAAAAAAAAAAAHBANAQAAAAAAAAAAAAAAOCAaAgArMZlM1i4hRey9fgAA0oO956W91w8AQHqx98y09/oBAEgP9p6X9l4/gOSjIQB2KyYmxtolpEhUVJS1S0iWmJgYRUVF6caNG9YuBQDgJOw588l7AAASx57zXiLzAQBIDPLeOsh7AAYTLUGwI/fv39eOHTvUokULSVJsbKyMRvvpa7l//74WLVqkEydOKDo6WvXq1VO7du2sXVai3bt3T2PHjtXJkyd1/fp1tWnTRgMHDrR2WQAAB2TPmU/eAwCQOPac9xKZDwBAYpD31kXeA5AkV2sXACTWgwcP1KFDB/39998KDQ1Vjx49ZDQa7eYFxL1799S+fXtlzpxZXl5eevDggUaNGqVbt26pd+/e1i7vue7evau2bdsqR44cqlChgmJjYzVz5ky5urqqX79+1i4PAOBA7DnzyXsAABLHnvNeIvMBAEgM8t66yHsAT9AQALsQHR2tCRMm6Pr166pQoYKWLFmimJgY9erVyy5eQERGRurdd9+Vn5+fRo8erQIFCujGjRuaPXu25s+fr9q1a6tEiRLWLjNBjx49Ut++fZUrVy598sknypcvn6THWyTt37+fFw8AgFRjz5lP3gMAkDj2nPcSmQ8AQGKQ99ZF3gN4mu3+tgWecvHiRe3fv1916tTRhx9+qKpVq2rZsmWaN2+eJJlfQNiqn3/+WdevX9frr79uDt4cOXLopZde0qNHj3TlyhUrV/hse/fuVWxsrLp27Sp/f3/zcT8/P/n5+Wnr1q1at26dzT8OAIDts+fMJ+8BAEgce857icwHACAxyHvrIu8BPI0dAmAXcufOrZ49e6pRo0by9vZWr169FBMTo2XLlkmSuaswJiZGLi4uVq42Ln9/f2XNmlU1atSw6H6sUqWKcufOrT/++EMNGjSw2forVKig9u3bq2bNmjIYDJIeb/e0bt06PXz4UIcPH9aNGzdUpEgRvfvuu6pZs6aVKwYA2Ct7znzyHgCAxLHnvJfIfAAAEoO8ty7yHsDTDCaTyWTtIoDEMJlMMhgMio6Olqurq86cOaOZM2fql19+UefOndWrVy9JMncV2tp2Qw8ePFCmTJnibIXUunVrVaxYUR988IEVq3u+J89/bGysTCaTmjVrJg8PD40aNUqFChXSzZs31alTJ5UoUcLc5QkAQHLYc+aT9wAAJI49571E5gMAkBjkvXWR9wCesK3frsAzPOlic3V9vLFFQECA+vXrpxdeeEHLli3T/PnzJUn//vuvvvnmG4WFhVmt1vhkypRJ0v+9qImJiZEkZcmSRQ8fPjSPu3v3rnbt2pX+BT7Hk+ffaDTKxcVFr7/+uoKDg1W2bFl5eHioYMGC+uCDD/S///1Pp06dEr1GAIDksufMJ+8BAEgce857icwHACAxyHvrIu8BPMElA2DXAgIC1LdvXxkMBi1dulTh4eE6f/68tm7dqnr16lm7vGd6so2Qh4eHbt26JUmKiIjQuHHjFBISoj179sjX19eaJcbrSVdht27d4py7fPmy8ufPrzx58phfbAAAkBrsNfPJewAAEs9e814i8wEASCzyPv2R9wBoCIBdi42NVZEiRdS3b189fPhQc+fOlZeXl0JCQpQzZ05rl5co7u7uCg8P18OHDzVhwgRt3rxZa9assckXDpIsXhQ8eSEhSTdu3NCxY8dUsmRJm9vaCQBg/+w988l7AACez97zXiLzAQB4HvI+/ZH3AGgIgF17ElKenp66d++ePDw8tHz5chUpUsTKlT3fk+sOZcqUSWFhYRo7dqzWrVunlStXqmTJktYuL1GevHA4c+aM5s+fr/379+urr74yb6UEAEBqsdfMJ+8BAEg8e817icwHACCxyHvrIu8B50RDAOzegwcPNH78eO3fv1/fffedXbxwkP7vhY+fn5++/fZb/fXXX1qxYoXdvHB4Ijg4WEeOHNG5c+e0aNEiBQQEWLskAICDssfMJ+8BAEgae8x7icwHACApyHvrIu8B52MwmUwmaxcBpNT//vc/+fr6KjAw0NqlJNlff/2lN998U8uWLbPL4D1x4oQ2b96s1q1bK1++fNYuBwDg4Ow188l7AAASz17zXiLzAQBILPLeesh7wPnQEADYgIcPHypjxozWLiPZYmJi5OLiYu0yAACwaeQ9AADOgcwHAMDxkfcA7AkNAQAAAAAAAAAAAAAAOCCjtQsAAAAAAAAAAAAAAACpj4YAAAAAAAAAAAAAAAAcEA0BAAAAAAAAAAAAAAA4IBoCAAAAAAAAAAAAAABwQDQEAAAAAAAAAAAAAADggGgIAAAAAAAAAAAAAADAAdEQACDN3bt3T9WrV9e6deussv7KlSv14osvKjIy0irrAwDgDMh7AAAcH3kPAIBzIPMBx0JDAIA0t3TpUmXJkkXNmjUzH7t+/bomTZqkzp07q0KFCgoMDNSBAweSNO/YsWPVqlUrValSReXKlVOTJk0UHByse/fuWYxr3bq1oqKi9PXXX6fK4wEAAHGR9wAAOD7yHgAA50DmA46FhgAAaSoqKkpLly5Vu3bt5OLiYj5+7tw5zZs3T9evX1dgYGCy5v7zzz9VqVIlBQUF6f3331fVqlU1d+5cvfnmm4qNjTWPy5Ahg1q2bKnFixfLZDKl+DEBAABL5D0AAI6PvAcAwDmQ+YDjcbV2AQAc248//qiwsDA1adLE4nipUqV04MABeXt7a/PmzTp8+HCS5165cmWcY/nz59fnn3+uP/74Q+XLlzcfb9KkiebPn6+ff/5Z1atXT/JaAAAgYeQ9AACOj7wHAMA5kPmA42GHAMTx888/KzAwUNu2bYtzbv369QoMDNThw4c1fPhwVahQQRcvXlTPnj1Vvnx51apVS9OnT4/TsXX//n2NHz9edevWVenSpdW4cWMtWLAgzrjAwEDzPyVKlFDt2rU1atQohYeHW4yLjIzUtGnT1KhRI5UuXVp169bVhAkT4lxPJjAwUB9//HGcx9GnTx/Vr1/ffPvSpUsKDAzUggULkvx8xef7779X27ZtVa5cOb3wwgvq2LGj/ve//0mS6tevb/E4//vPk7qermnx4sWqV6+eypYtq06dOunkyZNx1jxz5owGDhyoKlWqqEyZMmrdurV27NgRZ1x4eLjGjh2r+vXrq3Tp0qpTp46GDRumsLAw85hHjx4pODhYjRs3VpkyZVSrVi0NGDBAFy5cMI9ZsGCBXn/9dVWtWlVly5ZV69attXnz5jjrbd++XXnz5lX+/PktjmfNmlXe3t7Jen6fJW/evObH+bTSpUvL29s73ucEAJwReZ9y5P3/Ie8BwDaR9ylH3v8f8h4AbBeZn3Jk/v8h8wHHww4BiKNq1arKnTu31q9fr0aNGlmcW79+vfLnz68KFSpo1apViomJ0Ztvvqly5cpp6NCh2rNnj4KDgxUTE6NBgwZJkkwmk/r27asDBw6obdu2KlGihPbs2aMJEybo2rVrGjlypMUajRo1UqNGjRQTE6MjR45o1apVevjwoSZOnChJio2NVd++fXXo0CG99tprCggI0MmTJ7VkyRKdP39eM2fOTJ8nKgHTp09XcHCwKlSooIEDB8rNzU2///67fv75Z9WqVUsjR440Xw/n7Nmzmj17tt566y0VLlxYkpQlSxaL+b777jvdu3dPHTp00KNHj7Rs2TJ17dpV69evV44cOSRJp06d0htvvKGcOXOqV69eypw5szZt2qT+/fsrODjY/N/x3r176tixo86cOaM2bdqoZMmSunXrlnbu3Klr167Jx8dHMTEx6tOnj/bv369mzZqpS5cuunfvnvbu3auTJ0+aXwQsXbpU9evXV4sWLRQVFaUffvhBgwYN0pw5c/Tiiy+a6z98+LBKlSqVZs93dHS0wsPDFRUVpVOnTmnKlCnKkiWLypYtG2dsyZIl9dtvv6VZLQBgT8j7lCHvyXsAsAfkfcqQ9+Q9ANgLMj9lyHwyH3B4JiAeX3zxhal06dKm8PBw87GbN2+aSpYsaZo2bZrJZDKZ3nvvPVOxYsVMn3zyiXlMbGysqXfv3qZSpUqZbt68aTKZTKZt27aZihUrZpo5c6bFGkFBQabAwEDTP//8Yz5WrFgx8/xPtG/f3tS0aVPz7e+++85UvHhx0y+//GIxbuXKlaZixYqZDh06ZDHfmDFj4jy+3r17m+rVq2e+ffHiRVOxYsVM8+fPf/6T8wznz583FS9e3NS/f39TTEyMxbnY2Ng443/++WdTsWLFTD///HOcc09qKlu2rOnq1avm47///rupWLFiprFjx5qPde3a1dS8eXPTo0ePLNZr37696aWXXjIfmzp1qqlYsWKmrVu3xlnvSX1r1qwxFStWzLRo0aIEx5hMJtODBw8szkVGRpqaN29u6tKli/lYVFSUKTAw0DR+/Pg4cz1t06ZNCT4Pz3P48GFTsWLFzP80btw4wXlGjRplKlu2bJLXAABHRd4nD3lP3gOAPSHvk4e8J+8BwN6Q+clD5pP5gDPgkgGI16uvvqrIyEiL7WI2btyo6OhovfLKKxZjO3bsaP7ZYDCoY8eOioqK0v79+yVJP/30k1xcXNS5c2eL+/Xo0UMmk0k//fSTxfEHDx4oLCxMoaGh2rJli06cOGFxfZjNmzcrICBAhQsXVlhYmPmfatWqSZIOHDhgMd+jR48sxoWFhSk6Ojrex/1k7Tt37sTZ+igxtm/frtjYWPXv319Go+VfL4PBkOT5JKlhw4bKmTOn+XbZsmVVrlw57d69W5J0+/Zt/fzzz2rSpInu3r1rfoy3bt1SrVq1dP78eV27dk2StHXrVhUvXjxOl+jT9W3dulXZsmVTp06dEhwjSRkzZjT/fOfOHUVERKhSpUr666+/LI6bTCZ5enom67EnRpEiRbRo0SLNmDFDb775pjJnzqz79+/HO9bT01MPHz7UgwcP0qweALAn5D15T94DgOMj78l78h4AnAOZT+aT+QASwiUDEK+AgACVKVNG69evV7t27SQ93lqofPnyKlCggHmc0WhUvnz5LO5bqFAhSdLly5fN//bz81PWrFnjrPH0uCcWLFhgcd2f2rVra8iQIebb//zzj86cOWPxguJpN2/etLi9Zs0arVmzJs64J9eleVpwcLCCg4MlSRkyZFC1atU0cuRIFSxYMN61/uvChQsyGo3mx5Yann6+nyhYsKA2bdpkXtNkMmnq1KmaOnVqvHPcvHlTOXPm1IULF/TSSy89c70LFy6oUKFCcnV99q+HXbt2adasWTp+/LjFdZ7ie5GUnBdiT9y+fVtRUVHm2xkzZpSHh4f5dtasWVWjRg1Jj19orV+/Xv369dO3336r4sWLx1tHcl/IAYCjIe/Je/IeABwfeU/ek/cA4BzIfDKfzAeQEBoCkKCWLVvqs88+09WrVxUZGakjR47oww8/TPN1X331VbVs2VKxsbG6ePGiZs6cqT59+mjx4sUyGAyKjY1VsWLFNGLEiHjvnytXLovbDRo0iNMZN2XKFN24cSPOfdu3b6+XX35ZMTExOnPmjKZPn67+/fvrhx9+SL0HmMpiY2MlPe7OrF27drxjnlwjKLX8+uuv6tu3r1544QWNHj1avr6+cnNz09q1a7VhwwbzOC8vLxkMBoWHhyd7raCgIB08eNB8u1WrVho/fnyC41966SUNGzZMP/zwQ5wXD+Hh4cqUKZNFJyQAODvynrxPCHkPAI6DvCfvE0LeA4BjIfPJ/ISQ+YBzoyEACWratKnGjx+vDRs26OHDh3Jzc1OTJk0sxjwJ+CcdhJJ07tw5Sf/XrZc3b17t379fd+/etegoPHv2rMW4J/Lly2fuDpMkDw8Pvfvuuzpy5IgqVKig/Pnz6++//1b16tUT1RWWK1cui/kkacmSJfG+eChQoIB5bO3atfXw4UN9+eWXunLlivLkyfPctfLnz6/Y2FidOXNGJUqUeO74xPjnn3/iHDt//rz5eXvSzenm5hbnccZX36lTp5475vfff1dUVJTc3NziHbNlyxZlyJBBCxYskLu7u/n42rVrLca5uroqf/78unTp0jPXfJb33nvP4sWHn5/fM8dHRkYqNjZWERERcc5dunRJhQsXTnYtAOCIyHvynrwHAMdH3pP35D0AOAcyn8wn8wHEx/j8IXBWPj4+ql27ttatW6f169erVq1a8vHxiTNu+fLl5p9NJpOWL18uNzc38/Y/derUUUxMjMU4SebuwDp16jyzjocPH0qSeQubJk2a6Nq1a/rmm2/iHZvQtWaS40mnnouLS6LGN2zYUEajUTNmzDDf94nkbrGzfft28/WCJOmPP/7Q77//bn7esmfPripVqmjVqlW6fv16nPuHhYWZf37ppZf0999/a9u2bXHGPanvpZde0q1bt+L893p6jIuLiwwGg2JiYsznLl26pB07dsS5T/ny5XX06NHEPtw4SpcurRo1apj/KVKkiKTHnYFPbzv0xOrVq833+6+//vpLFStWTHYtAOCIyHvyPqEx5D0AOA7ynrxPaAx5DwCOhcwn8xMaQ+YDzo0dAvBMLVu21MCBAyVJgwYNinM+Q4YM2rNnj9577z2VLVtWe/bs0Y8//qi33nrL/EKjfv36qlq1qr788ktdvnxZgYGB2rt3r3bs2KGuXbvG2frmxIkT+v7772UymXTx4kUtW7ZMuXLlMofBq6++qk2bNmn06NE6cOCAKlasqJiYGJ09e1abN2/W/PnzVaZMmWQ93nPnzumnn36SyWTS6dOntWDBApUpU0Y5c+ZM1P0LFCigt956SzNnzlSHDh300ksvyd3dXX/++af8/Pz07rvvJrmm/Pnz64033tAbb7yhyMhILV26VN7e3nrzzTfNY0aPHq0OHTqoRYsWeu2115QvXz7duHFDR44c0dWrV7Vu3TpJUs+ePbVlyxYNGjRIbdq0UalSpXTnzh3t3LlTY8aMUfHixdWyZUt99913GjdunP744w9VqlRJDx480P79+/XGG2+oYcOGqlu3rhYtWqQ333xTzZs3182bN7VixQrlz59fJ06csKi/QYMG+v7773Xu3DmLrlNJmjlzpiTp9OnTkqTvv/9ehw4dkiT169fvmc/LwYMH9emnn6px48YqUKCAoqKidOjQIW3dulWlS5fWK6+8YjH+6NGjun37tho0aJDk/wYA4OjIe/KevAcAx0fek/fkPQA4BzKfzCfzAfwXDQF4pnr16snLy0uxsbHx/tJ1cXHR/Pnz9dFHH2nixInKkiWLBgwYoP79+5vHGI1GzZo1S9OmTdPGjRsVEhKivHnzatiwYerRo0ecObdt26Zt27bJYDAoR44cqlq1qt5++21lyZLFPN+MGTO0ePFiff/999q2bZsyZcokf39/de7cOU5AJcXq1au1evVqGY1G+fn5qVGjRho8eHCS5hg0aJD8/f311Vdf6csvv1SmTJkUGBioV199NVk1tWzZUkajUUuWLNHNmzdVtmxZjRo1ymKbnSJFimjt2rWaPn26vv32W92+fVs+Pj4qWbKkxX+LLFmyaPny5QoODta2bdv07bffKnv27Kpevbr5BZKLi4vmzZunWbNmacOGDdq6dau8vb1VsWJFBQYGSpKqV6+uzz77TPPmzdPYsWPl7++vIUOG6PLly3FePNSrV0/ZsmXTpk2b4rwgmDp1qsXtp7cnet6Lh2LFiqlq1arasWOHQkNDZTKZlD9/fvXv3189e/a02PZIkjZv3qw8efKoWrVqz3vKAcDpkPfkPXkPAI6PvCfvyXsAcA5kPplP5gP4L4MpuXuewClER0erdu3aqlevnsaOHWtxbvjw4dqyZYsOHz5speoc26VLl9SgQQMNGzZMPXv2tHY5KTJjxgyFhIRo69atid6qKTVFRkaqfv366tWrl7p27Zru6wOArSPvrYe8Tz3kPQA8G3lvPeR96iHvAeD5yHzrIfNTD5kPpC6jtQuAbdu+fbvCwsLUsmVLa5cCO9atWzfdv39fP/zwg1XWX7t2rVxdXfXGG29YZX0AsHXkPVIDeQ8Ato28R2og7wHA9pH5SA1kPuBYuGQA4vX777/rxIkTmjlzpkqWLKkqVapYuySrCw0Nfeb5jBkzysPDI52qsS9ZsmTR/v37rbb+k+s1AQAskfdxkffJR94DgG0i7+Mi75OPvAcA20Xmx0XmJx+ZDzgWGgIQr5UrV2rdunUqXry4xo8fb+1ybEKtWrWeeb5Vq1Y8VwAAu0Lex0XeAwAcDXkfF3kPAHBEZH5cZD4APGYwmUwmaxcB2IN9+/Y987yfn5+KFCmSTtUAAIC0QN4DAOD4yHsAAJwDmQ8Aj9EQAAAAAAAAAAAAAACAAzJauwAAAAAAAAAAAAAAAJD6aAgAAAAAAAAAAAAAAMAB0RAAAAAAAAAAAAAAAIADoiEAAAAAAAAAAAAAAAAHREMAAAAAAAAAAAAAAAAOiIYAAAAAAAAAAAAAAAAcEA0BAAAAAAAAAAAAAAA4IBoCAAAAAAAAAAAAAABwQDQEAAAAAAAAAAAAAADggGgIAAAAAAAAAAAAAADAAdEQAAAAAAAAAAAAAACAA6IhAAAAAAAAAAAAAAAAB0RDAAAAAAAAAAAAAAAADoiGAAAAAAAAAAAAAAAAHBANAQAAAAAAAAAAAAAAOCAaAgAAcdy9e1cPHjywdhkAAAAAAAAAAABIARoCkK6WL1+uCxcumG9v3bpVv/32mxUrArBjxw598skn6t69uxo3bqwKFSqoUqVKmj9/vrVLA4A0xesSAAAAAAAAAI7ONTl36ty5sw4ePPjMMTt27JC/v3+yioLj2rt3r3799Vd9+umn+vfffzV69Gh98skn1i4LcFpjx47VkiVL4hx3cXHRn3/+aYWKgKTjdQmSi9clAAAAAAAAABxdshoCgOR655131LdvX1WsWFGS9Oqrr6pBgwZWrgpwTr/99pu5GaBx48Zq0KCBChYsKD8/P/n6+srVlYgA4Nh4XQIAAAAAAADA0aX405633npLtWvXliR17NgxxQXBsRUpUkRbtmzR1atXlSVLFnl5eVm7JMBprVy5UpLUvHlzffHFF1auBkgdvC5BUvC6BAAAAAAAAICjS1ZDgMlkMv9csGBBVa5cOVH3++effzR79mzt27dPN2/eVJYsWVS2bFn16NFD1atXjzP+eVsAP9n+99KlS+Zvc1WpUkXLli2TJH355ZeaPXt2nOMJeXq9J3P//fff6tKli+7cuaPs2bNr2bJlCggI0MmTJzVnzhwdP35cN27c0L179+Tp6akyZcqoV69eeuGFFyRJw4cP17fffvvMdfPmzaudO3dKksLCwjRnzhzt2rVLV65cUaZMmVShQgX169dP5cuXN9/nwIED6tKlS7zztWrVSuPHj5ckhYaGas6cOfrxxx919epVZcyYUSVKlFCHDh3UpEkT833++xwOHTpUEyZM0J9//ikPDw+1bdtWAwYMMH9j+On1n15vyJAhWr9+fZzjTz8PS5cuVdWqVRUWFqYXXnhB4eHhFsclKTg4WNOnT5ckjRs3Tq1bt37mcxjf/JJUv359Xb58WZJ04sQJ83iTyaSQkBCtXr1aJ0+eVHR0tAoWLKg2bdqoc+fOMhqNFvM//fw87zmXlOg/H5IUEhKiESNGWMyXMWNG5c+fX23atFG3bt3Mx+N7PAn9+Y/vOYyMjFTTpk118eLFeJ/bv//+W3PnztXBgwd1+/ZtZcuWTXXq1FFQUJBy5cqV4OP/r/ieLzc3N/n5+alu3boaNmyYMmXKJEn65ZdftGzZMv39998KCwvTw4cP5e3trUqVKqlv374qXry4JOnRo0d68803zX9HP/30U7Vr106SFBgYKMny79LTf/+bNGmiyZMny2g0pvg5fNZj/e/vmXv37mnhwoXasmWLLly4IFdXV5UqVUpvvvmm6tatm+jn84l///1X8+bN0549e8x/nwsXLqyuXbuqadOm5nHHjh3TnDlzdOjQId25c0deXl6qVKmSevfurdKlS5vH/frrr5KkrFmzqnv37jpx4oQiIiKUO3duNWjQQH369JG3t7d5fHy/I//r6T/PAwYMUFBQkPm/z7P8d+zT/y1Xr16tDz74IM5xSVq8eLFWr16tCxcuKDIyMt454fh4XcLrElt+XSJJBoNBWbJkUbFixdSvXz9z08oTmzdv1vLly3X8+HE9fPhQOXPmVN26dfXWW2/Jz8/PPG7WrFnauHGjrl69qnv37ilz5swKDAxU3759VatWLfO4p3+XLly4UOPGjdPBgwfl7u6upk2baujQocqcObN5/Pjx43XkyBFdunRJt2/flpubmwoWLKjmzZura9eucXaMOXLkiBYuXKjffvtNt2/flpeXl0qWLKl33nlHx48fj/O6Jj47duzQwYMH42TGf5+/p/87zJ07V3v27NE///yj27dvy2AwKG/evGrUqJHeeust82sL6fHf7/Hjx+u3335TeHi4YmNjLdZ/+nXh8zz92uG/Tpw4EefPX7NmzfTll1/q1KlT8vX1VZcuXcyv557OtP79+2vgwIHmubZv367+/ftLkjp16qRRo0ZZ/NlLSHy/exLy9PO8fft2rVmzRidPntStW7cUFRUlX19fVatWTf379+cyKwAAAAAAAA4iWQ0BT7+h9t8PThPyxx9/qFu3brp375752O3bt/XTTz9pz549+vDDD9WhQ4fklBOvK1euaPHixSma48yZM+revbv5A7WFCxcqICBAknTq1Clt2LDBYnxYWJh2796tPXv2aNGiRapWrVqSa37jjTd09epV87GoqCjt3r1b+/bt09SpU5O0je3Fixf1xhtvKDQ01GK+gwcP6uDBgzp27JiGDBkS534XLlxQ165ddf/+fUnSw4cPNWvWLIWFhenjjz9OcL0//vgjznPyLMHBweY33dPb8OHD9d1331kcO3HihMaOHasjR47oyy+/TNH8Kf3z8fDhQ508eVLjxo1Tzpw5LT4kSYmlS5eamwH+a/fu3RowYIDFh6rXr1/XmjVrtHv3bq1cuVL58uVL9tpRUVG6fPmyVqxYIUkaPXq0JOnw4cPasmWLxdjQ0FBt3rxZu3fv1tq1axUQEKAMGTJo1qxZ6tq1q44ePaoPP/xQWbNmjfe5WbhwoflDtzp16mjixImJ/l2VWiIiItShQwedPHnSfOzRo0fmv38ffvhhkr69fPz4cXXr1k23b982H4uMjNSRI0dUqFAhc0PAjh07NGjQIEVFRZnH3bhxQ1u2bNHOnTstfo/cuHFDkvT1119brPXPP/9o4cKF2rZtm1atWqXs2bMn+fGnlrt372rKlCnxntuyZYvGjRuXvgXBJvG6hNcl8bGl1yUmk0l3797Vb7/9pv79+2vz5s3KkyePJGnixImaP3++xfhLly5p+fLl2rp1q0X+/vTTTxa5EhERoV9//VV9+/bVxo0b4+R0RESEOnbsaP59f//+fa1YsUIXL160WHP58uUW+R8VFaW//vpLf/31l06fPm3xu3bt2rUaNWqUYmJizMdu3Lihn376KdVeryQkJCRE586dszh25swZnTlzRocPH9bSpUvNxwcMGGDxXKWXQ4cOad26debn5/Llyxo3bpwiIyPVu3dvNW3aVGPHjtX9+/e1YcMGi4aApxvemjdvnua1/vTTT9q1a5fFsStXrigkJEQ//fST1q1bZ9XXAAAAAAAAAEgdKW4IcHd3f+54k8mkESNGmN90b9y4sdq0aaMjR45o9uzZio2N1dixY1WvXj3lzp073nWmTZum7Nmz69NPP9Xx48efu+YXX3yhhw8fJuVhWbh48aLee+89hYWFKUuWLJo/f775m8qSVKhQIQ0fPlz58uVT1qxZZTKZdP78eY0dO1aRkZGaO3euqlWrprfeektt27aV9PgDvU8//VTS4w8p+/TpI0nKkCGDJGnMmDHmN91btmyp5s2b69KlS5owYYLu37+vkSNHateuXRbf6PrvXJKUI0cO83xP3nSvUqWKunfvrgsXLmjy5Ml69OiR5s2bp0aNGqlcuXIW8129elW1atVSp//H3p3Hx3T9fxx/TzZEZCO2iArV1B6qQu1LF1stpZaira0URWtvrVVFqS0IKWpJW3u1GqpoKaX9KuJrqZ0QX3tiS5p1fn/kkfllJCEhyfT0us8AAJcuSURBVCST1/Px8Gjm3jPnfu7NzZzpPZ9zTrduOnHihPz9/RUfH6/Vq1era9euZtchuSlTppiN0nyUM2fOaM2aNekqm9m2bt1qSgbw9vbWoEGD5OjoqICAAB0+fFjBwcF6+eWXzUZcJ78XK1asqI8//tjs9/mw9N4fD2vfvr3eeOMNHThwwJSUcODAgUx5wH779m1TJ/nDoqKiNGrUKMXExMjOzk6DBg1SlSpV9Mcff+irr77SjRs3NHHixBQdFulRoUIFffLJJwoPD9dHH32k6Oho08h0SapSpYrGjh2rkiVLqmDBgoqPj9exY8c0Y8YMRUVF6euvv9ann34qKXEke2BgoLp166azZ89q+PDhcnJyMjve2rVrNW3aNEnSCy+8oHnz5sne3j7DcT+tWbNmmToiGjZsqLfeekvh4eGaMWOGbty4oc8//1xNmjQx+8xLi9Fo1IgRI0zJAM8995x69+4tV1dXhYSEmDrJIiMj9fHHH5uSAbp06aLGjRvrt99+0zfffKPY2Fh9/PHHqlOnjhwdHZUvXz5TB5CLi4uGDRsmd3d3+fv768SJE7p06ZKmT59uup5PKigoyPTzokWLtHv3bknSJ598ogoVKkiSqWPsYYsXLzZ1ZD3sP//5j+nnvn37qn79+tq7d2+a9zmsF99L+F6SmpzyveSTTz7R888/r6CgIG3ZskXR0dH673//q5IlSyokJMTUtubLl09DhgxRmTJl9PXXX+vPP/9M0f42btxYnTp1UtGiRRUXF6dNmzZp8+bNiomJ0bFjx1IkBNy9e1eVKlUy/S6T2tbff/9dO3fuVJMmTSQlLrVRpkwZOTs7K1++fLpz544CAwMVEhKijRs3avDgwSpevLiuXbumCRMmmDq7mzVrpnbt2ik+Pl579uyRvb29XnrpJbPP/aTkNw8PD7MEr+QzH6RX586d5ebmJldXVxUoUED379/Xd999p127dunPP//UwYMHVaNGDUVERJja4GeeeUajR49WoUKFNGTIELOElCeR/NxSExoaqlatWun111/XH3/8YUoEmjdvnjp06CB3d3c1b95c69ev18WLFxUSEqJq1aopISFBu3btkpQ4s0P16tVT1J18SZTHffYkff+SpN9//z3VtrFevXqqVKmSihYtqoIFCyo6Olp//PGHli5dqps3b2rt2rXq169fuq4LAAAAAAAAcq4nSghIPvL04YfAqTlx4oTOnDkjKfFh4MyZM2Vvb6+GDRvq7Nmz+vnnnxUbG6uff/7ZbHr05COPfH19VaxYMRUqVOixxzt8+LB++umnDJxRSkOGDFFERITy58+vRYsWqWrVqmb7fXx89J///EcBAQE6d+6cIiMjzR46Hz16VFLi1MVlypRJcT6FCxc2m9I4IiLC9BDQw8PDNBV6+fLlVbduXf3yyy+KiIjQ77//rldffdUslofrSqpvz549khI7R+bOnSs3NzdJ0rVr17R06VJJ0ubNm1M8eC9QoIBmz56tQoUKqXHjxjp37pxput0dO3ak+uA9ODhYhw4dSvN6Pmzq1KmKi4tLc/+gQYOeeKrvU6dOydbWVpJSTCEuST/88IPp57feekvFihWTJHXo0EGHDx82lUmeEJD8nnd3d1fNmjXNfp8PS+/9kR5pTdWf1KmeVmfpw+bMmaN79+6lum/v3r26ffu2JOmll14y3U+NGzfWli1bFBYWpj179uj27dtyd3dPd+xpSX5Ovr6++vvvv7V69WpdunRJUVFRZmUfvlbu7u5atmyZunTporCwMLP75MaNG6aZBypWrKhFixYpf/78acaRkWt48eJFHThwQE5OTvL09HzkZ1FCQoJpVKq9vb3effdd2dvbq2DBgnr55ZdNnfNbtmxRz549H3vsf/75x9Sx4eTkpOXLl5t+D8mXHti7d6/Cw8MlSZUqVdKECRNMZUJCQnTs2DGFh4frjz/+ULNmzeTs7Gy6Jz744AO9+eabkqSyZcuaklC2bdumzz77LMV00UePHtW1a9fk7u6ukiVLmjoQU5P882ndunWmn5977rlHTu0eFhb2yBHVyUctVq5cWTVr1tTly5fTLA/rxfcSvpc8LCd9L5ESlwxILinRJOk8pMTvJEltgq+vrxo2bKiYmBjt2bNHERERcnV1Vd++fXXu3Dndvn1bsbGxpphtbGxUvnz5VI89a9YsPfPMM5IS28mkjuHt27ebEgJq166tJUuW6MiRIwoPDze7FkajUceOHVPx4sW1ZcsW03er6tWra/78+aZyye+D1EaVOzg4PPIz/8qVK6Z2+datW6mWqVu3rhYuXKi///5bt27dMvvblxLv8xo1asjR0VEFChRQVFSU6XtboUKF0pUw9DiPW5KkZMmSmj59umxtbdWwYUMdOXJEBw8eVExMjHbv3q22bduqQ4cOWr9+vaTEe6BatWo6cuSI6ftIy5YtU637mWeeMR3/cZ89hQoVMpUNDQ1NtUytWrUUEBCgZcuW6X//+1+KpKWMfF8FAAAAAABAzvVECQHJO1nT8yD8woULpp8rVqxoNlq3SpUqpunCk5d7+DgZeYD3+eefy2g0ysHBIdUO4fRIGolbqFAhPfvss6ke41Fr/2Z0ytnQ0FDTg/sbN26kOZX42bNn01XfxYsXTfWVLl3a9NBdSrzmSR6+5lJiZ2Dy32vVqlVND6xT62yLjo7WjBkzJCld1/z333/X77//nu7yGZXWqP0kyc85rbIPX+fkv8+CBQs+NoYnvT82bNigDRs2mF7XqlVL3bt3T7VsRqabP336tNauXSsp9WuefPrd3bt3m0ZwJ2c0GnXu3LkMJwScOHHCLNaiRYtq7Nixptcffvih2RS5D0vtWnl4eMjT01NhYWFmCQTJz+vh+zg1GbmGAQEBpk4UW1tbvfLKK2lOVx8eHq47d+5ISuyoTN6hmFx6/56T/36qVauW5u/g4XLJVa1aVceOHUtRLvn+JGXLlpWLi4vu3LmjyMhIXb9+PcUI/sGDB5t+LliwoHr27KmBAwem63zSa8aMGYqOjk7zc+LNN99UUFCQbty4YTblMvIevpfwvSS5nP69pHfv3qbP3OTnm/xz2N3dXV5eXjp79qyMRqNCQ0Pl6uoqKXGkeXBwsKmsk5OTpk2bZlo+IjlXV1dTMsDDx0haQujIkSN6++23U3SuJ5eUPJY83kaNGqVZ/kk8/B3oYWFhYercubPu37+fZpmk+9zBwUF9+/bVnDlzdOjQocd24memypUrmxJTpcRrfvDgQUn/f7/WqFFDZcuW1blz5xQcHKzRo0ebfRdKKyEgM8XHx+vdd9/V8ePH0yxjqaW9AAAAAAAAkLmeaFHtpI4u6cmm+0zu4RFTqR3HYDDI2dk5XfUdPnzYNMr77bfffuK4kh7k3bhxw6zzUkrsEEiaVtbOzk4fffSRVqxYoaCgINMD7vROUZtRD4+efhKPuuZPUn779u0KCwuTlL5rvnz5ckmJ06E2a9YsQ7Fkl4evc/IOh8fd85l5f/znP/8xGz34pFatWqX4+Hg5OTnpjTfeeOJ6MuP+u379uvz9/SUljgZMegDu6Oio8ePHa+XKlWadWqldq2XLlumvv/6SlPL+THq9efNmsw6TzBQfH68tW7akubZ9emXG9Uyv1P6OHzWqPyMePHigefPmaceOHZlSn5R4nyT9/tL6XClcuLCWLFmS4c80WB++l/C9JLmc/r3ku+++S9cyE+m9Lvfv39e0adNMyztktM5vv/3WlAzQuHFjLV68WEFBQWrbtq2pTPLlMixl48aNpmSApNkJgoKC1Lt3b1OZ5Pd5//79U8xeYQlp/R6Tlu64deuW9uzZY/o+VL58+TSXwchMBw8eNCUDeHh4aNq0aQoKCtKXX35pKpNVnxsAAAAAAADIXhlOCLh8+bJp7c38+fOna/3rpKlpJen48eNm05AeOXIk1XLXrl0zPdgsWbKk2UibR0ka1VW+fHnT9NdP4rPPPlOnTp0kSb/88otpdLWUOEovOjpaUuIUvX379pWfn5+8vLzMOiUyonTp0qYHhqVLl9bx48d18uRJs39Hjx5N9yjY5PWFhoaaphGX0r7mSc6fP282+iokJMT0c6lSpVKUT7rm9erVM61r+ihJ5T/66KNM65BMbsWKFaZr5unpmWJ/8nNOXjb5v19++cXsPck7OlMbmZnc09wfAwcO1MmTJ7V37155enrKaDSaOs8flhRrejphk675e++9l+o0vt7e3qaf27Vrl+o1OXz4cLp+vw+rVauWTp48qZCQEL3yyiuSpE2bNik0NFTXrl0zlatfv766du2qWrVqPXLk7cmTJ00d8c8995ypI0dKTCr47rvv5OHhISlxverr168/sq70XsPPP/9cJ0+e1JYtW0zLECRfwz45Nzc3ubi4mGI6ePBgiut54sSJNGcYeFjy38+RI0dMyzs8rlxyyV8nlUs+avS///2v6efz58+b7lVHR8dUO1h37NihEydOaPr06aZtaV2PJ5HUOVW4cOFHrl+8d+9eU4dF//79Wes4D+J7Cd9LHpYTv5f8888/pt/Z/fv3TUskJD/f5NchPDzcNM27wWBQ6dKlTftmzZqlf/75RwcOHDB13oaGhuqbb75JceyIiAhdvHjR9Dr5tfPy8pIks3byww8/VMOGDVWzZs1Ul9NJHm/SkhKZJek70MmTJ9WuXbsU+5PH+d5776lZs2aqWbNmmsshRUVF6e+//5YkFStWTEFBQabvB1np2LFjZgkUad2vbdu2Nc1OEhAQoNOnT0vKntkBJJl9B2vdurXatm2brTMpAAAAAAAAIPtkaMmAAwcOaNasWaaHXGXKlElzfdajR48qPDxcVapUUYUKFVSuXDmdPXtWN27c0LBhw9SuXTsdOXLE1PFqb29vGsWzfft2zZgxw/SA/kk6IUeMGCEbmyeaAEGS9OKLL+rVV1/Vn3/+qQsXLmjKlCmqVauWnnnmGRUpUkT58uVTdHS0Tp06pdWrV6tw4cJasGDBE4+gcnV1VYMGDbRr1y6Fhoaqf//+6tChgwoWLKgrV67o+PHj+uWXX/Tdd9+l+vD7YW5ubqpXr55+//13xcTEaMiQIXrnnXdSPDBu1apVivdGRkZqyJAh6tatm/755x+zUdZNmzZN9Xi2trYaNWpUmh2VD/P19VXLli1NU/Q+bN68eaaO8M8//1zt27dPV73p0bp1a1MH8IgRI9SvXz+VKVNGt2/f1oULF7Rr1y41aNBAAwcO1K1bt/Tdd99py5Ytpvc7ODjowIEDpjXdpcTRXQcOHJCPj89T3R9J6+fevn3b1PmRWaPIPT099fbbb2vx4sUp9r300ktyd3fX7du39f3338vFxUUvvfSSEhISFBYWpoMHD6a4F9Lr3r17OnDggKKjo/W///3PtD0yMtJsGvr9+/dr8+bNsrGx0axZs1KtKyYmRsOHD1dMTIzs7e31xRdfmI2ic3Nzk6+vrz777DP17dtXERERGjNmjL766qsMx52W/Pnzmzq10uo4srGxUcuWLfXNN98oMjJSvXr1Uvfu3eXm5qarV6/q9OnT2rZtm6ZMmSI/P7/HHvP555/Xc889p1OnTunevXt655131Lt3b7m4uOjYsWO6e/euRo0apbp168rV1VURERE6evSoJk2apIYNG2r37t2mdYDd3Nz00ksvSUrsdPj1118lSXPnzpWDg4Pc3Ny0YMEC07Ffe+012dml3lTY2NiYXYOs6EgbNGiQnJycUt13//59LVq0SFJiZ+OAAQMyZUYN5B58L+F7SW74XnLq1CnZ2tqarcee1La3atXKNCtOUFCQihUrpmeeeUbLly83S2xwdXXVuXPnNHfuXNWpU0deXl6KjY01TUUvJc7WkpqPPvpI/fv319WrV7VixQrT9qRrl7wtXrRokdq1a6fdu3drz549Kepq3ry5Zs6cqZiYGB08eFCDBg1SmzZtZDQatXfvXtWoUUOvv/56uq9NRiSPc+XKlbK3t1dISIjWr1+favkVK1aYkho++OAD1axZM0NLfTypsLAwjRw5Uq1atdL+/ftNvyMHBwc1aNDAVK5w4cJq1KiRfvnlF7PfY3YlBCS/nj///LNeeOEF3blzRzNnzsyW4wMAAAAAACD7ZCgh4OH1Y//5558015QdPHiwPD09tXPnThkMBk2dOlXvvPOOHjx4oC1btph1sBoMBo0ZM8Y0qm/58uWmNa5LlixptlZ1etSrV08NGjRIdV3ZjHB0dNQXX3yhLl26KDIyUsOHD9c333wjOzs7dejQQUFBQYqNjdW4ceMkJXZEFC5cWLdu3Xqi402YMEFdunTR1atXtWvXrqceeTV+/Hh16dJFN27c0P79+7V//36z/X369EmxzriU2HF86NChFA/FO3bsmOYUph06dFD58uX1559/piu2UaNGpfMsMl/z5s3122+/6fvvv9fVq1c1YcKEFGWSOnt27dqluXPnmu0bPXp0ivK7d+/W7t27tWLFCvn5+T3x/ZHa+rkNGzbM6Cmm6lEjHx0dHTV16lQNHDhQMTEx+vrrr/X111+blUlttoX0OHHiRIrPiVKlSqlcuXKyt7dXo0aN9Ntvv+nOnTv66KOPJCWurZs0MjK52bNn6+TJk5ISH+6ndT82bNhQnTt31nfffafff/9d33zzjbp27fpE8ScZP368Pv30U0VGRpq2PWoq4qFDh5oSRw4dOpRmJ2V6JP8MvXv3rk6ePKnhw4eb9ieNpHR0dNRnn32mIUOGKDY2VkFBQQoKCjKVs7e312effSZHR0dJiR1Rv/zyi37++WdFRETok08+MTvuM888Y3ac5Fq1aiWj0ah///1XUuI05U2bNtWZM2ee+Dwf9rgR1UuXLjWtqz506FCzdeCRN/C9hO8lueF7yeTJk1NsS2rbfX191bt3b3311VeKjo5OMXOMh4eHxo8fL0mKjo5Oca8msbGxUfPmzVNsd3V11Y0bN/T++++bba9bt66aNGkiKfE6rl27VkajUZs3b9bmzZtlMBhUvXr1FG1XsWLFNG7cOI0bN04JCQnatm2btm3bZtpftWrV9FySJ/L6668rICBAUVFR2rt3r/bu3Ssp8TtD8g51KXF5jyVLlkhKnE0oMxNLH6dcuXLasmWLfvjhB7Pt77//vtzd3c22dejQwWxWqqpVq5rNBpGVqlWrJh8fH508eVJhYWEaMGCApMTr+aSfGQAAAAAAAMiZnnyoWgZVrVpVGzZsULt27VSsWDHZ2dnJxcVF9evX19KlS8066xwcHFSqVCl1795d69evT/Hw7FGSRoRlZtz9+/eXlDjlZ9LI2ZEjR+rtt9+Wh4eHHB0d1aRJE3399demqcSfRMmSJbVx40b16tVLZcuWVb58+VSwYEGVLVtWbdu21cKFC9M1FXISLy8vbdiwQd26dVOpUqVkb28vJycnvfjii5o1a5aGDRuW6vs8PT21atUq1apVS/nz55eHh4f69euXase5JDk5OWWoc6RFixaqXr16ustnhWnTpmnatGmqVauWChUqJHt7e5UsWVJ16tTRJ5988tSdx097f+TPn1/PPPOMevbsmeZ1z4ikkY+P0rBhQ61fv15t2rRR8eLFZW9vLzc3N1WoUEHvvvuuaZr+J2VnZ6fixYurVatWWrp0qanzdvr06WrXrp3c3Nzk7OysNm3aKCAgIMX7Dxw4oGXLlklKXDs4+ZrBqRk1apRpauPp06frwoULTxV/TEyMIiMj5ejoKB8fH3388cePXJva2dlZq1ev1uDBg/X8888rf/78KlCggMqUKaNXX31VX375pXx9fdN9/EqVKmnTpk3q0qWLvLy8ZG9vL2dnZ/n6+pqNOGzWrJm+++47vfrqqypcuLDs7Ozk7u6uV155Rd9++63ZaFqDwaDZs2dr4sSJqlatmhwdHWVvb68yZcqoV69eWrt2bZqfv1FRUfr333/l6uqqWrVqaeHChZneETRixIg0p2W/ffu26X6oWrWqWrRokanHhvXje8nj8b0kczk5OalChQoaP368OnbsaNo+fPhwzZ49W7Vq1ZKTk5Ps7e3l6empt956Sxs2bDBN7e/h4aFWrVqpVKlSKlCggOzs7OTh4aFGjRpp6dKlqU73XrBgQQUFBalx48ZydHSUq6urOnfurHnz5plmu6latar8/f313HPPKV++fCpfvrzmzJmjunXrpnoeHTt2VFBQkF555RUVKVJEdnZ2Kly4sBo0aKAKFSpkwZVLVLJkSS1ZskRVq1ZV/vz5Vbp06RTXMklgYKDu3r0rSRo2bNhTzc6RUVWrVlVgYKCqVKkiBwcHeXp6atSoUaa/2+Tq169vtixPds0OICV+Ni1evFhNmzZVoUKF5O7urh49eqSawAIAAAAAAIDczWBMWnw5HXx8fCQ9fqrUpGlVk0biIee7fPmyqaOwVq1apulr87oNGzZo9OjRj70mTZo0UVhYmGmGAABA1uN7ifXie8nTSfrb4J7PHn/++ad69OghKXHWnqlTp6b7vaNHj9aGDRtkY2OjXbt2mSUIAAAAAAAAAJkhQ0sGAMB///tfRUdHp7m/ZMmSZuvS4tGuXLmiK1eupLk/X758qlKlSjZGBABA3nDhwgXdvHkzzf2FChUyJVdkJqPRqMjISF26dMm0FMdLL71EMgAAAAAAAACyRIYSAmrUqCFJKly48CPLlShRQjVq1JCHh8eTRwbkAIULF1aNGjX03HPPPbJc5cqVVaxYMRUqVCibIrOcwYMHKywsLM39AwcO1KBBg7Ixotxt/fr18vf3T3M/ozuBtPG9BMDTCAgI0MaNG9Pcn1WzU4SFhaVYwie1JQUAAAAAAACAzJChhIBvv/02XeU6dOigDh06PFFAQE7SsGFDNWzY8LHl5s6dmw3RAACS43sJgNzM1tZWpUuX1qBBg1SzZk1LhwMAAAAAAAArZTAajUZLBwEAAAAAAAAAAAAAADKXjaUDAAAAAAAAAAAAAAAAmY+EAAAAAAAAAAAAAAAArJCdpQOA9Tt06JCMRqPs7e0tHQpyodjYWBkMBlWvXt3SoQAAHoH2Hk+LNh8AAAAAAADIfMwQgCxnNBplNBqz9Bjx8fFZWn9WI/60Zcf9AwB4erT3j0f8j0abDwAAAAAAAGQ+ZghAlksaKVilSpUsqT8uLk7h4eFyc3OTnV3uu6WJ/9H++9//ZnqdAIDMR3v/aMT/eLT5AAAAAAAAQOZjhgAAAAAAAAAAAAAAAKwQCQEAAAAAAAAAAAAAAFghEgIAAAAAAAAAAAAAALBCJAQAAAAAAAAAAAAAAGCFSAgAAAAAAAAAAAAAAMAK2Vk6AADIDvHx8YqNjbV0GACygb29vWxtbS0dBgALMBqNio+PV1xcnKVDAZ4IbRgAAAAAAMhsJAQAsGpGo1FXr15VRESEpUMBkI1cXV1VvHhxGQwGS4cCIBsYjUZFREToxo0bio+Pt3Q4wFOhDQMAAAAAAJmJhAAAVi0pGaBo0aJydHTkwSpg5YxGoyIjI3X9+nVJUokSJSwcEYDskNTeOzs7y9nZWXZ2drT5yHVowwAAAAAAQFYgIQCA1YqPjzclAxQuXNjS4QDIJgUKFJAkXb9+XUWLFmXqZcDKxcfH686dO/Lw8FCRIkUsHQ7wVGjDAAAAAABAZrOxdAAAkFViY2MlSY6OjhaOBEB2S/q7T/ocAGC9YmNjZTQaVbBgQUuHAmQK2jAAAAAAAJCZSAgAYPWYMhjIe/i7B/Ie/u5hLbiXAQAAAABAZiIhwApcvHhR48aNU5s2bVSxYkW1atUq1XJr167Vq6++qipVquj111/Xr7/+mqLMvXv3NGbMGNWqVUvVq1fXBx98YFrDEgAAWBZtPgAAAAAAAAAgI0gIsAKnT5/Wrl279Mwzz6hcuXKplvnpp580duxYNW/eXIGBgfL19dXAgQN1+PBhs3JDhgzR3r17NWHCBM2YMUPnz59Xnz59FBcXlw1nAgDIbgkJCbp9+7YuXbpk6VCQDrT5AAAAAAAAAICMsLN0AHh6TZo0UbNmzSRJo0aN0tGjR1OUmTt3rlq2bKkhQ4ZIkmrXrq1Tp05p/vz5CgwMlCQdOnRIe/bs0ZIlS1SvXj1Jkre3t1q0aKFt27apRYsW2XNCAIAsdePGDS1evFjbt2/XtWvXFB8fLwcHB+3bt09OTk6WDg+PQJsPAAAAAAAAAMgIZgiwAjY2j/41Xrp0SRcuXFDz5s3Ntrdo0UL79u1TTEyMJGn37t1ydnZW3bp1TWXKli2rChUqaPfu3ZkfOAAg2128eFEdOnRQcHCwOnXqpICAAC1btkxff/21ChQoYOnw8Bi0+QAAAAAAAACAjGCGgDzg3LlzkhJH/iVXrlw5xcbG6tKlSypXrpzOnTsnb29vGQwGs3Jly5Y11QEAyN3GjRsne3t7rVmzRsWKFbN0OMhktPkAAAAAAAAAgORICMgD7ty5I0lydnY22570Omn/3bt3VahQoRTvd3FxSXVK4ozKqjWJ4+PjZTAYFB8fnyX1ZzXiB5Bdjh49qv3792vp0qUkA1ipnNDm096njvgta968efL39ze9dnR0VLly5dSvXz/TMhyStGXLFgUGBurMmTMqUKCA6tevr+HDh5t9Zs6bN09btmzR//73PxkMBj377LPq27evWT3du3dXeHi4pk6dqsmTJ+v48eMqUqSI+vTpoy5dupjKxcTEaOHChdq1a5cuXryo+Ph4VaxYUR988IFq165tdg4JCQlauXKl1q1bpwsXLqhgwYKqVKmShgwZoipVqsjHx+eR16BWrVpauXKl/vzzT/Xo0UNz5szRa6+9ZlamevXqevXVVzV16lRJUkREhBYtWqQ9e/bo8uXLMhgMqlGjhoYNG6bnn3/e7L2XLl3SF198oYMHD+rmzZsyGo2SpPLly2vz5s2PjC25Jk2aKCwsLMX2Dh066LPPPtPly5fVtGlTjRgxQra2tlq+fLlu3bqlqlWraty4cXruueckSevXr9eYMWO0ceNGVaxY0ayugIAAzZkzR7/99puKFSum7t2766+//kozph07dqhUqVKPjC/JyZMnTT+vX79emzZt0unTp3Xv3j2VLl1a3bp1U9euXdN9PQAAAAAAAJ4WCQHIFvHx8QoPD09XWRsbG7m7u8hgSN/taWdnp3z58mUoHqMxTrdv31FCQkKG3pcexP94GYk/Pj5etra2Gao/I5I6CPbt2yd3d3fT9v/+97/q0KGDPv/8c7Vv316SdPbsWc2ZM0f79+9XVFSUypcvrwEDBqhp06Yp6h01apQ2btyYYnu7du1MD9klafv27VqzZo2OHz+uiIgIFS9eXO3atVO/fv3MzvvhB9Wurq6qVq2ahg0bZnrwLUk+Pj566623NG7cOLPjvvfeezp9+rR27twpSaaH6cnPT5ImTpyob775JkWcd+/e1bx587Rt2zbdunVLJUqUUMeOHdW7d+/HTmGeXHrPIz0P0O/evatOnTqpYMGCWrVqlfLnzy8p8dr/9ddfpnOVpEmTJmnjxo1atWqVKlWqJCnxgX758uW1aNEisxgnTZqkoKAgswf6aV3XJBs2bNDo0aPNOgwkadeuXVq0aJGOHz8ug8GgF198UcOHD1f58uXTfc0kKTo6WosXL9bmzZt15coVubi4yNfXVyNGjFDp0qUlSZGRkZo7d662bNmiW7duydPTU2+++aZ69uxpGgUeEhKifPnyKTQ0VFOmTNHFixfl4uKipk2b6sMPP5Srq6vpmEmdWWl14jx8D6V1zyeXdH2aNGmiWrVqmd1jW7Zs0ZAhQ+Tp6Wn2u7t165ZmzpypP/74Q9euXTN9bjg6OurQoUMZuo7IerT3acuL8Us5q82XpOnTp0uSwsPD9e2332rw4MH68ccfVbZsWdNneZUqVfThhx/q1q1bWrFihQ4ePKjvv//elFgTGRmpl19+WZ6envr333+1ceNGDRo0SKtXr1bVqlVNx7pz54769u2r5s2bq2XLltqyZYsmTJgge3t7dejQQZJ0//59rV27Vq1atVLHjh314MEDrVu3Tr1799batWtVoUIFU30ff/yxNmzYoAYNGqhDhw6Kj4/XgQMHFBISoipVqpjOTZL+/vtvrV69WqNHj5abm5skqUiRIhm+XpcuXdL27dv12muvqVSpUrp586ZWr16tbt266aeffjIlSsTHx6t///4KCwvT22+/rTJlyshgMCggICDDx5SkChUq6N133zXb9swzz5i9/v777/XgwQN17dpV0dHRWrlypd5++239+OOPKlKkiF599VVNmjRJP/74Y4qEgB9//FG1atUyS/QoXry4PvzwQ7Nyu3fvTrUdTC2+TZs2ae/evWbbvv32W5UvX15NmjSRnZ2dfv31V02cOFFGo1FvvfVW+i8IAAAAAADAUyAhIA9wcXGRJN27d08eHh6m7Xfv3jXb7+zsrKtXr6Z4/507d0xlnpStra3pYWR6GAx2Soj4SIo7+1THTZVdOdm4znzqc3oU4n+EDMaf2j1pCadPn1aXLl1UrFgx9enTR46OjtqyZYsGDBigefPm6eWXX07xHgcHB02ePNn0+pNPPklRZuPGjXJ0dNS7774rR0dH7d+/X3PnztX9+/c1cuRIs7Jly5ZVv379ZDQadenSJS1btkx9+/bVb7/9linnePHiRa1duzbF9qioKHXr1k3Xrl1T586dVaJECR06dEhffvmlbty4oY8//jhDx0nPeaTnAbqzs7MWLVqkN998UyNHjtTs2bNTTH8uSStXrtS3336refPmmZIBssP333+vUaNGqV69eho2bJiioqL07bffqmvXrtq4caNZ4sCjxMfH67333tO+ffvUsmVL9ejRQw8ePNDevXt16tQplS5dWkajUf3799eff/6pDh06qEKFCvr99981ffp0Xbt2TWPGjJGU2AEWHR2tCRMmqHbt2urcubNCQ0P1zTffKCQkRGvXrpWDg8MTnW+nTp1Up04d0+sRI0bo5ZdfNvvbSJ50k1xcXJxmz56d6r6RI0dq37596tatm55//nnZ2NiYkmiQkqXbfNr7TJTb45dyZJvfpk0b08/ly5dXz549dfLkSXl5eWnGjBl67rnnFBQUZEp+eOGFF/Tee+/p66+/1gcffCBJKdrnVq1aqU6dOjpw4IBZQsD169c1atQoU8dxp06d9Oabb+rLL79UmzZtZG9vLxcXF+3cudPss/fNN99U8+bNtXLlSk2ZMkWStH//fm3YsEHdu3c3+z7Rs2dP00j85OcWHx+v1atXq1mzZulub1Lj4+Ojn3/+2Sz5r02bNmrevLnWrVunAQMGSJJCQ0N1+vRpffTRR+rbt6+p7Lp169KdJJRcsWLFzM4nNaGhodq2bZupU79Bgwbq2LGjAgMDNXr0aDk5OalZs2bavHmzhg8fbjqH48eP68yZM+rVq5dZfYUKFUpxzJs3b6aaEJBafCEhISkSApInLEpSt27d1KtXLy1btoyEAAAAAAAAkG1ICMgDypYtKylxXeGkn5Ne29vby8vLy1Ru3759MhqNZp1q58+fNxu5+6Ts7DJ4u8WdleKyrsMnw/FkFPE/UpbHn8k+++wzlShRQuvXrzc9tO/atau6dOmiGTNmpEgIiI2NlZ2dndnD4gkTJqSod+bMmWYPirt06aJx48bp22+/1dChQ806CIoUKWJWX1xcnAICAnT79u00O1ozYtasWfL29ta9e/fMti9btkyXLl3Sxo0bVaZMGUlS586dVbRoUS1ZskQ9e/ZUiRIl0n2c9JxHeh+gly5dWv7+/nr33Xc1e/ZsDR061OxYu3fv1ueff65hw4aZTeWc1R48eKDPPvtMHTt21Keffmra3q5dO7322mtatGiR2fZH+f7777Vv3z6NHj1a77zzjml73759TZ1AO3bs0P79+zVkyBD1799fkvTWW2/pgw8+0IoVK9StWzdT4oAk1alTR0uWLDGNxK1QoYJGjx6tNWvWqFu3bk90ztWrV1f16tVNr0eMGCEfH5/HduhI0po1a3TlyhX5+fnp8uXLpu3R0dHau3evOnbsqNGjR5u279u3j4SANOSENp/2PnPl9vilnNXm3759W1JigtR3330nR0dH+fr66ujRo7p165YGDhxoNhNCo0aNVLZsWf3222+mhAApsZ2/d++e7t+/r2+++UY2NjaqUaOG2bHs7OzUqVMn02sHBwd16tRJEyZM0LFjx+Tr6ytbW1vTZ3FCQoLu3r2rhIQEVa5c2exzbtu2bTIYDBo4cGCKc0otGS49Hjx4YLoeaUn+PSQ+Pl53796Vo6OjvL29zeJ78OCBJJnNNJPVmjVrZjbCv2rVqqpWrZp27dplajPatGmjzZs3688//zQlrf3444/Knz+/XnnllSyPMfl3mXv37ik2Nla1atXSnj17dO/evVSXbgEAAAAAAMhs6Z/nGbmWl5eXypQpo61bt5ptDw4OVp06dUwP+ho0aKA7d+5o3759pjLnz5/X8ePH1aBBg2yNGchud+7c0e3bt03/7t+/b9oXERGh/fv3q3nz5rp//76pTHh4uOrVq6cLFy7o2rVrZvXFxMSka2rl5A+Kk+quWbOmoqKidO7cObOysbGxpmMfOnRIv/zyi3x8fFKMxo2OjjY7l9u3bz92Te+jR49q69at+vDDD1MsAbB161a98MILcnZ2NqvzpZdeUnx8vP7zn/889jwzeh4PP0C/ffu2atWqpUuXLqVIWKhZs6YmTZqkgIAAbdq0ybT99OnTGjp0qNq0aZNiFGCSuLi4FNcqOjo61bJJ1zU8PPyxU1//8ccfunv3rlq2bGlWt42NjapVq6Y///zzsdcpybZt2+Tm5pZqR31SJ9Du3btla2ur7t27m+1PGjm6e/dus+3vvvuu2bTcbdq0UZEiRVLMNhEfH2+KPSYmJt0xZ0RUVJQWLFigbt26qWTJkmb7IiMjlZCQkKER53kdbT7waHXq1FGdOnXUokUL/fHHH/riiy9UokQJXblyRZLk7e2d4j1ly5Y17U+yb98+1alTRy+//LLWrl2ruXPnytfX16xM0aJF5ejoaLYtKbEu+Rr0GzduVOvWrVW1alX5+fmpTp06+u2338zau9DQUBUtWjRTO9zHjBljuh5J/yIjI83KJCQk6Ouvv9Yrr7yiKlWqqHbt2qpTp45OnjxpFp+3t7dcXFy0dOlS/f3336a2IzY2NtPifdjDSwhIidc3+bWtW7euPDw89MMPP5jOZ/PmzWratKmcnJyyLLYkf//9t9555x35+vqqZs2aqlOnjr788ktJSvF9BgAAAAAAIKvknOE6eGJRUVHatWuXpMSHi/fv3zd1BNSqVUvu7u4aNGiQhg0bptKlS8vPz0/BwcE6cuSIVq1aZaqnevXqqlevnsaMGaORI0cqX758mjVrlnx8fLJlBA1gSa+99lqa+0JDQ2U0GjVnzhzNmTMn1TK3bt0yG6UWHh6erlFfp0+f1uzZs7V//36zJAQp5YPiQ4cOmU3JXqZMGc2fPz/FyMB169Zp3bp1KY7l6emZZhwzZ85UzZo11bhx4xQj1y9evKiTJ0+aHTu5x40ufFh6zuPvv//WvHnzdPjwYUVFRZm9P7URdTdv3pSUuCyDt7e3IiMj1a9fP92/f1+3bt1KM5Y9e/akeV4PS35d7e3tVa1aNY0aNUpVqlRJUfbChQuSpLfffjvVujLSCREaGipvb+9HjrANCwtT0aJFU9Rbrlw5037p/xMIko8clxKneX/mmWfMOlGkxFHlSdfHxsZGpUuX1sCBA9W6det0x/84y5YtU3R0tN577z1NnTrVbJ+bm5vKlCmjtWvX6sUXX1SFChVkMBiyLDkhN6DNB57OsmXLJCUmHG3btk1DhgzRokWLMlxPlSpVtGzZMt25c0c//PCDxowZo+LFi6faJjzKpk2bNGrUKDVr1ky9evVS4cKFZWtrq0WLFunSpUsZjisjBgwYoJo1a5pt69evn9nrgIAAzZkzR2+88YYGDx4sFxcX2djYaMqUKaZZZySpYMGCmjVrlsaMGaOuXbua1VG+fPmsO4nHsLW1VevWrbVmzRpNmDBBBw8e1PXr1/X6669n+bFDQ0P1zjvvqGzZsho1apRKlCghe3t77dq1S19//fVjkwsBAAAAAAAyCwkBVuDWrVsaPHiw2bak1ytWrJCfn59atWqlqKgoBQYGavHixfL29pa/v7/Z9M6SNHv2bH3++ecaN26c4uLiVK9ePX3yySc5aqpXICvMmzfPrDP1/PnzmjRpkiSZHtj27NlT9evXT/X9pUuXNnsdFhaW6si15O7evatu3brJyclJH3zwgUqXLq18+fLp2LFjmjFjRooHxT4+Pho1apSkxE74lStXqnv37tq4caPZWuFNmzZNMZp89uzZpk7zh+3Zs0d//PGHVq9ener+hIQE1a1bV7179051f9Jox/R63Hlk9AH61atXtWDBAvXp00ehoaH6+eefJSWulT5jxgwNGzZM27dvT3XJgGrVqmnIkCFm21atWqUdO3akKJt0XY1Goy5fvqz58+erX79+puMll9RJMn36dLPfTZLko/OzU3pmrUjO09NTkydPlpQ4U8aKFSs0YsQIeXl5qUiRIk8dz+3bt7VkyRK99957aY56nTVrloYNG5ZiloeHR93mFbT5wNN56aWXTD83a9ZMISEhWrp0qWkq/vPnz6dIFDt//nyKGUzc3NxMdb366qt67bXXtGTJEs2ePdtU5vr164qMjDT7vEpKGEtK0vv555/l5eUlf39/s8S4uXPnmh2vdOnS2rNnjyIiIjJtloDnnnvO7HpIKdunn3/+WX5+fpoyZYrZ9rt376aYvaVu3boaPny4hg0bpokTJ8rLy0tTp07Nso7vixcvpth24cKFFAmQbdq00dKlS7Vz507t3r1b7u7uqlevXpbElNzOnTsVExOjhQsXmt0/GZklCAAAAAAAIDPwxNcKlCpVSidPnnxsuY4dO6pjx46PLFOoUCFNmTIlxUM/wNrVrFnTtH69JLMR6Elrbtvb26d4cJ6a27dv68qVK2rZsuUjy/3111+KiIiQv7+/XnzxRdP25GuoJ+fi4mJ2/Fq1aql+/frasGGD3nvvPdP24sWLp4hz+fLlqSYEGI1GzZw5Uy+//HKKqY6TlC5dWpGRkek69/R43Hlk9AH6Z599JldXVw0YMEAGg0EXLlxQaGioFi1apDJlyuiXX37RZ599prp166pAgQJm703eoZNk+/btqR7n4evq6OioYcOG6cSJEynKJt0zhQsXfurrVrp0aYWEhCg2Nlb29vaplvH09NS+fft0//59s8SWpGUnkjpHSpUqZdqeFKOUmPRx8eJFVahQwaxeR0dHs/hfeOEFNWjQQHv27FHbtm2f6rwkaeHChSpYsKB69OiRZpmKFSvq008/1VtvvaUPPvhAvr6+WrJkiQ4ePPjUx8+NaPOBzBMfH6/Y2FjFxMSocuXKKly4sL777jt16NDBtLzGrl27dPbsWQ0YMCDNeqKjoxUZGZli9pK4uDitXr1a7777rqTE5YRWr14td3d3VapUSdL/d8AbjUZTQkBISIgOHz5s1ga+8sorCgoKkr+/vz755BOz4yR/b2aztbU1mwlAkrZs2aJr166lSHz83//+p4kTJ6p79+7q1KmTpMQ2Pzw8PEti2759u65du2aaoenIkSMKCQlJMTvP888/Lx8fH61bt06HDx9Wu3btsiXxKfnvNsm9e/e0fv36LD82AAAAAABAciQEAMBjFC5cWLVq1dLq1avVrVs3FS1a1Gz/7du3zZIJtmzZIilxRPmj2NjYSDJ/UBwTE6NvvvkmXXElrXX/NNOnBwcH6+TJk5o5c2aaZZo3b6558+bp999/TzFDwt27d+Xo6PhUD9YfPo+MPEDfvXu3tm3bpvnz55s6+ytWrKj79++bZi4YM2aMmjdvrgULFuijjz564jgfljTiMen3mFz9+vXl5OSkRYsWyc/PL0VH/sP3zKO88sor+u233xQUFKR33nnHbF9SJ1CDBg20evVqBQUFmSWHfP3116b9kkxryK9cuVL169c3xf7DDz/o5s2baty48SNjSfqdZMYMB2FhYTp06JDGjx+v/Pnzp1nu/v37GjFihJo0aaL333/fFC8APIlNmzZJSlx+Y/v27QoLC9Pbb78te3t7DRs2TKNHj1a3bt3UsmVL3bp1SytWrJCnp6fp8/fevXvq06eP6tevr6JFi+rOnTvatGmTbty4kWIa+qJFiyowMFBhYWEqU6aMgoODdeLECX366aemdqFRo0batm2bBgwYoEaNGuny5cv67rvv9OyzzyoyMtJUV+3atdWmTRutXLlSFy9eVP369ZWQkKC///5bfn5+KWYGyiyNGjXS/PnzNXr0aFWvXl2nTp3Sjz/+aJZUJiW2iSNGjFDx4sU1bNiwLInlYaVLl1aXLl3UpUsXxcTEaMWKFXJ1dU11RqO2bdtq2rRpkpQtywVIiTMm2Nvbq1+/furcubMePHigtWvXqnDhwrpx40a2xAAAAAAAACCREAAA6TJ+/Hh17dpVrVu31ptvvikvLy/dvHlThw8f1tWrV00dlEFBQZo9e7bc3d0VGhqq0NBQUx1xcXG6dOmS9u7dq7p166p69epycXHRqFGj1L17dxkMBm3atCnFSLwkN2/eNHVkhIeHa/Xq1bKzs1OjRo2e+Lz27NmjN998M8Wa8sn16tVLO3fuVL9+/dSuXTtVqlRJUVFROnXqlH7++Wft2LEj3Z3b6TmP9D5Aj4mJ0eTJk9WoUaNUlwNIUrx4cQ0YMECzZ89W27ZtVa5cuXTHmtyVK1e0e/du05IBAQEB8vT0VMWKFVNMW+zk5KQJEyZoxIgRat++vVq0aCF3d3dduXJFu3btUo0aNTRu3Lh0Hbdt27b6/vvv9fnnn+vIkSN64YUXFBUVpX379qlLly5q1qyZmjRpIj8/P82aNUthYWHy8fHR3r17tWPHDr399tumJS1cXV3Vv39/zZkzR7169VLTpk116dIlBQUF6fnnn08xojwyMlK7d++WJN25c0crV66Uvb39U91zSf766y+VK1dO7du3f2S5iRMnKjo62rR0AQA8jREjRkiS8ufPr1KlSmn06NGmWUrat2+v/PnzKzAwUDNmzJCjo6OaNWum4cOHy9nZWZLk4OCgEiVKaM2aNbp165acnZ317LPPKiAgIEVSlYuLi6ZOnarJkydrzZo1KlKkiMaNG6c333zTVKZ9+/a6efOmVq9erT179ujZZ5/VF198oa1bt+qvv/4yq+/zzz83jXSfPn26ChUqpMqVK6dYDiQz9evXT1FRUfrxxx8VHBysihUratGiRSkSCQMDA3X48GGtXbs2w8vTPKm2bdvKxsZGy5cv161bt1S1alWNHTs2ReKmJLVu3VozZsyQl5eXqlatmi3xlS1bVnPnztXs2bM1bdo0FSlSRF26dJG7u7vGjBmTLTEAAAAAAABIJAQAQLo8++yzWr9+vfz9/bVx40ZFRETI3d1dFStWNJtGeNKkSaafkzodkjtw4IACAgJUt25dubm5KSAgQNOmTdPs2bPl7Oys119/XXXq1EmxXrqUOM17Up1JHRCjRo1SlSpVnvi88ufPb1o3OS0FChTQypUrtWjRIm3dulXff/+9nJycVKZMGQ0aNMhseYX0eNx5pPcB+uLFi3X16lUtWbLkscd8++239f3332vSpElavnx5huJN8uuvv+rXX3+VwWBQkSJFVL16dQ0ZMiTFMgRJWrduraJFi2rx4sVasmSJYmJiVKxYMdWsWfOxneDJ2draKjAwUAsXLtTmzZu1bds2ubq6qkaNGvLx8ZGUOEvBwoULNXfuXAUHB2vDhg3y9PTUiBEj1LNnT7P63n//fbm4uGjVqlWaOnWqXFxc1L59e3344YemKbKThIWFqU+fPpL+/3e1YMECVahQIc2lLTLiww8/fORsAz/99JN+/PFHBQYGZijpBAAeNmjQIA0aNOix5Vq0aKEWLVqkuT9fvnyaNWtWuo9buXJlfffdd2nuNxgMeu+998xmd5GUauKVra2tevXqlep3hIe1b98+zbbGz88vzaVHDh06ZPbawcFBI0eO1MiRI822r1y50ux1aueQWrn02LlzZ7rLvvvuu6YlGR7F1tZWBoMhzdkB0oozteudVnzjxo1LkezXpEkTNWnSJEXZN95447ExAwAAAAAAZBaDMa2hqEAm+e9//ytJGe60TLjZVoo7nvkB2VWUTZHvM7/ehxB/GjIY/5PeP5L077//6vz58/L29n7klOSZycfHRytWrJCfn1+q+zds2KCNGzc+0QNyAOlnib//vI72PpPl9vilbGvzc+Lfe/fu3RUeHq7NmzdbOhSrc/nyZTVt2lQjRoxIV3KEJC1ZskRffPGFtm/frlKlSmVxhE8vJ97TAAAAAAAg92KGAAAAAABAlrp9+7bi4+PT3G9vby9XV9dMPea+fft09uxZBQQEqFmzZrkiGQAAAAAAACCzkRAAAJmodevWKlKkSJr7S5curZdeeikbI8oeERERio2NTXO/ra0tU74/JCYmRnfu3HlkmUKFCjEyEABgFTp06KCwsLA099eqVSvTZ1BasGCBDh06pOrVq2vs2LGZWjcAAAAAAEBuQUIAAGSiGTNmPHJ/zZo1VbNmzWyKJvsMGjRIf/31V5r7PT09M7QmcF5w6NAh9ejR45FlPv/88zTXgAYA5FwsDZTSF198oejo6DT3Ozs7p6ueUqVK6eTJk+kqy+8BAAAAAACAhAAAQCYYOXKk7t69m+b+fPnyZWM0ucPzzz+vZcuWPbLMs88+m03RAACQtV544QVLhwAAAAAAAJAnkRAAAHhqlStXtnQIuY6Li4tVLh8BAAAAAAAAAAByDhtLBwAAAAAAAAAAAAAAADIfCQEAAAAAAAAAAAAAAFghEgIAAAAAAAAAAAAAALBCJAQAAAAAAAAAAAAAAGCFSAgAAAAAAAAAAAAAAMAK2Vk6AAAAAABA7nHx4kUtWbJEISEhOn36tMqWLavNmzeblYmKitKCBQsUHBysmzdvqnjx4mrXrp169+4tO7u0/zc0Pj5eS5cu1W+//aYzZ87IaDTKx8dHgwcPVs2aNc3K+vj4pHh/kSJFtHfv3sw5UQAAAAAAACtAQgAAIM97//33tWPHjhTbPT09tXPnTgtEBADIK+LjE2Rra5mJ25702KdPn9auXbtUrVo1JSQkyGg0pigzadIkbdu2TR9++KHKlSunw4cPa+7cuYqKitLQoUPTrPvff//V4sWL1a5dO/Xp00c2NjZas2aNevTooSVLlqhOnTpm5bt3765WrVqZXtvb22f4fAAAAAAAAKwZCQEAgExjqU6NzDhuxYoVNX78eNPr5cuXKyQk5GlDAwDgkWxtbfR5tzkKPRGWrcctXcFTo1cNfqL3NmnSRM2aNZMkjRo1SkePHjXbn5CQoC1btqhXr1566623JEm1a9fW+fPn9dNPPz0yISB//vzavn27XFxcTNvq1q2rVq1aafny5SkSAkqUKCFfX98nOg8AAAAAAIC8gIQAAECmsUSnxtN0aCQxGo1ycnIy61D46aefnjIyAADSJ/REmM4cOm/pMNLNxubRSXhGo1FxcXEqVKiQ2fZChQqlOptAcra2tmbJAEnbfHx8FBoa+mQBAwAAAAAA5GEkBAAAMlVu69SQpNjYWNna2j6yzG+//ably5frn3/+UXR0tMqVK6dBgwapQYMG2RQlAAC5g62trdq3b69Vq1apRo0aKleunEJCQrRp0ya9//77Ga4vLi5OISEheuGFF1LsW7x4sb788ksVKFBA9erV04gRI1SyZMnMOA0AAAAAAACrQEIAACDPi46OVoECBR5Z5vLly2rcuLF69uwpGxsb7d69W3379tXy5cvl5+eXTZECAJA7jB8/XuPHj1fHjh1N29577z29++67Ga7rq6++0rVr1/TOO++YbW/btq0aNWqkIkWK6NSpU1q4cKG6du2qTZs2pZhlAAAAAAAAIK8iIQAAkOfduXNHHh4ejyzTrVs3088JCQny8/PTmTNntGbNGhICAAB4yIwZM/Tbb79p8uTJKlOmjA4fPqz58+fL2dlZvXv3lpQ48j85O7uU/3u6d+9ezZs3T++//74qV65stm/atGmmn1988UW98MILat++vdasWaM+ffpkwVkBAAAAAADkPiQEAADyvFu3bqlWrVqPLHP16lXNmjVLf/zxh27cuGFaA7lSpUrZESIAALnGqVOntHTpUi1cuFBNmjSRlNhhHxcXpzlz5qhz585ycnJK0YaePHnS7PWxY8c0aNAgtWrVSgMHDnzscZ9//nl5e3vr2LFjmXcyAAAAAAAAuRwJAQCAPO3Bgwe6efOmvLy80iyTkJCg/v376969e/rggw/0zDPPqECBApo7d67+97//ZWO0AADkfGfOnJEkVahQwWx7xYoVFRMTo2vXrsnJyUnr1q1Ls46LFy+qT58+ql69uiZPnpyl8QIAAAAAAFgzEgIAAHna8ePHJUnly5dPs8zFixd1/PhxzZ8/X82aNTNt//fff7M8PgAAchtPT09JiSP8S5QoYdp+9OhRGQwGlSxZUpJUpUqVVN9//fp19ezZUyVKlNDcuXNlb2+fruOeOHFC58+fV/v27Z/yDAAAAAAAAKwHCQEAgDxt+/btsrOzU9WqVdMsEx0dLUlmHRJhYWE6dOiQypQpk9UhAgCQo0RFRWnXrl2SEtvD+/fva+vWrZKkWrVqqXLlyqpcubLGjx+vW7duqXTp0jpy5IgWL16sN954QwUKFEiz7n///Vd9+vRReHi4Pv74Y50+fdq0z8HBQRUrVpQkLVmyRKGhofLz85O7u7tOnz6tgIAAFS9eXB07dszCswcAAAAAAMhdSAgAAGSq0hU8c8Xx7t+/r++//15BQUHy9fU1TW+c5ObNm4qJidHhw4dVsWJFFS9eXDNnzlRCQoIiIyM1d+5cFS1aNDNOAQCQx2V32/m0x7x165YGDx5sti3p9YoVK+Tn56eAgADNmTNHixYt0q1bt1S8eHH17t1bffr0eWTdN2/e1D///CNJ6t+/v9k+T09P7dy5U5Lk7e2tbdu2acuWLXrw4IHc3NzUsGFDDRkyRM7Ozk98bgAAAAAAANaGhAAAQKaJj0/Q6FWDH18wC45ra2uTofccO3ZMn376qSTpwIED6tSpU6rlOnXqpB07dmjevHmaNGmSBg8erBIlSqh///7av3+/jh49+tTxAwDyLku1nUnHzmj7KUmlSpXSyZMnH1nGw8NDkydPzpK6JalJkyZq0qRJhusHAAAAAADIa0gIAABkmifpVLD0cR/V6XD58mU1bdpUklS1alWtW7fObH/btm2f+LgAAEiWazstfWwAAAAAAABkD54AAQAAAAAAAAAAAABghUgIAADkSU5OTqpWrdojyzg4OKhatWpycHDIpqgAAAAAAAAAAAAyD0sGAADypEqVKmnNmjWPLFO0aNHHlgEAAAAAAAAAAMipmCEAAAAAAAAAAAAAAAArREIAAAAAAAAAAAAAAABWiIQAAAAAAAAAAAAAAACsEAkBAAAAAAAAAAAAAABYIRICAAAAAAAAAAAAAACwQiQEAAAAAAAAAAAAAABghUgIAADkWfPmzVP16tUzvA8AgLxqy5Yt6t+/vxo0aCBfX1+1adNG69atk9FoNCt39+5dTZ48WfXq1VOVKlXUrFkzLV269LH1b9y4UW+++aZq1aqlKlWq6NVXX9X8+fMVExNjVq579+7y8fFJ8e/s2bOZer4AAAAAAAC5nZ2lAwAAWA+jMV4Gg22eOS4AAE8rPiFBtjaWydN+kmN//fXX8vT01KhRo+Tm5qY//vhDY8eO1dWrVzVw4EBJUmRkpLp37y5bW1uNGTNGhQsX1oULF3T//v3H1n/nzh3Vr19fffv2lZOTk44cOSJ/f39dvXpVn376qVnZGjVqaOTIkWbbSpUqlaHzAQAAAAAAsHYkBAAAMo3BYKuEiI+kuGwcnWdXTjauM7PveAAAZCJbGxt9vHSLzl+9na3H9S7urs96Ns/w+xYuXCh3d3fT6zp16igiIkLLli3T+++/LxsbGy1evFgPHjzQDz/8IEdHR0mSn59fuup/5513zF7Xrl1bDx480Ndff60JEybI1vb/EwCdnZ3l6+ub4XMAAAAAAADIS0gIAABkrrizUtxxS0eR6WJiYuTv768ff/xRN27ckJeXl95//321bt1aUuISA/7+/mm+f+DAgRo0aFB2hQsAyEXOX72tfy5dt3QY6ZI8GSBJhQoVtGbNGkVGRsrJyUnr1q3TW2+9ZUoGeFqurq6Ki4tTQkKCWUIAAAAAAAAAHo+EAABAnhcXF5diW0JCgtnrwYMH6+DBgxowYIDKlSunXbt2afjw4XJ2dlbDhg3VsWNH1a9fX5J07NgxTZo0Sf7+/vLw8JAkFS9ePOtPBAAAC/j7779VrFgxOTk56fLly7px44bc3NzUr18/7dmzR46OjnrllVc0evRoFSxYMF11xsXFKTY2VseOHdPy5cvVpUsX2dvbm5X566+/5Ovrq/j4eFWrVk2DBw/Wiy++mBWnCAAAAAAAkGuREAAAyNMiIyNVqVKlVPcljWzcv3+/du7cqSVLlqhevXqSpLp16+rGjRuaN2+eGjZsqOLFi5s6/aOjoyUljphkLWMAgDU7cOCAgoODNXLkSEnSzZs3JUnTpk3TK6+8osDAQF24cEEzZ85UZGSkvvzyy8fWGRcXZ9Y2t2vXTmPGjDEr8+KLL6pNmzYqU6aMrl+/riVLlujdd9/VypUrVb169Uw8QwAAAAAAgNyNhAAAQJ6WP39+rVq1KsX2NWvWaPPmzZKkvXv3ytXVVbVr1zabTeCll17ShAkTFB8fzxTGAIA85+rVqxo6dKj8/PzUo0cPSf8/w463t7emTZsmSapTp47s7Oz0ySefaOjQofLy8lJ8fLyMRqOpLjs7O7Of161bp+joaB09elQLFy7U6NGjTfVJ0gcffGAWS6NGjdSqVSstWLBAgYGBWXbOAAAAAAAAuQ0JAQCAPM3GxkZVqlRJsf23334z/RweHq6IiIg0ZxK4ceMGSwIAAPKUu3fvqk+fPnJ1ddW8efNkY2MjSXJxcZEk+fn5mZWvXbu2JOn06dPy8vLSyy+/rLCwMNP+HTt2mM2qk9Q216xZU6VKldKAAQPUrVu3VNtsKXFWn4YNG+rnn3/OvJMEAAAAAACwAiQEAADwGC4uLnJ3d9fixYtT3e/u7p7NEQEAYDn//vuv3nvvPd27d0+rV69WoUKFTPu8vLzk4OCQ5nuTltVZuHChYmJiTNuLFi2a5nsqV64sSQoNDU0zIQAAAAAAAACpIyEAAIDHeOmll/TVV1/J3t5ezz//vKXDAQDAYuLi4jRkyBCdO3dOQUFBKlasmNl+BwcH1a1bV/v27TPb/scff0iSabYdHx+fdB/z77//lpSYbJCWyMhI/fbbbyQMAAAAAAAAPISEAAAAHqNu3bpq3Lixevfurd69e8vHx0dRUVE6c+aMLl68qM8++8zSIQIAkC0mTpyoX3/9VaNGjdL9+/d1+PBh076KFSvKwcFBAwcOVOfOnfXRRx+pXbt2unjxombOnKnWrVurdOnSj6z/rbfe0ssvv6yyZcvKxsZGISEhWrp0qerXr6+qVatKkg4cOKCvvvpKL7/8sjw9PXX9+nUtW7ZMN27c0Jw5c7Ly9AEAAAAAAHIdEgIAAJnLrpxVHm/u3LlavHixvv32W4WFhalQoUIqX7682rdvny3HBwBYL+/i2b/0zJMec+/evZKkqVOnpti3Y8cOlSpVSpUrV1ZgYKBmzJih/v37y8XFRZ06ddLQoUMfW3/lypW1Zs0aXblyRXZ2dipVqpQGDRqkrl27msp4eHgoNjZWs2bNUkREhAoUKKDq1atr4sSJpqQBAAAAAAAAJDIYjUajpYOAdfvvf/8rSRmevjPhZlsp7njmB2RXUTZFvs/8eh9C/GnIYPxPev9Iievbnj9/Xt7e3sqfP3+G34+MMxrjZTDY5pnjIufi7z/70d5nstwev5RtbX5u/3uPT0iQrY1Nnjs20pbb72kAAAAAAJCz8PQHAJBpLNUpTzIAACC3smSHPMkAAAAAAAAA1o8nQAAAAAAAAAAAAAAAWCESAgAAAAAAAAAAAAAAsEIkBAAAAAAAAAAAAAAAYIVICAAAAAAAAAAAAAAAwAqREADA6hmNRkuHACCb8XcPAAAAAAAAAAAJAQCsmL29vSQpMjLSwpEAyG5Jf/dJnwMAAAAAAAAAAORFdpYOAACyiq2trVxdXXX9+nVJkqOjowwGg4WjApCVjEajIiMjdf36dbm6usrW1tbSIQEAAAAAAAAAYDEkBACwasWLF5ckU1IAgLzB1dXV9PcPAAAAAAAAAEBeRUIAAKtmMBhUokQJFS1aVLGxsZYOB0A2sLe3Z2YAAMgiu3btUmBgoM6cOaP79++rWLFiatasmQYOHKhChQqZykVHRysgIECbNm3S9evXVaRIETVv3lwjR458ZP0bNmzQ6NGjU2zv06ePhg0bZrZt7dq1+uqrr3TlyhV5e3tr6NChaty4ceacKAAAAAAAgJUgIQBAnmBra0sHIQAAwFOKiIhQ1apV1b17d7m6uur06dOaN2+eTp8+raVLl0qSEhIS9P777+vSpUsaOHCgSpUqpStXruj8+fPpPs5XX31llmBQrFgxs/0//fSTxo4dq379+ql27doKDg7WwIEDFRQUJF9f30w5VwAAAAAAAGtAQgAAAAAAWEi8MUG2Bptcc+w2bdqYvfbz85ODg4PGjh2ra9euqVixYlq/fr1CQkIUHBysokWLPlFslSpVkru7e5r7586dq5YtW2rIkCGSpNq1a+vUqVOaP3++AgMDn+iYAAAAAAAA1oiEAAAAAACwEFuDjcaGrNaFBzey9bhlCnro02qdMqUuV1dXSTItz7R27Vq99tprT5wM8DiXLl3ShQsXNHz4cLPtLVq00PTp0xUTEyMHB4csOTYAAAAAAEBuQ0JAHrJjxw4FBATozJkzKliwoF544QUNGzZMXl5eZuVYixMAgNyNNh/IXS48uKGTd69YOowMiY+PV1xcnM6cOaP58+erSZMmKlWqlGJjY3X8+HE1atRII0aM0LZt22QwGNSgQQN98skn8vDwSFf9rVq1Unh4uEqWLKk333xTvXv3Ni3/dO7cOUmSt7e32XvKlSun2NhYXbp0SeXKlcvcEwYAAAAAAMilLDM3JbLdn3/+qYEDB+rZZ5/V/PnzNWbMGP3zzz/q2bOn/v33X1O5pLU4mzdvrsDAQPn6+mrgwIE6fPiw5YIHAADpRpsPIDs0btxYVatWVfv27eXh4aGZM2dKkiIiIhQbG6vAwEBFRETI399fEydO1MGDBzVo0KDH1uvh4aFBgwZp2rRpCgwMVMOGDTV79mx99tlnpjJ37tyRJDk7O5u9N+l10n4AAAAAAAAwQ0Ce8dNPP6lkyZKaMmWKDAaDJMnd3V1vv/22jh49qpo1a0piLU4AAHI72nwA2WHx4sWKiorSmTNntHDhQvXr10/Lli1TQkKCJKlgwYLy9/c3Td1fpEgRvfvuu9q3b5/q1Kmj+Ph4GY1GU322trYyGAyqX7++6tevb9per1495cuXT8uXL1e/fv2ybBkCAAAAAAAAa8UMAXlEXFycChYsaOoYkKRChQpJkulBXNJanM2bNzd7b4sWLbRv3z7FxMRkX8AAAOCJ0OYDyA7PP/+8qlevro4dO2rBggX6888/9csvv8jZ2VkGg0E1atQwJQNIUq1atWRra6szZ85Ikt555x1VqlTJ9O+vv/5K81jNmzdXfHy8Tpw4IUlycXGRJN27d8+s3N27d832AwAAAAAAgISAPKN9+/Y6e/asgoKCdO/ePV26dElffvmlKlasqBo1akhK31qcAAAgZ6PNB5DdfHx8ZG9vr9DQUBUoUECenp5plo2OjpYkTZw4UevWrTP9q1SpUrqPV7ZsWUn//1mW5Ny5c7K3t5eXl9cTnAUAAAAAAIB1YsmAPKJmzZry9/fXRx99pEmTJkmSKlSooK+++kq2traSsn4tzri4uHSXtbPL+lszI/FkFPE/XlbGDwB5maXbfNr7zJXb45do8/OCkJAQxcbGqlSpUpKkxo0ba+vWrYqOjla+fPkkSfv371d8fLyp4z+pUz89goODZWtrq4oVK0qSvLy8VKZMGW3dulXNmjUzK1enTh2zmQkAAAAAAADyOhIC8oiDBw9qxIgRevPNN9WoUSNFRERowYIF6tu3r7755hvlz58/S48fHx+v8PDwdJW1s7OTm5tblsYjJU4xmhUPqIk/fdIbf3x8vKkDCwDweJZs82nvM19uj1+izbc2AwcOVOXKleXj46P8+fPrn3/+0ZIlS+Tj42PqnO/Vq5c2bdqk999/Xz169NDt27c1c+ZMvfDCC6pdu/Yj6+/Vq5f8/Pzk4+MjSdqxY4fWrFmjHj16yMPDw1Ru0KBBGjZsmEqXLi0/Pz8FBwfryJEjWrVqVdadPAAAAAAAQC5EQkAeMXnyZNWuXVujRo0ybfP19VWjRo20adMmderUyWwtzuQP2zJjLU5bW9tse+icXknrKedWeSX+q1evZnEkAGBdLNnm095nvtwev0Sbnx5lCno8vlAOOWbVqlUVHBysxYsXy2g0ytPTUx07dlSvXr1MI/NLlCihFStWaMqUKRo0aJAKFCigpk2batSoUTIYDI+s39vbW+vXr9fVq1eVkJCgMmXKaMyYMerevbtZuVatWikqKkqBgYFavHixvL295e/vr+rVqz/ReQEAAAAAAFgrEgLyiLNnz6pp06Zm24oXLy43NzeFhoZKMl+LM/kUnpm1Fmd2TUubXjktnowifgBAaizd5ue0z/ecFk9G5fb4Jes4h6wUb0zQp9U6WezYtgabDL2nb9++6tu372PLVahQQStXrsxwTJ988km6y3bs2FEdO3bM8DEAAAAAAADykow9/UGuVbJkSR0/ftxsW1hYmMLDw+Xp6SnJfC3O5FiLEwCA3IM2H8hdMtohby3HBgAAAAAAQPZguE4e0blzZ02ZMkWTJ09WkyZNFBERoYULF6pw4cJq3ry5qRxrcQIAkLvR5gMAAAAAAAAAkpAQkEf06NFDDg4O+vbbb7V+/XoVLFhQvr6+mj17ttlav6zFCQBA7kabDwAAAAAAAABIQkJAHmEwGNSlSxd16dLlsWVZixMAgNyLNh8AAAAAAAAAkIRFIwEAAAAAAAAAAAAAsEIkBAAAAAAAAAAAAAAAYIVICAAAAAAAAAAAAAAAwAqREAAAAAAAAAAAAAAAgBUiIQAAAAAAAAAAAAAAACtEQgAAAAAAAAAAAAAAAFbIztIBAAAAALAQu3K5s25YzIYNGzR69OgU2/v06aNhw4aZXq9du1ZfffWVrly5Im9vbw0dOlSNGzfOzlABAAAAAAAgEgIAAACAPMlojJeN68wsP4bBYJulx8jtLHmNnubYX331lQoVKmR6XaxYMdPPP/30k8aOHat+/fqpdu3aCg4O1sCBAxUUFCRfX9+nDRsAAAAAAAAZQEIAAAAAkAcZDLZacGqbrkSFZ0n9JQu46f3nXsmSuq2JwWCrhIiPpLiz2Xtgu3JPlRBSqVIlubu7p7pv7ty5atmypYYMGSJJql27tk6dOqX58+crMDAwzTp9fHy0YsUK+fn5PXFcAAAAAAAAMEdCAAAAAJBH7bt5SifvXsmSun2cS5IQkF5xZ6W445aOIlNcunRJFy5c0PDhw822t2jRQtOnT1dMTIwcHBwsFB0AAAAAAEDeY2PpAAAAAAAAuUurVq1UoUIFNW3aVIsWLVJ8fLwk6dy5c5Ikb29vs/LlypVTbGysLl26lO2xAgAAAAAA5GXMEAAAAAAASBcPDw8NGjRI1apVk8Fg0M6dOzV79mxdu3ZN48aN0507dyRJzs7OZu9Lep20X5Li4uJS1J+QkGC23dbWVgaDIStOBQAAAAAAIE8gIQAAAAAAkC7169dX/fr1Ta/r1aunfPnyafny5erXr1+667l8+bKaNm2aYvs777xj9vrzzz9X+/btnzheAAAAAACAvI6EAAAAAADAE2vevLmWLl2qEydOyMXFRZJ07949eXh4mMrcvXtXkkz7ixYtqnXr1pnV06FDB02cOFGVKlUybStVqlRWhw8AAAAAAGDVSAgAAAAAAGSKsmXLSpLOnTtn+jnptb29vby8vCRJDg4OqlKlSor3e3t7p7odAAAAAAAAT8bG0gEAAAAAAHKv4OBg2draqmLFivLy8lKZMmW0devWFGXq1KkjBwcHC0UJAAAAAACQNzFDAAAAAAAgXXr16iU/Pz/5+PhIknbs2KE1a9aoR48epiUCBg0apGHDhql06dLy8/NTcHCwjhw5olWrVlkydAAAAAAAgDyJhAAAAAAAsCS7crnmmN7e3lq/fr2uXr2qhIQElSlTRmPGjFH37t1NZVq1aqWoqCgFBgZq8eLF8vb2lr+/v6pXr55Z0QMAAAAAACCdSAgAAAAAAAsxGuNl4zrTYsc2GGwz9J5PPvkkXeU6duyojh07ZqjukydPZqg8AAAAAAAAHs/G0gEAAAAAQF6V0Q55azk2AAAAAAAAsgcJAQAAAAAAAAAAAAAAWCESAgAAAAAAAAAAAAAAsEJ2lg4AAAAAyLXsyuWuegEAAAAAAADkKSQEAAAAAE/AaIyXjevMLK2fNd4BAAAAAAAAPA0SAgAAAGA5uXiEvcFgqwWntulKVHim112ygJvef+6VTK/XmhmNRkuHAGQK7mUAAAAAAJCZSAgAAACARVjDCPt9N0/p5N0rmV6vj3NJEgLSyd7eXgaDQQ8ePFCBAgUsHQ7w1CIjIyUl3tsAAAAAAABPi4QAAAAAWAQj7JEZbG1t5eLiohs3big6OlrOzs6ys7OTwWCwdGhAhhiNRkVGRur69etydXWVrS1LhgAAAAAAgKdHQgAAAAAshhH2yAzFixdXgQIFdP36dd29e9fS4QBPxdXVVcWLF7d0GAAAAAAAwEqQEAAAAAAgVzMYDHJ1dZWLi4vi4+MVFxdn6ZCAJ2Jvb8/MAAAAAAAAIFOREAAAAADAKhgMBtnZ2cnOjv/NAQAAAAAAACTJxtIBAAAAAAAAAAAAAACAzEdCAAAAAAAAAAAAAAAAVoiEAAAAAAAAAAAAAAAArBAJAQAAAAAAAAAAAAAAWCESAgAAAAAAAAAAAAAAsEIkBAAAAAAAAAAAAAAAYIVICAAAAAAAAAAAAAAAwAqREAAAAAAAAAAAAAAAgBUiIQAAAAAAAAAAAAAAACtEQgAAAAAAAAAAAAAAAFaIhAAAAAAAAAAAAAAAAKwQCQEAAAAAAAAAAAAAAFghEgIAAAAAAAAAAAAAALBCJAQAAAAAAAAAAAAAAGCFSAgAAAAAAAAAAAAAAMAKkRAAAAAAAAAAAAAAAIAVIiEAAAAAAAAAAAAAAAArREIAAAAAAAAAAAAAAABWiIQAAAAAAAAAAAAAAACsEAkBAAAAAAAAAAAAAABYIRICAAAAAAAAAAAAAACwQiQEAAAAAAAAAAAAAABghUgIAAAAAAAAAAAAAADACpEQAAAAAAAAAAAAAACAFSIhAAAAAAAAAAAAAAAAK0RCAAAAAAAAAAAAAAAAVoiEAAAAAAAAAAAAAAAArBAJAQAAAAAAAAAAAAAAWCESAgAAAAAAAAAAAAAAsEJ2lg4gr7p9+7bCw8NlMBjk5uYmNzc3S4cEAAAyGe09AAAAAAAAAMCSSAjIJpGRkdq6dat27NihQ4cOKTw83Gy/m5ubfH191axZM7322mtydHS0UKQAAOBJ0d4DAAAAAAAAAHISEgKyWHh4uBYvXqzvvvtOMTEx8vHxUdOmTeXl5SVnZ2cZjUbdvXtXly9f1rFjxzR27Fh9+umn6ty5s/r06SN3d3dLnwIAAHgM2nsAAAAAAAAAQE5EQkAWa9KkiZ555hmNGDFCr7766mMf+N++fVs///yz1qxZo9WrV+vgwYOZGs/GjRu1fPlynT17Vo6OjqpSpYr8/f2VP39+SdLOnTs1e/ZsnT9/XiVLllTfvn31xhtvZGoMAABYm5zW3ku0+QAAAAAAAAAAEgKy3Ny5c1W/fv10l3d3d1eXLl3UpUsX/f7775kay8KFCxUYGKh+/frJ19dX4eHh2rdvn+Lj4yVJBw4c0MCBA9WhQweNGTNG+/fv18cff6yCBQvqtddey9RYAACwJjmpvZdo8wEAAAAAAAAAiUgIyGIZ6RzIzPc+7Ny5c/L399eCBQvUsGFD0/ZXX33V9PPChQtVtWpVTZo0SZJUu3ZtXbp0SXPnzqVzAACAR8gp7b1Emw8AAAAAAAAA+H82lg4A0rVr13TkyBH973//y7JjbNiwQaVKlTLrGEguJiZGf/75Z4pOgBYtWujs2bO6fPlylsUGAEBekB3tvUSbDwAAAAAAAAD4fyQEWND169fVvXt3NWzYUG+++aaaNGmizp07Z8mD+JCQED333HNasGCB6tSpo8qVK6tz584KCQmRJIWGhio2NlZly5Y1e1+5cuUkJY42BAAAGZed7b1Emw8AAAAAAAAA+H8sGWBB48ePl7u7u7Zv366iRYvq7NmzGjNmjMaMGaMVK1Zk6rFu3Liho0eP6tSpUxo/frwKFCiggIAA9ezZU9u2bdOdO3ckSc7OzmbvS3qdtP9pxMXFpbusnV3W35oZiSejiP/xsjJ+AMhJsrO9lyzf5tPeZ67cHr9Emw8AAAAAAABYEgkB2WDx4sV69913ZW9vb7b96NGjWrRokUqVKiVJqlChgjp06KAvv/wy02MwGo2KjIzUnDlz9Pzzz0uSqlWrpiZNmmjVqlWqV69eph8zufj4eIWHh6errJ2dndzc3LI0Hkm6d+9eljygJv70SW/88fHxsrW1zfJ4AOBp5YT2XrJsm097n/lye/wSbT4AAAAAAABgSSQEZIMtW7Zo7dq1GjlypJo1a2baXqlSJQUGBmrEiBHy8PDQuXPntH79elWsWDHTY3B2dparq6upY0CSXF1dVbFiRZ05c0YtW7aUlPjANrm7d+9KklxcXJ7q+La2ttn20Dm9ChUqZOkQnkpeif/q1atZHAkAZI6c0N5Llm3zae8zX26PX6LNBwAAAAAAACyJhIBssGHDBq1evVpjx47VqlWr9PHHH6t8+fKaOHGihg4dqsaNG8tgMMhoNKpy5cqaMmVKpsfw7LPPKjQ0NNV90dHRKl26tOzt7XXu3DnVr1/ftC9pHeGH1xl+Etk1LW165bR4Mor4ASBnyQntvWT5Nj+nfb7ntHgyKrfHL1nHOQAAAAAAAAC5lY2lA8gLDAaDOnfurG3btql8+fJ64403NGnSJOXPn1/ffPONfv31V61evVo7duzQunXr5OXllekxNG7cWBERETpx4oRpW3h4uI4dO6ZKlSrJwcFBfn5++vnnn83eFxwcrHLlypmmOQYAAKnLCe29RJsPAAAAAAAAAPh/JARko0KFCunjjz/Whg0bdPHiRb3yyitauXKlihUrpqpVq8rT0zPLjt2sWTNVqVJFH3zwgYKDg7Vjxw7169dPDg4O6tq1qySpf//+Onz4sCZMmKA///xTc+fO1ebNmzVo0KAsiwsAAGtjyfZeos0HAAAAAAAAAPw/EgIs4Nlnn9WSJUs0ZcoUrVq1Sq1bt9bevXuz9Jg2NjZavHixfH19NW7cOH344YdycnJSUFCQPDw8JEk1a9bUvHnz9Pfff6tXr17avHmzJk+erObNm2dpbAAAWCNLtPcSbT4AAAAAAAAA4P+xoGc2ePDggaZPn66dO3fq33//VdWqVTV69Gg1bdpUDRo00LJlyzRo0CDVqlVLY8aMUenSpbMkDnd3d33xxRePLNO0aVM1bdo0S44PAIA1yyntvUSbDwAAAAAAAABIxAwB2WDixInauXOnPvzwQ02dOlXR0dHq27evYmJiZG9vr759+2rr1q1ycXFR69atNX36dEuHDAAAMoj2HgAAAAAAAACQ05AQkA127dql9957T+3atVPTpk01efJkXblyRWfOnDGVKVq0qKZNm6aVK1fq77//tmC0AADgSdDeAwAAAAAAAAByGhICsoGTk5MuX75seh0WFiaDwaBChQqlKFu1alWtXr06O8MDAACZgPYeAAAAAAAAAJDT2Fk6gLygT58+mjhxov755x85Ozvr999/18svvywvLy9LhwYAADIJ7T0AAAAAAAAAIKchISAbdO7cWc8++6x27dqlf//9VxMnTlSrVq0sHRYAAMhEtPcAAAAAAAAAgJyGhIBsUrNmTdWsWdPSYQAAgCxEew8AAAAAAAAAyElsLB2AtYuKirLIewEAQPahvQcAAAAAAAAA5EQkBGSxRo0ayd/fX9evX0/3e65du6Y5c+aoUaNGWRcYAADINLT3AAAAAAAAAICciCUDstj48ePl7++vBQsWqEaNGqpTp44qVaqkUqVKydnZWUajUXfv3tXly5d19OhR/fHHHwoJCdEzzzyj8ePHWzp8AACQDrT3AAAAAAAAAICciISALNaiRQu99tpr2rlzpzZs2KCAgADFxsbKYDCYlTMajbK3t1fdunU1d+5cNWnSRDY2TOAAAEBuQHsPAAAAAAAAAMiJSAjIBjY2NmrWrJmaNWummJgYHT16VOfOnVNERIQkydXVVWXLllXlypXl4OBg2WABAMATob0HAAAAAAAAAOQ0JARkMwcHB9WoUUM1atSwdCgAACCL0N4DAAAAAAAAAHIC5qgFAAAAAAAAAAAAAMAKkRAAAAAAAAAAAAAAAIAVIiEAAAAAAAAAAAAAAAArREIAAAAAAAAAAAAAAABWiIQAAAAAAAAAAAAAAACsEAkBAAAAAAAAAAAAAABYITtLB5DXLFu27LFlDAaD3nnnnawPBngUu3K5q14AyEFo7wEAAAAAAAAAOQEJAdls2rRpMhgMMhqNpm2pvaaDAJZkNMbLxnVmltZvMNhmWf0AYGm09wAAAAAAAACAnICEAAsYPXq0mjZtKkm6c+eO2rdvrxkzZqh69eoWjgxIZDDYaukn3+jq+RuZXndxbw/1nNw10+sFgJyG9h4AAAAAAAAAYGkkBFiAm5ubPD09JUmOjo6SpCJFipi2ATnBf7Yc1plD5zO93mere5MQACBPoL0HAAAAAAAAAFiajaUDyGscHR1179490+v79+9LkiZMmKBjx45ZKiwAAJCJaO8BAAAAAAAAADkBCQHZzNvbW+vWrdPt27cVExOjwMBA2dvby9PTU506ddLixYvN1hcGAAC5D+09AAAAAAAAACAnICEgm/Xp00cnTpxQ3bp1Vb16da1du1bdu3fXkiVLNHLkSM2fP189evSwdJgAAOAp0N4DAAAAAAAAAHICO0sHkNe89tprKl68uH799Vc9ePBAvr6+atmypSSpe/fuql27toYNG2bhKAEAwNOgvQcAAAAAAAAA5AQkBFiAr6+vfH19U91Xvnx5rV27NnsDAgAAmY72HgAAAAAAAABgaSwZkAM5ODhYOgQAAJDFaO8BAAAAAAAAAFmNGQKymb+//2PLGAwGDRgwIBuiAQAAWYH2HgAAAAAAAACQE5AQkM3oIAAAwPrR3gMAAAAAAAAAcgISAizgiy++UOvWrS0dBgAAyEK09wAAAAAAAAAAS7OxdAAAAAAAAAAAAAAAACDzMUOABRgMBkuHkDvYlctd9WbXcbIrfgDAU6G9BwAAAAAAAABYGgkBFjBlyhTNmTNHDg4OcnR0VJEiRVSuXDnVqVNHdevWtXR4OYLRGC8b15lZWr/BYJul9efm+AEAT4/2HgAAAAAAAABgaSQEZLN27dpJkuLi4hQbG6t79+4pLCxM+/bt05IlS1SjRg0tXrxYBQsWtHCklmUw2GrpJ9/o6vkbmV53cW8P9ZzcNdPrTS63xw8AeDq09wAAAAAAAACAnICEgGz2+eefp7o9Li5O27dv1+jRo+Xv76+RI0dmc2Q5z3+2HNaZQ+czvd5nq3tnS4d6bo8fAPDkaO8BAAAAAAAAADmBjaUDQCI7Ozu99tpr6ty5s37++WdLhwMAALIA7T0AAAAAAAAAIDuREJDDDB48WN9++62lwwAAAFmI9h4AAAAAAAAAkB1YMsCCzpw5o7CwMEmSp6ennn32WeXPn1/58+e3cGQAACCz0N4DAAAAAAAAACyFhAAL2L59u6ZOnWrqHEhSqlQpjRo1Sk2bNrVQZAAAILPQ3gMAAAAAAAAALI2EgGy2a9cuffDBBypZsqSGDh2qcuXKSZLOnj2rNWvWaNCgQQoICFCDBg0sHCkAAHhStPcAAAAAAAAAgJyAhIBstmDBAvn4+CgoKEiOjo6m7U2bNlW3bt3UtWtXzZ8/nw4CAAByMdp7AAAAAAAAAEBOYGPpAPKakydPqm3btmadA0kcHR3Vrl07nTx50gKRAQCAzEJ7DwAAAAAAAADICUgIyGb58uXTnTt30tx/584d5cuXLxsjAgAAmY32HgAAAAAAAACQE5AQkM38/Py0YsUKHTp0KMW+kJAQrVy5UnXq1LFAZAAAILPQ3gMAAAAAAAAAcgI7SweQ1wwfPlydO3dW165dVbVqVXl7e0uSzp8/ryNHjqhw4cIaNmyYhaMEAABPg/YeAAAAAAAAAJATMENANvPy8tIPP/yg7t27686dOwoODlZwcLDu3LmjHj16aNOmTSpVqpSlwwQAAE+B9h4AAAAAAAAAkBMwQ4AFFC5cWGPGjNGYMWMsHQoAAMgitPcAAAAAAAAAAEsjISCHuXXrls6dO2d6XbhwYZUtW9aCEQEAgMxGew8AAAAAAAAAyA4kBOQwe/fu1ciRI2U0GmUwGNS6dWtNnz7d0mEBAIBMRHsPAAAAAAAAAMgOJARkg9atW6e77P379yVJO3bskCQ5OjpmSUwAACBz0d4DAAAAAAAAAHIaEgKywenTp1W2bFkVLlz4sWXj4+MlSZ6enlkdFgAAyES09wAAAAAAAACAnIaEgGzSv3//dI0c3LRpk0aNGpUNEQEAgMxGew8AAAAAAAAAyElsLB0AzBkMBkuHAAAAshjtPQAAAAAAAAAgO5AQAAAAAAAAAAAAAACAFWLJgGxy7tw5/ec//5HBYJCDg4Py588vd3d3ubu7y8aGvAwAAKwB7T0AAAAAAAAAICchISCbBAQEKCAgIMV2W1tbeXl5qWLFiqpdu7aMRqMFogMAAJmB9h4AAAAAAAAAkJOQEJAN5syZY/o5NjZWsbGxunfvniIiInTlyhWdP39ev/zyi4KDg2Vra2vBSAEAwJOivQcAAAAAAAAA5DQkBGSDV1999bFlYmJi9OOPP+rTTz9VfHy8Dhw4IKPRqMKFC6ts2bLZECUAAHgatPcAAAAAAAAAgJyGxWxzCAcHB73xxht6//33ZTQa1a1bN/Xo0SPVaYcBAEDuRHsPAAAAAAAAAMhOzBCQw3Tv3l0tW7Y0vXZ0dLRgNAAAICvQ3gMAAAAAAAAAsgMJATlMgQIF5OnpaekwAABAFqK9BwAAAAAAAABkBxICAAAAgDyqTEGPXFk3AAAAAAAAgPQhISCPevDggZo3b65r165p3bp1qlKlimnf2rVr9dVXX+nKlSvy9vbW0KFD1bhxYwtGCwAAngTtPR4l3pigT6t1yvJj2BpssvQYAAAAAAAAANJGQkAetWDBAsXHx6fY/tNPP2ns2LHq16+fateureDgYA0cOFBBQUHy9fXN/kABAMATo73Ho9gabDR/016F3byTJfV7FnHRgDZ1s6RuAAAAAAAAAOlDQkAedPbsWX3zzTcaOXKkxo8fb7Zv7ty5atmypYYMGSJJql27tk6dOqX58+crMDDQAtECAIAnQXuP9Nh77IL+uXQ9S+p+3qsoCQEAAAAAAACAhTF/Zx40efJkde7cWd7e3mbbL126pAsXLqh58+Zm21u0aKF9+/YpJiYmO8MEAABPgfYeAAAAAAAAAEBCQB6zdetWnTp1SgMGDEix79y5c5KUouOgXLlyio2N1aVLl7IlRgAA8HRo7wEAAAAAAAAAEksG5ClRUVGaOnWqhg4dKicnpxT779xJXD/W2dnZbHvS66T9TyouLi7dZe3ssv7WzEg8GUX8j5eV8QNAXkZ7by6r28syBT2ypO6kenN7ey/R5gMAAAAAAACWREJAHrJw4UIVLlxYb7zxRrYfOz4+XuHh4ekqa2dnJzc3tyyOSLp3716WPKAm/vRJb/zx8fGytbXN8ngAwFrQ3pvLyvbS2dVFn1brlOl1J4k3JuT69l6izQcAAAAAAAAsiYSAPCIsLExLly7V/Pnzde/ePUlSZGSk6b8PHjyQi4uLpMSHth4e/z/a7e7du5Jk2v8kbG1ts+2hc3oVKlTI0iE8lbwS/9WrV7M4EgCwHrT3KWVle2lrsNH8TXsVdvPpZlVIjWcRFw1oUzfXt/cSbT4AAAAAAABgSSQE5BGXL19WbGys+vbtm2Jfjx49VK1aNc2cOVNS4trCZcuWNe0/d+6c7O3t5eXl9VQxZNe0tOmV0+LJKOIHADyM9j6lrI5n77EL+ufS9Uyv93mvohrQpm6Ou55PwhrOAQAAAAAAAMiteDqXR1SoUEErVqww23bixAl9/vnnmjhxoqpUqSIvLy+VKVNGW7duVbNmzUzlgoODVadOHTk4OGR32AAAIANyY3tfpqDH4wvloHoBAAAAAAAAIDchISCPcHZ2lp+fX6r7KlWqpEqVKkmSBg0apGHDhql06dLy8/NTcHCwjhw5olWrVmVnuAAA4AnktvY+3pigT6t1ytL6bQ02WVY/AAAAAAAAAOR0JATATKtWrRQVFaXAwEAtXrxY3t7e8vf3V/Xq1S0dGgAAyCQ5pb23Ndho/qa9Crt5J9Pr9iziogFt6mZ6vQAAAAAAAACQm5AQkIf5+fnp5MmTKbZ37NhRHTt2tEBEAAAgs+X09n7vsQv659L1TK/3ea+iJAQAAAAAAAAAyPOYQxUAAAAAAAAAAAAAACtEQgAAAAAAAAAAAAAAAFaIhAAAAAAAAAAAAAAAAKwQCQEAAAAAAAAAAAAAAFghEgIAAAAAAAAAAAAAALBCJAQAAAAAAAAAAAAAAGCFSAgAAAAAAAAAAAAAAMAKkRAAAAAAAAAAAAAAAIAVIiEAAAAAAAAAAAAAAAArREIAAAAAAAAAAAAAAABWiIQAAAAAAAAAAAAAAACsEAkBAAAAAAAAAAAAAABYIRICAAAAAAAAAAAAAACwQiQEAAAAAAAAAAAAAABghUgIAAAAAAAAAAAAAADACpEQAAAAAAAAAAAAAACAFSIhAAAAAAAAAAAAAAAAK0RCAAAAAAAAAAAAAAAAVoiEAAAAAAAAAAAAAAAArBAJAQAAAAAAAAAAAAAAWCESAgAAAAAAAAAAAAAAsEIkBAAAAAAAAAAAAAAAYIVICAAAAAAAAAAAAAAAwAqREAAAAAAAAAAAAAAAgBUiIQAAAAAAAAAAAAAAACtEQgAAAAAAAAAAAAAAAFaIhAAAAAAAAAAAAAAAAKwQCQEAAAAAAAAAAAAAAFghEgIAAAAAAAAAAAAAALBCJAQAAAAAAAAAAAAAAGCFSAgAAAAAAAAAAAAAAMAKkRAAAAAAAAAAAAAAAIAVIiEAAAAAAAAAAAAAAAArREIAAAAAAAAAAAAAAABWiIQAAAAAAAAAAAAAAACsEAkBAAAAAAAAAAAAAABYIRICAAAAAAAAAAAAAACwQiQEAAAAAAAAAAAAAABghUgIAAAAAAAAAAAAAADACpEQAAAAAAAAAAAAAACAFSIhAAAAAAAAAAAAAAAAK0RCAAAAAAAAAAAAAAAAVoiEAAAAAAAAAAAAAAAArBAJAQAAAAAAAAAAAAAAWCESAgAAAAAAAAAAAAAAsEIkBAAAAAAAAAAAAAAAYIVICAAAAAAAAAAAAAAAwAqREAAAAAAAAAAAAAAAgBUiIQAAAAAAAAAAAAAAACtEQgAAAAAAAAAAAAAAAFaIhAAAAAAAAAAAAAAAAKwQCQEAAAAAAAAAAAAAAFghEgIAAAAAAAAAAAAAALBCJAQAAAAAAAAAAAAAAGCFSAgAAAAAAAAAAAAAAMAKkRAAAAAAAAAAAAAAAIAVIiEAAAAAAAAAAAAAAAArREIAAAAAAAAAAAAAAABWiIQAAAAAAAAAAAAAAACsEAkBAAAAAAAAAAAAAABYIRICAAAAAAAAAAAAAACwQiQEAAAAAAAAAAAAAABghUgIyCO2bNmi/v37q0GDBvL19VWbNm20bt06GY1Gs3Jr167Vq6++qipVquj111/Xr7/+aqGIAQDAk6DNBwAAAAAAAAAkISEgj/j6669VoEABjRo1SgsXLlSDBg00duxYzZ8/31Tmp59+0tixY9W8eXMFBgbK19dXAwcO1OHDhy0XOAAAyBDafAAAAAAAAABAEjtLB4DssXDhQrm7u5te16lTRxEREVq2bJnef/992djYaO7cuWrZsqWGDBkiSapdu7ZOnTql+fPnKzAw0EKRAwCAjKDNBwAAAAAAAAAkYYaAPCJ5x0CSChUq6P79+4qMjNSlS5d04cIFNW/e3KxMixYttG/fPsXExGRXqAAA4CnQ5gMAAAAAAAAAkpAQkIf9/fffKlasmJycnHTu/9q78ygr6jtvwJ9uFhdk0Si4gSKcbkRE0aOIggYUHKJG3OIuGQXXqPHoqONEHccJYczMMYpiRvF1QWOMO7ggiGZcAiZxQM04LgH3jAuggEhD033fP3L6jj2NCgje7svznNPHvlW/W/WtavV7Tv0+VTV3bpKke/fujcb06NEjtbW1effdd0tRIgCwFuj5AAAAAADrJ68MWE/98Y9/zKOPPpqLLrooSbJw4cIkSYcOHRqNa/jcsP6bWLFixSqPbd163f+ruTr1rC71f711WT8A/+vb7vn6/drV0utP9HwAAAAAKCWBgPXQBx98kPPOOy/9+/fPSSed9K3ss66uLp988skqjW3dunU23XTTdVxRsnjx4nVygVr9q2ZV66+rq0urVq3WeT0A5ejb7vn6/drX0utP9HwAAAAAKCWBgPXMokWLMnr06HTq1Cnjxo1LZeVf3xrRsWPHJH+9YLvFFls0Gv/F9WuqVatW39pF51XVvn37Upfwjawv9X/wwQfruBKA8lSKnq/fr30tvf5EzwcAAACAUhIIWI/U1NTktNNOy+LFi3P33Xc3uji7ww47JEnmzp1b/L3hc5s2bdK1a9dvvP9v67G0q6q51bO61A/Alyllz29u/39vbvWsrpZef1IexwAAAAAALVVlqQvg27FixYr8+Mc/zty5czNhwoR06dKl0fquXbtm++23z5QpUxotf/TRRzNgwIC0bdv22ywXAFhDej4AAAAAAA3crrOeuOKKK/LUU0/l4osvzmeffZbZs2cX1/Xu3Ttt27bN2WefnQsuuCDdunVL//798+ijj+all17KHXfcUbrCAYDVoucDAAAAANBAIGA98dxzzyVJxo4d22Td9OnTs+222+bggw/O0qVLc9NNN+XGG29M9+7dc91116Vfv37fdrkAwBrS8wEAAAAAaCAQsJ548sknV2ncUUcdlaOOOmodVwMArCt6PgAAAAAADSpLXQAAAAAAAAAAsPYJBAAAAAAAAABAGRIIAAAAAAAAAIAy1LrUBQAAAKXRfcvNWuS2AQAAAIBVIxAAAEDJrKtJ429rMrol119XX5+fnjx8ne+jVaWHkgEAAABAqQgEAABQEut6QnpdT0a39PpbVVbm//3kV/ngzY/Xyfa37L5FTv7n49bJtgEAAACAVSMQAABASazLCelvYzK6pdefJH94bHb+POvNdbLtnv26CwQAAAAAQIkJBAAAUDLrakL625qMbun1AwAAAADlzQs9AQAAAAAAAKAMCQQAAAAAAAAAQBkSCAAAAAAAAACAMiQQAAAAAAAAAABlSCAAAAAAAAAAAMqQQAAAAAAAAAAAlCGBAAAAAAAAAAAoQwIBAAAAAAAAAFCGBAIAAAAAAAAAoAwJBAAAAAAAAABAGRIIAAAAAAAAAIAyJBAAAAAAAAAAAGVIIAAAAAAAAAAAypBAAAAAAAAAAACUIYEAAAAAAAAAAChDAgEAAAAAAAAAUIYEAgAAAAAAAACgDAkEAAAAAAAAAEAZEggAAAAAAAAAgDIkEAAAAAAAAAAAZUggAAAAAAAAAADKkEAAAAAAAAAAAJQhgQAAAAAAAAAAKEMCAQAAAAAAAABQhgQCAAAAAAAAAKAMCQQAAAAAAAAAQBkSCAAAAAAAAACAMiQQAAAAAAAAAABlSCAAAAAAAAAAAMqQQAAAAAAAAAAAlCGBAAAAAAAAAAAoQwIBAAAAAAAAAFCGBAIAAAAAAAAAoAwJBAAAAAAAAABAGRIIAAAAAAAAAIAyJBAAAAAAAAAAAGVIIAAAAAAAAAAAypBAAAAAAAAAAACUIYEAAAAAAAAAAChDAgEAAAAAAAAAUIYEAgAAAAAAAACgDAkEAAAAAAAAAEAZEggAAAAAAAAAgDIkEAAAAAAAAAAAZUggAAAAAAAAAADKkEAAAAAAAAAAAJQhgQAAAAAAAAAAKEMCAQAAAAAAAABQhgQCAAAAAAAAAKAMCQQAAAAAAAAAQBkSCAAAAAAAAACAMiQQAAAAAAAAAABlSCAAAAAAAAAAAMqQQAAAAAAAAAAAlCGBAJqYM2dO/vZv/za77rpr9tlnn1x11VVZvnx5qcsCANYi/R4AAAAAoPy1LnUBNC8LFy7MyJEjs/3222fcuHH58MMPM3bs2NTU1OSyyy4rdXkAwFqg3wMAAAAArB8EAmjk17/+dZYsWZLrrrsunTp1SpLU1dXliiuuyGmnnZYuXbqUtkAA4BvT7wEAAAAA1g9eGUAjTz/9dAYMGFCcHEiS4cOHp76+Ps8991zpCgMA1hr9HgAAAABg/SAQQCNz587NDjvs0GhZhw4dssUWW2Tu3LklqgoAWJv0ewAAAACA9YNXBtDIokWL0qFDhybLO3bsmIULF67RNmtra1MoFPLyyy+v1veO+/mhWbF8xRrt86u0btt6tWtZE+pfudWtf/ny5amoqFjrdQCsz/T7tUf9X07PBwAAAIDSEwhgnVvTC7udtmg6UdGSqH/tqKioMDkA0ALo9y1Tc6pfzwcAAACAtU8ggEY6dOiQxYsXN1m+cOHCdOzYcY222a9fv29aFgCwFun3AAAAAADrh8pSF0DzssMOOzR5d/DixYvz8ccfN3nXMADQMun3AAAAAADrB4EAGtl3333zu9/9LosWLSoumzJlSiorK7PPPvuUsDIAYG3R7wEAAAAA1g8VhUKhUOoiaD4WLlyYgw46KN27d89pp52WDz/8MGPHjs0hhxySyy67rNTlAQBrgX4PAAAAALB+EAigiTlz5uTKK6/MrFmz0q5duxx66KE577zz0rZt21KXBgCsJfo9AAAAAED5EwgAAAAAAAAAgDJUWeoCAAAAAAAAAIC1TyAAAAAAAAAAAMqQQAAAAAAAAAAAlCGBAAAAAAAAAAAoQwIBAAAAAAAAAFCGBAIAAAAAAAAAoAwJBAAAAAAAAABAGRIIAAAAAAAAAIAyJBAAJVIoFEpdwjfS0usHgG9DS++XLb1+AAAAAFjfCQTQYtXV1ZW6hG+ktra21CWskbq6utTW1mbevHmlLgWA9URL7vn6PQAAAABQShUFt/3Qgnz++eeZPn16DjnkkCRJfX19KitbTq7l888/zy233JLXXnstK1asyODBg3PUUUeVuqxVtmTJkowZMyavv/56PvrooxxxxBE555xzSl0WAGWoJfd8/R4AAAAAaC5al7oAWFVLly7Ncccdl1dffTUff/xxTj755FRWVraYCYIlS5bk6KOPzsYbb5yOHTtm6dKlufTSS/PJJ5/k1FNPLXV5X+uzzz7LkUcemc033zz9+vVLfX19xo8fn9atW+fMM88sdXkAlJGW3PP1ewAAAACgOREIoEVYsWJFrrrqqnz00Ufp169fbrvtttTV1WX06NEtYoJg+fLlOf/889O5c+dcfvnl2W677TJv3rz88pe/zIQJEzJo0KDsuOOOpS7zSy1btixnnHFGttxyy1x55ZXp2rVrkr8+BnnGjBkmCABYa1pyz9fvAQAAAIDmpnleTYX/4913382MGTOy77775rLLLkv//v0zceLE3HTTTUlSnCBormbOnJmPPvooxxxzTPHi+uabb55hw4Zl2bJl+ctf/lLiCr/ac889l/r6+owcOTLbbrttcXnnzp3TuXPnTJ06NZMmTWr2xwFA89eSe75+DwAAAAA0N54QQIuw1VZb5ZRTTsnQoUPTqVOnjB49OnV1dZk4cWKSFO8arKurS6tWrUpcbVPbbrttNtlkk+y9996N7m7cc889s9VWW+Wll17K/vvv32zr79evX44++ujss88+qaioSPLXxzlPmjQpNTU1mTVrVubNm5eePXvm/PPPzz777FPiigFoqVpyz9fvAQAAAIDmpqJQKBRKXQSsikKhkIqKiqxYsSKtW7fOnDlzMn78+PzhD3/IiSeemNGjRydJ8a7B5vY44aVLl2ajjTZq8qjjww8/PLvttlt+8pOflLC6r9dw/uvr61MoFHLQQQelffv2ufTSS9O9e/fMnz8/J5xwQnbcccfiXZwAsCZacs/X7wEAAACA5qT5XD2Fr9Fwp1rr1n99sEWPHj1y5plnZo899sjEiRMzYcKEJMn//M//5De/+U0WLFhQslpXZqONNkryv5MWdXV1SZJ27dqlpqamOO6zzz7LU0899e0X+DUazn9lZWVatWqVY445JuPGjUvfvn3Tvn37bL/99vnJT36SZ599Nm+88UZkjQBYUy255+v3AAAAAEBz4pUBtGg9evTIGWeckYqKitx+++1ZtGhR3nrrrUydOjWDBw8udXlfqeFRwe3bt88nn3ySJFm8eHF+9rOf5f77788zzzyTLbbYopQlrlTDnYM//OEPm6x7//33061bt2y99dbFCQUAWBtaas/X7wEAAACAUhIIoEWrr69Pz549c8YZZ6SmpiY33nhjOnbsmPvvvz9dunQpdXmrpG3btlm0aFFqampy1VVXZcqUKbn33nub5eRAkkYX/hsmC5Jk3rx5+a//+q/07t27WT26GYDy0NJ7vn4PAAAAAJSCQAAtWsOF6A4dOmTJkiVp37597rzzzvTs2bPElX29hncLb7TRRlmwYEHGjBmTSZMm5a677krv3r1LXd4qaZgcmDNnTiZMmJAZM2bkjjvuKD4uGQDWlpba8/V7AAAAAKCUBAJo8ZYuXZqxY8dmxowZefDBB5v9xECDhomNzp0754EHHsgrr7ySX/3qVy1mcqDBuHHjMnv27Lz55pu55ZZb0qNHj1KXBECZaok9X78HAAAAAEqpolAoFEpdBHxTzz77bLbYYotUV1eXupTV9sorr2TUqFGZOHFii7y4/tprr2XKlCk5/PDD07Vr11KXA0CZa6k9X78HAAAAAEpBIACagZqammy44YalLmON1dXVpVWrVqUuAwCaNf0eAAAAAPi2CQQAAAAAAAAAQBmqLHUBAAAAAAAAAMDaJxAAAAAAAAAAAGVIIAAAAAAAAAAAypBAAAAAAAAAAACUIYEAAAAAAAAAAChDAgEAAAAAAAAAUIYEAoB1bsmSJRkwYEAmTZpUkv3fdddd+e53v5vly5eXZP8AsD7Q7wEAAACg+REIANa522+/Pe3atctBBx1UXPbRRx/lX//1X3PiiSemX79+qa6uzvPPP79a2x0zZkwOO+yw7Lnnntlll10yfPjwjBs3LkuWLGk07vDDD09tbW1+/etfr5XjAQCa0u8BAAAAoPkRCADWqdra2tx+++056qij0qpVq+LyN998MzfddFM++uijVFdXr9G2X3755ey+++45++yz8w//8A/p379/brzxxowaNSr19fXFcRtssEFGjBiRW2+9NYVC4RsfEwDQmH4PAAAAAM1T61IXAJS33/72t1mwYEGGDx/eaPlOO+2U559/Pp06dcqUKVMya9as1d72XXfd1WRZt27d8i//8i956aWXsuuuuxaXDx8+PBMmTMjMmTMzYMCA1d4XAPDl9HsAAAAAaJ48IYAmZs6cmerq6kybNq3JusmTJ6e6ujqzZs3KxRdfnH79+uXdd9/NKaeckl133TUDBw7Mdddd1+SurM8//zxjx47Nfvvtlz59+uTAAw/MzTff3GRcdXV18WfHHXfMoEGDcumll2bRokWNxi1fvjzXXntthg4dmj59+mS//fbLVVdd1eSdsdXV1fmnf/qnJsdx2mmnZciQIcXP7733Xqqrq3PzzTev9vlamYceeihHHnlkdtlll+yxxx45/vjj8+yzzyZJhgwZ0ug4/+9PQ11frOnWW2/N4MGD07dv35xwwgl5/fXXm+xzzpw5Oeecc7Lnnntm5513zuGHH57p06c3Gbdo0aKMGTMmQ4YMSZ8+fbLvvvvmwgsvzIIFC4pjli1blnHjxuXAAw/MzjvvnIEDB+ZHP/pR3nnnneKYm2++Occcc0z69++fvn375vDDD8+UKVOa7O+JJ57INttsk27dujVavskmm6RTp05rdH6/yjbbbFM8zi/q06dPOnXqtNJzArA+0u+/Of3+f+n3AAAAANA8eUIATfTv3z9bbbVVJk+enKFDhzZaN3ny5HTr1i39+vXL3Xffnbq6uowaNSq77LJL/u7v/i7PPPNMxo0bl7q6upx77rlJkkKhkDPOOCPPP/98jjzyyOy444555plnctVVV+XDDz/MJZdc0mgfQ4cOzdChQ1NXV5fZs2fn7rvvTk1NTX7+858nSerr63PGGWfkhRdeyA9+8IP06NEjr7/+em677ba89dZbGT9+/Ldzor7Eddddl3HjxqVfv34555xz0qZNm7z44ouZOXNmBg4cmEsuuaT4ztu5c+fml7/8ZU4//fTssMMOSZJ27do12t6DDz6YJUuW5LjjjsuyZcsyceLEjBw5MpMnT87mm2+eJHnjjTdy7LHHpkuXLhk9enQ23njjPPbYYznrrLMybty44t9xyZIlOf744zNnzpwcccQR6d27dz755JM8+eST+fDDD7PZZpulrq4up512WmbMmJGDDjooJ510UpYsWZLnnnsur7/+evFC/+23354hQ4bkkEMOSW1tbR555JGce+65+fd///d897vfLdY/a9as7LTTTuvsfK9YsSKLFi1KbW1t3njjjfziF79Iu3bt0rdv3yZje/funf/8z/9cZ7UAtCT6/Tej3+v3AAAAANAiFGAl/u3f/q3Qp0+fwqJFi4rL5s+fX+jdu3fh2muvLRQKhcJFF11UqKqqKlx55ZXFMfX19YVTTz21sNNOOxXmz59fKBQKhWnTphWqqqoK48ePb7SPs88+u1BdXV14++23i8uqqqqK229w9NFHF773ve8VPz/44IOFXr16Ff7whz80GnfXXXcVqqqqCi+88EKj7V1xxRVNju/UU08tDB48uPj53XffLVRVVRUmTJjw9SfnK7z11luFXr16Fc4666xCXV1do3X19fVNxs+cObNQVVVVmDlzZpN1DTX17du38MEHHxSXv/jii4WqqqrCmDFjistGjhxZOPjggwvLli1rtL+jjz66MGzYsOKya665plBVVVWYOnVqk/011HfvvfcWqqqqCrfccsuXjikUCoWlS5c2Wrd8+fLCwQcfXDjppJOKy2prawvV1dWFsWPHNtnWFz322GNfeh6+zqxZswpVVVXFnwMPPPBLt3PppZcW+vbtu9r7AChX+v2a0e/1ewAAAABoKbwygJU69NBDs3z58kaPhH300UezYsWKfP/732809vjjjy/+XlFRkeOPPz61tbWZMWNGkuTpp59Oq1atcuKJJzb63sknn5xCoZCnn3660fKlS5dmwYIF+fjjj/P444/ntddea/QO2ClTpqRHjx7ZYYcdsmDBguLPXnvtlSR5/vnnG21v2bJljcYtWLAgK1asWOlxN+x74cKFTR5vvCqeeOKJ1NfX56yzzkplZeP/vCoqKlZ7e0lywAEHpEuXLsXPffv2zS677JL/+I//SJJ8+umnmTlzZoYPH57PPvuseIyffPJJBg4cmLfeeisffvhhkmTq1Knp1atXkztBv1jf1KlTs+mmm+aEE0740jFJsuGGGxZ/X7hwYRYvXpzdd989r7zySqPlhUIhHTp0WKNjXxU9e/bMLbfckuuvvz6jRo3KxhtvnM8//3ylYzt06JCamposXbp0ndUD0JLo9/q9fg8AAAAA5c0rA1ipHj16ZOedd87kyZNz1FFHJfnr44N33XXXbLfddsVxlZWV6dq1a6Pvdu/ePUny/vvvF//ZuXPnbLLJJk328cVxDW6++eZG7/YdNGhQLrjgguLnt99+O3PmzGk0afBF8+fPb/T53nvvzb333ttkXMO7Z79o3LhxGTduXJJkgw02yF577ZVLLrkk22+//Ur39X+98847qaysLB7b2vDF891g++23z2OPPVbcZ6FQyDXXXJNrrrlmpduYP39+unTpknfeeSfDhg37yv2988476d69e1q3/ur/PTz11FO54YYb8t///d+N3uW8somQNZlsafDpp5+mtra2+HnDDTdM+/bti5832WST7L333kn+OpkyefLknHnmmXnggQfSq1evldaxppM1AOVGv9fv9XsAAAAAKG8CAXypESNG5Kc//Wk++OCDLF++PLNnz85ll122zvd76KGHZsSIEamvr8+7776b8ePH57TTTsutt96aioqK1NfXp6qqKn//93+/0u9vueWWjT7vv//+Te5++8UvfpF58+Y1+e7RRx+dv/mbv0ldXV3mzJmT6667LmeddVYeeeSRtXeAa1l9fX2Sv96BOWjQoJWOaXgP8Nryxz/+MWeccUb22GOPXH755dliiy3Spk2b3HfffXn44YeL4zp27JiKioosWrRojfd19tln5/e//33x82GHHZaxY8d+6fhhw4blwgsvzCOPPNJkgmDRokXZaKONGt3tCLC+0+/1+y+j3wMAAABAyycQwJf63ve+l7Fjx+bhhx9OTU1N2rRpk+HDhzca03ARv+EuwSR58803k/zvHXnbbLNNZsyYkc8++6zRXYNz585tNK5B165di3eAJUn79u1z/vnnZ/bs2enXr1+6deuWV199NQMGDFilO7+23HLLRttLkttuu22lEwTbbbddceygQYNSU1OTq6++On/5y1+y9dZbf+2+unXrlvr6+syZMyc77rjj145fFW+//XaTZW+99VbxvDXcsdmmTZsmx7my+t54442vHfPiiy+mtrY2bdq0WemYxx9/PBtssEFuvvnmtG3btrj8vvvuazSudevW6datW957772v3OdXueiiixpNMHTu3Pkrxy9fvjz19fVZvHhxk3XvvfdedthhhzWuBaAc6ff6vX4PAAAAAOWr8uuHsL7abLPNMmjQoEyaNCmTJ0/OwIEDs9lmmzUZd+eddxZ/LxQKufPOO9OmTZviI3733Xff1NXVNRqXpHgH4L777vuVddTU1CRJ8TG1w4cPz4cffpjf/OY3Kx37Ze+TXRMNd+O1atVqlcYfcMABqayszPXXX1/8boM1fYzuE088UXwncJK89NJLefHFF4vn7Tvf+U723HPP3H333fnoo4+afH/BggXF34cNG5ZXX30106ZNazKuob5hw4blk08+afL3+uKYVq1apaKiInV1dcV17733XqZPn97kO7vuumv+9Kc/rerhNtGnT5/svffexZ+ePXsm+evdf198tHCDe+65p/i9/+uVV17Jbrvttsa1AJQj/V6//7Ix+j0AAAAAtHyeEMBXGjFiRM4555wkybnnnttk/QYbbJBnnnkmF110Ufr27Ztnnnkmv/3tb3P66acXJxOGDBmS/v375+qrr87777+f6urqPPfcc5k+fXpGjhzZ5PG2r732Wh566KEUCoW8++67mThxYrbccsviBd9DDz00jz32WC6//PI8//zz2W233VJXV5e5c+dmypQpmTBhQnbeeec1Ot4333wzTz/9dAqFQv785z/n5ptvzs4775wuXbqs0ve32267nH766Rk/fnyOO+64DBs2LG3bts3LL7+czp075/zzz1/tmrp165Zjjz02xx57bJYvX57bb789nTp1yqhRo4pjLr/88hx33HE55JBD8oMf/CBdu3bNvHnzMnv27HzwwQeZNGlSkuSUU07J448/nnPPPTdHHHFEdtpppyxcuDBPPvlkrrjiivTq1SsjRozIgw8+mJ/97Gd56aWXsvvuu2fp0qWZMWNGjj322BxwwAHZb7/9csstt2TUqFE5+OCDM3/+/PzqV79Kt27d8tprrzWqf//9989DDz2UN998s9GdpUkyfvz4JMmf//znJMlDDz2UF154IUly5plnfuV5+f3vf59//ud/zoEHHpjtttsutbW1eeGFFzJ16tT06dMn3//+9xuN/9Of/pRPP/00+++//2r/DQDKnX6v3+v3AAAAAFCeBAL4SoMHD07Hjh1TX1+/0gurrVq1yoQJE/KP//iP+fnPf5527drlRz/6Uc4666zimMrKytxwww259tpr8+ijj+b+++/PNttskwsvvDAnn3xyk21OmzYt06ZNS0VFRTbffPP0798/P/7xj9OuXbvi9q6//vrceuuteeihhzJt2rRstNFG2XbbbXPiiSc2uQi9Ou65557cc889qaysTOfOnTN06NCcd955q7WNc889N9tuu23uuOOOXH311dloo41SXV2dQw89dI1qGjFiRCorK3Pbbbdl/vz56du3by699NJGj9Lt2bNn7rvvvlx33XV54IEH8umnn2azzTZL7969G/0t2rVrlzvvvDPjxo3LtGnT8sADD+Q73/lOBgwYUJwEadWqVW666abccMMNefjhhzN16tR06tQpu+22W6qrq5MkAwYMyE9/+tPcdNNNGTNmTLbddttccMEFef/995tMEAwePDibbrppHnvssSYX/a+55ppGn7/4COKvmyCoqqpK//79M3369Hz88ccpFArp1q1bzjrrrJxyyimNHm2cJFOmTMnWW2+dvfba6+tOOcB6R7/X7/V7AAAAAChPFYU1fa4p64UVK1Zk0KBBGTx4cMaMGdNo3cUXX5zHH388s2bNKlF15e29997L/vvvnwsvvDCnnHJKqcv5Rq6//vrcf//9mTp16io/jnltWr58eYYMGZLRo0dn5MiR3/r+AZo7/b509Pu1R78HAAAAgKYqS10AzdsTTzyRBQsWZMSIEaUuhRbshz/8YT7//PM88sgjJdn/fffdl9atW+fYY48tyf4Bmjv9nrVBvwcAAACA5scrA1ipF198Ma+99lrGjx+f3r17Z8899yx1SSX38ccff+X6DTfcMO3bt/+WqmlZ2rVrlxkzZpRs/w3vZAagMf2+Kf1+zen3AAAAAND8CASwUnfddVcmTZqUXr16ZezYsaUup1kYOHDgV64/7LDDnCsAWhT9vin9HgAAAAAoJxWFQqFQ6iKgJfjd7373les7d+6cnj17fkvVAADrgn4PAAAAAJQTgQAAAAAAAAAAKEOVpS4AAAAAAAAAAFj7BAIAAAAAAAAAoAwJBAAAAAAAAABAGRIIAAAAAAAAAIAyJBAAAAAAAAAAAGVIIAAAAAAAAAAAypBAAAAAAAAAAACUIYEAAAAAAAAAAChD/x8lKTKIQKYYlAAAAABJRU5ErkJggg=="/>
          <p:cNvSpPr>
            <a:spLocks noChangeArrowheads="1" noChangeAspect="1"/>
          </p:cNvSpPr>
          <p:nvPr/>
        </p:nvSpPr>
        <p:spPr bwMode="auto">
          <a:xfrm>
            <a:off x="1927224" y="7937"/>
            <a:ext cx="304799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363327607" name="Picture 3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93616" y="1626518"/>
            <a:ext cx="4101972" cy="3024335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/>
        </p:spPr>
      </p:pic>
      <p:pic>
        <p:nvPicPr>
          <p:cNvPr id="2083494004" name="Picture 4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343649" y="1626518"/>
            <a:ext cx="4836488" cy="3024335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/>
        </p:spPr>
      </p:pic>
      <p:sp>
        <p:nvSpPr>
          <p:cNvPr id="978032515" name="TextBox 4"/>
          <p:cNvSpPr txBox="1"/>
          <p:nvPr/>
        </p:nvSpPr>
        <p:spPr bwMode="auto">
          <a:xfrm flipH="0" flipV="0">
            <a:off x="952139" y="4784203"/>
            <a:ext cx="10783019" cy="137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800">
                <a:latin typeface="Arial"/>
                <a:cs typeface="Arial"/>
              </a:rPr>
              <a:t>Доля людей, испытывающих </a:t>
            </a:r>
            <a:r>
              <a:rPr lang="ru-RU" sz="2800" b="1">
                <a:latin typeface="Arial"/>
                <a:cs typeface="Arial"/>
              </a:rPr>
              <a:t>тревогу в семье</a:t>
            </a:r>
            <a:r>
              <a:rPr lang="ru-RU" sz="2800">
                <a:latin typeface="Arial"/>
                <a:cs typeface="Arial"/>
              </a:rPr>
              <a:t>, резко возрастает с 49.4% до 57.4%.</a:t>
            </a:r>
            <a:endParaRPr/>
          </a:p>
          <a:p>
            <a:pPr>
              <a:defRPr/>
            </a:pPr>
            <a:r>
              <a:rPr lang="ru-RU" sz="2800">
                <a:latin typeface="Arial"/>
                <a:cs typeface="Arial"/>
              </a:rPr>
              <a:t>Аналогично </a:t>
            </a:r>
            <a:r>
              <a:rPr lang="ru-RU" sz="2800" b="1">
                <a:latin typeface="Arial"/>
                <a:cs typeface="Arial"/>
              </a:rPr>
              <a:t>головокружение</a:t>
            </a:r>
            <a:r>
              <a:rPr lang="ru-RU" sz="2800">
                <a:latin typeface="Arial"/>
                <a:cs typeface="Arial"/>
              </a:rPr>
              <a:t> – скачок с 49.7% до 55.3%</a:t>
            </a:r>
            <a:endParaRPr/>
          </a:p>
        </p:txBody>
      </p:sp>
      <p:sp>
        <p:nvSpPr>
          <p:cNvPr id="89986143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BD61A7C-2F38-D8CD-C24E-64B5119237B2}" type="slidenum">
              <a:rPr sz="200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354376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2495549" y="247649"/>
            <a:ext cx="7886700" cy="780391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/>
          <a:p>
            <a:pPr algn="ctr">
              <a:defRPr/>
            </a:pPr>
            <a:r>
              <a:rPr lang="ru-RU" b="1"/>
              <a:t>Гипотезы</a:t>
            </a:r>
            <a:endParaRPr/>
          </a:p>
        </p:txBody>
      </p:sp>
      <p:sp>
        <p:nvSpPr>
          <p:cNvPr id="578434479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423299" y="1342036"/>
            <a:ext cx="6305549" cy="496351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r>
              <a:rPr lang="ru-RU" sz="2400" b="1">
                <a:solidFill>
                  <a:schemeClr val="tx1"/>
                </a:solidFill>
              </a:rPr>
              <a:t>Уровень тревожности</a:t>
            </a:r>
            <a:endParaRPr sz="2400">
              <a:solidFill>
                <a:schemeClr val="tx1"/>
              </a:solidFill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</a:rPr>
              <a:t>H₀ (Нулевая гипотеза): Уровень тревожности не влияет на уровень стресса. </a:t>
            </a:r>
            <a:endParaRPr sz="2400">
              <a:solidFill>
                <a:schemeClr val="tx1"/>
              </a:solidFill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</a:rPr>
              <a:t>H₁ (Альтернативная гипотеза): Уровень тревожности статистически значимо влияет на уровень стресса. </a:t>
            </a:r>
            <a:endParaRPr sz="2400">
              <a:solidFill>
                <a:schemeClr val="tx1"/>
              </a:solidFill>
            </a:endParaRPr>
          </a:p>
          <a:p>
            <a:pPr marL="0" indent="0" algn="l">
              <a:buNone/>
              <a:defRPr/>
            </a:pPr>
            <a:r>
              <a:rPr lang="ru-RU" sz="2400" b="1">
                <a:solidFill>
                  <a:schemeClr val="tx1"/>
                </a:solidFill>
              </a:rPr>
              <a:t>Сеансы терапии</a:t>
            </a:r>
            <a:endParaRPr sz="2400">
              <a:solidFill>
                <a:schemeClr val="tx1"/>
              </a:solidFill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</a:rPr>
              <a:t>H₀: Люди с разным уровнем стресса посещают терапевта с одинаковой частотой.</a:t>
            </a:r>
            <a:endParaRPr sz="2400">
              <a:solidFill>
                <a:schemeClr val="tx1"/>
              </a:solidFill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</a:rPr>
              <a:t>H₁: Люди с высоким уровнем стресса чаще обращаются к психотерапевту.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1096464623" name="TextBox 3"/>
          <p:cNvSpPr txBox="1"/>
          <p:nvPr/>
        </p:nvSpPr>
        <p:spPr bwMode="auto">
          <a:xfrm flipH="0" flipV="0">
            <a:off x="6728849" y="1208686"/>
            <a:ext cx="5353769" cy="502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lang="ru-RU" sz="2400" b="1">
                <a:solidFill>
                  <a:schemeClr val="tx1"/>
                </a:solidFill>
                <a:latin typeface="Calibri"/>
              </a:rPr>
              <a:t>Часы сна</a:t>
            </a:r>
            <a:endParaRPr sz="2400">
              <a:solidFill>
                <a:schemeClr val="tx1"/>
              </a:solidFill>
              <a:latin typeface="Calibri"/>
            </a:endParaRPr>
          </a:p>
          <a:p>
            <a:pPr marL="214312" indent="-214312" defTabSz="685800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  <a:latin typeface="Calibri"/>
              </a:rPr>
              <a:t>H₀: Продолжительность сна не влияет на уровень стресса. </a:t>
            </a:r>
            <a:endParaRPr sz="2400">
              <a:solidFill>
                <a:schemeClr val="tx1"/>
              </a:solidFill>
            </a:endParaRPr>
          </a:p>
          <a:p>
            <a:pPr marL="214312" indent="-214312" defTabSz="685800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  <a:latin typeface="Calibri"/>
              </a:rPr>
              <a:t>H₁: Продолжительность сна статистически значимо связана с уровнем стресса. </a:t>
            </a:r>
            <a:endParaRPr sz="2400">
              <a:solidFill>
                <a:schemeClr val="tx1"/>
              </a:solidFill>
            </a:endParaRPr>
          </a:p>
          <a:p>
            <a:pPr defTabSz="685800">
              <a:defRPr/>
            </a:pPr>
            <a:r>
              <a:rPr lang="ru-RU" sz="2400" b="1">
                <a:solidFill>
                  <a:schemeClr val="tx1"/>
                </a:solidFill>
                <a:latin typeface="Calibri"/>
              </a:rPr>
              <a:t>Потребление кофеина (мг)</a:t>
            </a:r>
            <a:endParaRPr sz="2400">
              <a:solidFill>
                <a:schemeClr val="tx1"/>
              </a:solidFill>
              <a:latin typeface="Calibri"/>
            </a:endParaRPr>
          </a:p>
          <a:p>
            <a:pPr marL="214312" indent="-214312" defTabSz="685800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  <a:latin typeface="Calibri"/>
              </a:rPr>
              <a:t>H₀: Среднее потребление кофеина одинаково во всех группах стресса.</a:t>
            </a:r>
            <a:endParaRPr sz="2400">
              <a:solidFill>
                <a:schemeClr val="tx1"/>
              </a:solidFill>
            </a:endParaRPr>
          </a:p>
          <a:p>
            <a:pPr marL="214312" indent="-214312" defTabSz="685800">
              <a:buFont typeface="Arial"/>
              <a:buChar char="•"/>
              <a:defRPr/>
            </a:pPr>
            <a:r>
              <a:rPr lang="ru-RU" sz="2400">
                <a:solidFill>
                  <a:schemeClr val="tx1"/>
                </a:solidFill>
                <a:latin typeface="Calibri"/>
              </a:rPr>
              <a:t>H₁: Потребление кофеина статистически значимо связано с уровнем стресса. </a:t>
            </a:r>
            <a:endParaRPr sz="2400">
              <a:solidFill>
                <a:schemeClr val="tx1"/>
              </a:solidFill>
            </a:endParaRPr>
          </a:p>
          <a:p>
            <a:pPr defTabSz="685800">
              <a:defRPr/>
            </a:pPr>
            <a:endParaRPr sz="1800">
              <a:solidFill>
                <a:schemeClr val="tx1"/>
              </a:solidFill>
              <a:latin typeface="Calibri"/>
            </a:endParaRPr>
          </a:p>
          <a:p>
            <a:pPr defTabSz="685800">
              <a:defRPr/>
            </a:pPr>
            <a:endParaRPr sz="180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1784436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E185DD9-3E9E-4EC7-4D38-2980106D489B}" type="slidenum">
              <a:rPr sz="2000"/>
              <a:t>14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5655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2219993"/>
            <a:ext cx="10515600" cy="2041190"/>
          </a:xfrm>
        </p:spPr>
        <p:txBody>
          <a:bodyPr/>
          <a:lstStyle/>
          <a:p>
            <a:pPr>
              <a:defRPr/>
            </a:pPr>
            <a:r>
              <a:rPr lang="ru-RU" sz="4800" b="1"/>
              <a:t>Регрессионный анализ</a:t>
            </a:r>
            <a:endParaRPr sz="4800" b="1"/>
          </a:p>
        </p:txBody>
      </p:sp>
      <p:sp>
        <p:nvSpPr>
          <p:cNvPr id="201443881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ADEA638-0B83-CC6E-8C28-60AEB0841883}" type="slidenum">
              <a:rPr sz="2000"/>
              <a:t>3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491943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240578" y="148005"/>
            <a:ext cx="9796230" cy="57081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1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Корреляции и парный анализ</a:t>
            </a:r>
            <a:endParaRPr sz="15000">
              <a:latin typeface="Arial Black"/>
              <a:cs typeface="Arial Black"/>
            </a:endParaRPr>
          </a:p>
        </p:txBody>
      </p:sp>
      <p:sp>
        <p:nvSpPr>
          <p:cNvPr id="813129835" name="Subtitle 2"/>
          <p:cNvSpPr>
            <a:spLocks noGrp="1"/>
          </p:cNvSpPr>
          <p:nvPr/>
        </p:nvSpPr>
        <p:spPr bwMode="auto">
          <a:xfrm flipH="0" flipV="0">
            <a:off x="8098200" y="1076323"/>
            <a:ext cx="3867148" cy="492442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9"/>
              </a:spcBef>
              <a:buFont typeface="Arial"/>
              <a:buNone/>
              <a:defRPr sz="2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8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9"/>
              </a:spcBef>
              <a:buFont typeface="Arial"/>
              <a:buNone/>
              <a:defRPr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sz="10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Целевая переменная:</a:t>
            </a:r>
            <a:endParaRPr sz="10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Уровень стресса (1-10).</a:t>
            </a:r>
            <a:endParaRPr sz="10000">
              <a:latin typeface="Arial"/>
              <a:cs typeface="Arial"/>
            </a:endParaRPr>
          </a:p>
          <a:p>
            <a:pPr algn="l">
              <a:defRPr/>
            </a:pPr>
            <a:endParaRPr sz="10000">
              <a:latin typeface="Arial"/>
              <a:cs typeface="Arial"/>
            </a:endParaRPr>
          </a:p>
          <a:p>
            <a:pPr algn="l">
              <a:defRPr/>
            </a:pPr>
            <a:r>
              <a:rPr sz="10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Сильные связи:</a:t>
            </a: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10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Тревожность (+0.67), </a:t>
            </a:r>
            <a:endParaRPr sz="10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Сон (-0.49), </a:t>
            </a:r>
            <a:endParaRPr sz="10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Терапия (+0.52).</a:t>
            </a:r>
            <a:endParaRPr sz="10000">
              <a:latin typeface="Arial"/>
              <a:cs typeface="Arial"/>
            </a:endParaRPr>
          </a:p>
          <a:p>
            <a:pPr algn="l">
              <a:defRPr/>
            </a:pPr>
            <a:endParaRPr sz="10000">
              <a:latin typeface="Arial"/>
              <a:cs typeface="Arial"/>
            </a:endParaRPr>
          </a:p>
          <a:p>
            <a:pPr algn="l">
              <a:defRPr/>
            </a:pPr>
            <a:r>
              <a:rPr sz="10000" b="1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Парная регрессия:</a:t>
            </a:r>
            <a:endParaRPr sz="10000" b="0" i="0" u="none">
              <a:solidFill>
                <a:srgbClr val="000000"/>
              </a:solidFill>
              <a:latin typeface="Arial"/>
              <a:cs typeface="Arial"/>
            </a:endParaRPr>
          </a:p>
          <a:p>
            <a:pPr algn="l">
              <a:defRPr/>
            </a:pPr>
            <a:r>
              <a:rPr sz="10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Все 6 факторов статистически значимы (p &lt; 0.05).</a:t>
            </a:r>
            <a:endParaRPr sz="10000">
              <a:latin typeface="Arial"/>
              <a:cs typeface="Arial"/>
            </a:endParaRPr>
          </a:p>
        </p:txBody>
      </p:sp>
      <p:pic>
        <p:nvPicPr>
          <p:cNvPr id="18275640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89439" y="747970"/>
            <a:ext cx="7708759" cy="5824278"/>
          </a:xfrm>
          <a:prstGeom prst="rect">
            <a:avLst/>
          </a:prstGeom>
          <a:ln w="38100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787983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2BA8F15-2267-F680-2708-AF05A107681E}" type="slidenum">
              <a:rPr sz="2000"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969099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240578" y="148005"/>
            <a:ext cx="9796230" cy="57081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sz="4800" b="1" i="0" u="none">
                <a:solidFill>
                  <a:srgbClr val="000000"/>
                </a:solidFill>
                <a:latin typeface="Arial Black"/>
                <a:ea typeface="Arial Black"/>
                <a:cs typeface="Arial Black"/>
              </a:rPr>
              <a:t>Корреляции и парный анализ</a:t>
            </a:r>
            <a:endParaRPr sz="15000">
              <a:latin typeface="Arial Black"/>
              <a:cs typeface="Arial Black"/>
            </a:endParaRPr>
          </a:p>
        </p:txBody>
      </p:sp>
      <p:pic>
        <p:nvPicPr>
          <p:cNvPr id="21190392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32853" y="810349"/>
            <a:ext cx="3690896" cy="3012602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</p:pic>
      <p:pic>
        <p:nvPicPr>
          <p:cNvPr id="148665754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42652" y="810349"/>
            <a:ext cx="3737364" cy="3003459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</p:pic>
      <p:pic>
        <p:nvPicPr>
          <p:cNvPr id="172078311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10799999" flipH="1" flipV="1">
            <a:off x="8137139" y="3880102"/>
            <a:ext cx="3481548" cy="2882884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</p:pic>
      <p:pic>
        <p:nvPicPr>
          <p:cNvPr id="158704127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8039061" y="810349"/>
            <a:ext cx="3677706" cy="3003459"/>
          </a:xfrm>
          <a:prstGeom prst="rect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</p:pic>
      <p:sp>
        <p:nvSpPr>
          <p:cNvPr id="927055039" name=""/>
          <p:cNvSpPr txBox="1"/>
          <p:nvPr/>
        </p:nvSpPr>
        <p:spPr bwMode="auto">
          <a:xfrm rot="0" flipH="0" flipV="0">
            <a:off x="332133" y="4269805"/>
            <a:ext cx="7622119" cy="2103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 algn="l">
              <a:buFont typeface="Wingdings"/>
              <a:buChar char="w"/>
              <a:defRPr/>
            </a:pPr>
            <a:r>
              <a:rPr sz="2200" b="1"/>
              <a:t>Множественная регрессия</a:t>
            </a:r>
            <a:r>
              <a:rPr sz="2200"/>
              <a:t>: R² = 51.0%, MAE = 1.68.</a:t>
            </a:r>
            <a:endParaRPr sz="2200"/>
          </a:p>
          <a:p>
            <a:pPr marL="283879" indent="-283879" algn="l">
              <a:buFont typeface="Wingdings"/>
              <a:buChar char="w"/>
              <a:defRPr/>
            </a:pPr>
            <a:r>
              <a:rPr sz="2200" b="1"/>
              <a:t>Сравнение моделей</a:t>
            </a:r>
            <a:r>
              <a:rPr sz="2200"/>
              <a:t>: Квадратичная модель лучше описывает 4 из 6 факторов.</a:t>
            </a:r>
            <a:endParaRPr sz="2200"/>
          </a:p>
          <a:p>
            <a:pPr marL="283879" indent="-283879" algn="l">
              <a:buFont typeface="Wingdings"/>
              <a:buChar char="w"/>
              <a:defRPr/>
            </a:pPr>
            <a:r>
              <a:rPr sz="2200" b="1"/>
              <a:t>Потеряли значимость</a:t>
            </a:r>
            <a:r>
              <a:rPr sz="2200"/>
              <a:t>: Головокружение и Тревожность в семье (p &gt; 0.05 в множественной модели).</a:t>
            </a:r>
            <a:endParaRPr sz="2200"/>
          </a:p>
        </p:txBody>
      </p:sp>
      <p:sp>
        <p:nvSpPr>
          <p:cNvPr id="67795481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9316154" y="6356349"/>
            <a:ext cx="2743200" cy="365123"/>
          </a:xfrm>
        </p:spPr>
        <p:txBody>
          <a:bodyPr/>
          <a:lstStyle/>
          <a:p>
            <a:pPr>
              <a:defRPr/>
            </a:pPr>
            <a:fld id="{70910F16-C57B-F989-2085-B976EDF9B173}" type="slidenum">
              <a:rPr sz="2000"/>
              <a:t>14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880199" name="Title 1"/>
          <p:cNvSpPr>
            <a:spLocks noGrp="1"/>
          </p:cNvSpPr>
          <p:nvPr/>
        </p:nvSpPr>
        <p:spPr bwMode="auto">
          <a:xfrm flipH="0" flipV="0">
            <a:off x="1193664" y="148740"/>
            <a:ext cx="10028730" cy="727558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70000" lnSpcReduction="6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7200" b="1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Парадоксы регрессии</a:t>
            </a:r>
            <a:endParaRPr sz="7200" b="1">
              <a:latin typeface="Adwaita Sans"/>
              <a:cs typeface="Adwaita Sans"/>
            </a:endParaRPr>
          </a:p>
        </p:txBody>
      </p:sp>
      <p:sp>
        <p:nvSpPr>
          <p:cNvPr id="517176306" name=""/>
          <p:cNvSpPr txBox="1"/>
          <p:nvPr/>
        </p:nvSpPr>
        <p:spPr bwMode="auto">
          <a:xfrm rot="0" flipH="0" flipV="0">
            <a:off x="126369" y="1028697"/>
            <a:ext cx="6986719" cy="5641732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3" indent="-371993" algn="l">
              <a:buFont typeface="Arial"/>
              <a:buChar char="•"/>
              <a:defRPr/>
            </a:pPr>
            <a:r>
              <a:rPr sz="2600" b="1">
                <a:latin typeface="Adwaita Sans"/>
                <a:ea typeface="Adwaita Sans"/>
                <a:cs typeface="Adwaita Sans"/>
              </a:rPr>
              <a:t>Сон</a:t>
            </a:r>
            <a:r>
              <a:rPr sz="2600">
                <a:latin typeface="Adwaita Sans"/>
                <a:ea typeface="Adwaita Sans"/>
                <a:cs typeface="Adwaita Sans"/>
              </a:rPr>
              <a:t>: Парная β = -0.42 ➡️ Множественная β = +0.44</a:t>
            </a:r>
            <a:endParaRPr sz="2600">
              <a:latin typeface="Adwaita Sans"/>
              <a:cs typeface="Adwaita Sans"/>
            </a:endParaRPr>
          </a:p>
          <a:p>
            <a:pPr algn="l">
              <a:defRPr/>
            </a:pPr>
            <a:r>
              <a:rPr sz="2600">
                <a:latin typeface="Adwaita Sans"/>
                <a:ea typeface="Adwaita Sans"/>
                <a:cs typeface="Adwaita Sans"/>
              </a:rPr>
              <a:t>    </a:t>
            </a:r>
            <a:r>
              <a:rPr sz="2600" b="1">
                <a:latin typeface="Adwaita Sans"/>
                <a:ea typeface="Adwaita Sans"/>
                <a:cs typeface="Adwaita Sans"/>
              </a:rPr>
              <a:t>Причина</a:t>
            </a:r>
            <a:r>
              <a:rPr sz="2600">
                <a:latin typeface="Adwaita Sans"/>
                <a:ea typeface="Adwaita Sans"/>
                <a:cs typeface="Adwaita Sans"/>
              </a:rPr>
              <a:t>: Влияние тревожности. При фиксированной тревожности больший сон ассоциирован с большим стрессом.</a:t>
            </a:r>
            <a:endParaRPr sz="2600">
              <a:latin typeface="Adwaita Sans"/>
              <a:ea typeface="Adwaita Sans"/>
              <a:cs typeface="Adwaita Sans"/>
            </a:endParaRPr>
          </a:p>
          <a:p>
            <a:pPr algn="l">
              <a:defRPr/>
            </a:pPr>
            <a:endParaRPr sz="2600">
              <a:latin typeface="Adwaita Sans"/>
              <a:cs typeface="Adwaita Sans"/>
            </a:endParaRPr>
          </a:p>
          <a:p>
            <a:pPr marL="371993" indent="-371993" algn="l">
              <a:buFont typeface="Arial"/>
              <a:buChar char="•"/>
              <a:defRPr/>
            </a:pPr>
            <a:r>
              <a:rPr sz="2600" b="1">
                <a:latin typeface="Adwaita Sans"/>
                <a:ea typeface="Adwaita Sans"/>
                <a:cs typeface="Adwaita Sans"/>
              </a:rPr>
              <a:t>Терапия</a:t>
            </a:r>
            <a:r>
              <a:rPr sz="2600">
                <a:latin typeface="Adwaita Sans"/>
                <a:ea typeface="Adwaita Sans"/>
                <a:cs typeface="Adwaita Sans"/>
              </a:rPr>
              <a:t>: Парная β = +0.28 ➡️ Множественная β = -0.23</a:t>
            </a:r>
            <a:endParaRPr sz="2600">
              <a:latin typeface="Adwaita Sans"/>
              <a:cs typeface="Adwaita Sans"/>
            </a:endParaRPr>
          </a:p>
          <a:p>
            <a:pPr algn="l">
              <a:defRPr/>
            </a:pPr>
            <a:r>
              <a:rPr sz="2600">
                <a:latin typeface="Adwaita Sans"/>
                <a:ea typeface="Adwaita Sans"/>
                <a:cs typeface="Adwaita Sans"/>
              </a:rPr>
              <a:t>    </a:t>
            </a:r>
            <a:r>
              <a:rPr sz="2600" b="1">
                <a:latin typeface="Adwaita Sans"/>
                <a:ea typeface="Adwaita Sans"/>
                <a:cs typeface="Adwaita Sans"/>
              </a:rPr>
              <a:t>Причина</a:t>
            </a:r>
            <a:r>
              <a:rPr sz="2600">
                <a:latin typeface="Adwaita Sans"/>
                <a:ea typeface="Adwaita Sans"/>
                <a:cs typeface="Adwaita Sans"/>
              </a:rPr>
              <a:t>: Люди со стрессом чаще ходят на терапию. Но при равной тревожности терапия снижает стресс.</a:t>
            </a:r>
            <a:endParaRPr sz="2600">
              <a:latin typeface="Adwaita Sans"/>
              <a:cs typeface="Adwaita Sans"/>
            </a:endParaRPr>
          </a:p>
          <a:p>
            <a:pPr algn="l">
              <a:defRPr/>
            </a:pPr>
            <a:endParaRPr sz="2600">
              <a:latin typeface="Adwaita Sans"/>
              <a:cs typeface="Adwaita Sans"/>
            </a:endParaRPr>
          </a:p>
          <a:p>
            <a:pPr algn="l">
              <a:defRPr/>
            </a:pPr>
            <a:r>
              <a:rPr sz="2600" b="1" u="sng">
                <a:latin typeface="Adwaita Sans"/>
                <a:ea typeface="Adwaita Sans"/>
                <a:cs typeface="Adwaita Sans"/>
              </a:rPr>
              <a:t>Вывод: Наблюдается умеренная мультиколлинеарность.</a:t>
            </a:r>
            <a:endParaRPr sz="2600" u="sng">
              <a:latin typeface="Adwaita Sans"/>
              <a:cs typeface="Adwaita Sans"/>
            </a:endParaRPr>
          </a:p>
        </p:txBody>
      </p:sp>
      <p:graphicFrame>
        <p:nvGraphicFramePr>
          <p:cNvPr id="1968806321" name=""/>
          <p:cNvGraphicFramePr>
            <a:graphicFrameLocks xmlns:a="http://schemas.openxmlformats.org/drawingml/2006/main"/>
          </p:cNvGraphicFramePr>
          <p:nvPr/>
        </p:nvGraphicFramePr>
        <p:xfrm rot="0">
          <a:off x="6836624" y="960120"/>
          <a:ext cx="4926790" cy="531406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{BC89EF96-8CEA-46FF-86C4-4CE0E7609802}</a:tableStyleId>
              </a:tblPr>
              <a:tblGrid>
                <a:gridCol w="3870000"/>
                <a:gridCol w="1056790"/>
              </a:tblGrid>
              <a:tr h="915511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1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Фактор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1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VIF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98332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уровень_тревожности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6.03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98332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потребление_кофеина_мг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5.35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54252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часы_сна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5.07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54252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сеансы_терапии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4.1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98332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тревожность_в_семье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2.95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  <a:tr h="54252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головокружение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600" b="0" i="0" u="none">
                          <a:solidFill>
                            <a:srgbClr val="000000"/>
                          </a:solidFill>
                          <a:latin typeface="Adwaita Sans"/>
                          <a:ea typeface="Adwaita Sans"/>
                          <a:cs typeface="Adwaita Sans"/>
                        </a:rPr>
                        <a:t>2.04</a:t>
                      </a:r>
                      <a:endParaRPr sz="4800">
                        <a:latin typeface="Adwaita Sans"/>
                        <a:cs typeface="Adwaita San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5291246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769348" y="6453186"/>
            <a:ext cx="2743200" cy="365123"/>
          </a:xfrm>
        </p:spPr>
        <p:txBody>
          <a:bodyPr/>
          <a:lstStyle/>
          <a:p>
            <a:pPr>
              <a:defRPr/>
            </a:pPr>
            <a:fld id="{DD09F75F-2BD1-7C4B-4FB8-80F72185F5EB}" type="slidenum">
              <a:rPr sz="2000"/>
              <a:t>14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585003" name="Title 1"/>
          <p:cNvSpPr>
            <a:spLocks noGrp="1"/>
          </p:cNvSpPr>
          <p:nvPr/>
        </p:nvSpPr>
        <p:spPr bwMode="auto">
          <a:xfrm flipH="0" flipV="0">
            <a:off x="1193663" y="148739"/>
            <a:ext cx="10028729" cy="72755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70000" lnSpcReduction="6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sz="7200" b="1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Итог</a:t>
            </a:r>
            <a:endParaRPr sz="7200" b="1">
              <a:latin typeface="Adwaita Sans"/>
              <a:cs typeface="Adwaita Sans"/>
            </a:endParaRPr>
          </a:p>
        </p:txBody>
      </p:sp>
      <p:sp>
        <p:nvSpPr>
          <p:cNvPr id="798882938" name=""/>
          <p:cNvSpPr txBox="1"/>
          <p:nvPr/>
        </p:nvSpPr>
        <p:spPr bwMode="auto">
          <a:xfrm rot="0" flipH="0" flipV="0">
            <a:off x="514424" y="1401899"/>
            <a:ext cx="11312559" cy="36579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600" b="1" i="0" u="sng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Главный драйвер стресса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: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Уровень тревожности (β = 1.22, p &lt; 0.001).</a:t>
            </a:r>
            <a:endParaRPr sz="26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>
              <a:defRPr/>
            </a:pPr>
            <a:endParaRPr lang="ru-RU" sz="2600" b="1" i="0" u="sng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>
              <a:defRPr/>
            </a:pPr>
            <a:r>
              <a:rPr lang="ru-RU" sz="2600" b="1" i="0" u="sng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Ограничения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: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Мультиколлинеарность между Тревожностью, Сном и Терапией.</a:t>
            </a:r>
            <a:endParaRPr sz="2600" b="0" i="0" u="none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>
              <a:defRPr/>
            </a:pPr>
            <a:endParaRPr lang="ru-RU" sz="2600" b="1" i="0" u="sng" strike="noStrike" cap="none" spc="0">
              <a:solidFill>
                <a:schemeClr val="tx1"/>
              </a:solidFill>
              <a:latin typeface="Adwaita Sans"/>
              <a:cs typeface="Adwaita Sans"/>
            </a:endParaRPr>
          </a:p>
          <a:p>
            <a:pPr algn="l">
              <a:defRPr/>
            </a:pPr>
            <a:r>
              <a:rPr lang="ru-RU" sz="2600" b="1" i="0" u="sng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Рекомендация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: Для снижения стресса необходимо работать в первую очередь с общим уровнем тревожности, а не изолированно корректировать сон.</a:t>
            </a:r>
            <a:endParaRPr sz="2600" b="0" u="none">
              <a:latin typeface="Adwaita Sans"/>
              <a:cs typeface="Adwaita Sans"/>
            </a:endParaRPr>
          </a:p>
        </p:txBody>
      </p:sp>
      <p:sp>
        <p:nvSpPr>
          <p:cNvPr id="17814329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B6E5E62-761F-E4C1-8E04-F4665A51BD54}" type="slidenum">
              <a:rPr sz="2000"/>
              <a:t>14</a:t>
            </a:fld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rystalline">
  <a:themeElements>
    <a:clrScheme name="Red Violet">
      <a:dk1>
        <a:srgbClr val="000000"/>
      </a:dk1>
      <a:lt1>
        <a:srgbClr val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Arial Black"/>
        <a:ea typeface="Sim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2026-06-25T23:49:35Z</dcterms:modified>
</cp:coreProperties>
</file>